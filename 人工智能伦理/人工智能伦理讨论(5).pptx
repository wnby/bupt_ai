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05" r:id="rId3"/>
    <p:sldId id="407" r:id="rId5"/>
    <p:sldId id="408" r:id="rId6"/>
    <p:sldId id="16603796" r:id="rId7"/>
    <p:sldId id="409" r:id="rId8"/>
    <p:sldId id="410" r:id="rId9"/>
    <p:sldId id="411" r:id="rId10"/>
    <p:sldId id="415" r:id="rId11"/>
    <p:sldId id="419" r:id="rId12"/>
    <p:sldId id="16603797" r:id="rId13"/>
    <p:sldId id="16603798" r:id="rId14"/>
    <p:sldId id="16603799" r:id="rId15"/>
    <p:sldId id="414" r:id="rId16"/>
    <p:sldId id="16603791" r:id="rId17"/>
    <p:sldId id="16603801" r:id="rId18"/>
    <p:sldId id="16603802" r:id="rId19"/>
    <p:sldId id="16603803" r:id="rId20"/>
    <p:sldId id="16603804" r:id="rId21"/>
    <p:sldId id="16603795" r:id="rId22"/>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E8224D5-DB5E-4AF9-B905-0790C9582A89}">
          <p14:sldIdLst>
            <p14:sldId id="405"/>
            <p14:sldId id="407"/>
            <p14:sldId id="408"/>
            <p14:sldId id="16603796"/>
            <p14:sldId id="409"/>
            <p14:sldId id="410"/>
            <p14:sldId id="411"/>
            <p14:sldId id="415"/>
            <p14:sldId id="419"/>
            <p14:sldId id="16603797"/>
            <p14:sldId id="16603798"/>
            <p14:sldId id="16603799"/>
          </p14:sldIdLst>
        </p14:section>
        <p14:section name="无标题节" id="{DF532B95-7EFE-4CA5-B5AA-4CB783DB4C65}">
          <p14:sldIdLst>
            <p14:sldId id="414"/>
            <p14:sldId id="16603791"/>
            <p14:sldId id="16603801"/>
            <p14:sldId id="16603802"/>
            <p14:sldId id="16603803"/>
            <p14:sldId id="16603804"/>
            <p14:sldId id="1660379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97" userDrawn="1">
          <p15:clr>
            <a:srgbClr val="A4A3A4"/>
          </p15:clr>
        </p15:guide>
        <p15:guide id="4" pos="70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DB0"/>
    <a:srgbClr val="B9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68" autoAdjust="0"/>
    <p:restoredTop sz="94660"/>
  </p:normalViewPr>
  <p:slideViewPr>
    <p:cSldViewPr snapToGrid="0" showGuides="1">
      <p:cViewPr varScale="1">
        <p:scale>
          <a:sx n="102" d="100"/>
          <a:sy n="102" d="100"/>
        </p:scale>
        <p:origin x="80" y="-68"/>
      </p:cViewPr>
      <p:guideLst>
        <p:guide orient="horz" pos="2160"/>
        <p:guide pos="3840"/>
        <p:guide pos="597"/>
        <p:guide pos="7083"/>
      </p:guideLst>
    </p:cSldViewPr>
  </p:slideViewPr>
  <p:notesTextViewPr>
    <p:cViewPr>
      <p:scale>
        <a:sx n="1" d="1"/>
        <a:sy n="1" d="1"/>
      </p:scale>
      <p:origin x="0" y="0"/>
    </p:cViewPr>
  </p:notesTextViewPr>
  <p:notesViewPr>
    <p:cSldViewPr snapToGrid="0" showGuides="1">
      <p:cViewPr varScale="1">
        <p:scale>
          <a:sx n="79" d="100"/>
          <a:sy n="79" d="100"/>
        </p:scale>
        <p:origin x="277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20.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6C2B6E-56EE-429A-BD23-582823E7B0C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14CBD-453D-461C-A510-968BDF73D97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390525" y="7525481"/>
            <a:ext cx="6076950" cy="1485900"/>
          </a:xfrm>
          <a:prstGeom prst="rect">
            <a:avLst/>
          </a:prstGeom>
        </p:spPr>
      </p:pic>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390525" y="7525481"/>
            <a:ext cx="6076950" cy="1485900"/>
          </a:xfrm>
          <a:prstGeom prst="rect">
            <a:avLst/>
          </a:prstGeom>
        </p:spPr>
      </p:pic>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390525" y="7525481"/>
            <a:ext cx="6076950" cy="1485900"/>
          </a:xfrm>
          <a:prstGeom prst="rect">
            <a:avLst/>
          </a:prstGeom>
        </p:spPr>
      </p:pic>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390525" y="7525481"/>
            <a:ext cx="6076950" cy="1485900"/>
          </a:xfrm>
          <a:prstGeom prst="rect">
            <a:avLst/>
          </a:prstGeom>
        </p:spPr>
      </p:pic>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C521AA-310D-4F99-A2AA-3636FF138D0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2AB0205-13CB-4A50-8E29-B8DCDB76C31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5" name="任意多边形: 形状 4"/>
          <p:cNvSpPr/>
          <p:nvPr userDrawn="1"/>
        </p:nvSpPr>
        <p:spPr>
          <a:xfrm>
            <a:off x="0" y="0"/>
            <a:ext cx="12192000" cy="6858000"/>
          </a:xfrm>
          <a:custGeom>
            <a:avLst/>
            <a:gdLst>
              <a:gd name="connsiteX0" fmla="*/ 6104374 w 12192000"/>
              <a:gd name="connsiteY0" fmla="*/ 6187281 h 6858000"/>
              <a:gd name="connsiteX1" fmla="*/ 6104374 w 12192000"/>
              <a:gd name="connsiteY1" fmla="*/ 6586775 h 6858000"/>
              <a:gd name="connsiteX2" fmla="*/ 6508924 w 12192000"/>
              <a:gd name="connsiteY2" fmla="*/ 6584250 h 6858000"/>
              <a:gd name="connsiteX3" fmla="*/ 6508924 w 12192000"/>
              <a:gd name="connsiteY3" fmla="*/ 6187281 h 6858000"/>
              <a:gd name="connsiteX4" fmla="*/ 6104374 w 12192000"/>
              <a:gd name="connsiteY4" fmla="*/ 6187281 h 6858000"/>
              <a:gd name="connsiteX5" fmla="*/ 5259876 w 12192000"/>
              <a:gd name="connsiteY5" fmla="*/ 6187281 h 6858000"/>
              <a:gd name="connsiteX6" fmla="*/ 5259876 w 12192000"/>
              <a:gd name="connsiteY6" fmla="*/ 6589305 h 6858000"/>
              <a:gd name="connsiteX7" fmla="*/ 5661901 w 12192000"/>
              <a:gd name="connsiteY7" fmla="*/ 6589305 h 6858000"/>
              <a:gd name="connsiteX8" fmla="*/ 5661901 w 12192000"/>
              <a:gd name="connsiteY8" fmla="*/ 6187281 h 6858000"/>
              <a:gd name="connsiteX9" fmla="*/ 5259876 w 12192000"/>
              <a:gd name="connsiteY9" fmla="*/ 6187281 h 6858000"/>
              <a:gd name="connsiteX10" fmla="*/ 4837630 w 12192000"/>
              <a:gd name="connsiteY10" fmla="*/ 6187281 h 6858000"/>
              <a:gd name="connsiteX11" fmla="*/ 4837630 w 12192000"/>
              <a:gd name="connsiteY11" fmla="*/ 6589305 h 6858000"/>
              <a:gd name="connsiteX12" fmla="*/ 5239648 w 12192000"/>
              <a:gd name="connsiteY12" fmla="*/ 6589305 h 6858000"/>
              <a:gd name="connsiteX13" fmla="*/ 5239648 w 12192000"/>
              <a:gd name="connsiteY13" fmla="*/ 6187281 h 6858000"/>
              <a:gd name="connsiteX14" fmla="*/ 4837630 w 12192000"/>
              <a:gd name="connsiteY14" fmla="*/ 6187281 h 6858000"/>
              <a:gd name="connsiteX15" fmla="*/ 2723862 w 12192000"/>
              <a:gd name="connsiteY15" fmla="*/ 6187281 h 6858000"/>
              <a:gd name="connsiteX16" fmla="*/ 2723862 w 12192000"/>
              <a:gd name="connsiteY16" fmla="*/ 6589305 h 6858000"/>
              <a:gd name="connsiteX17" fmla="*/ 3125881 w 12192000"/>
              <a:gd name="connsiteY17" fmla="*/ 6589305 h 6858000"/>
              <a:gd name="connsiteX18" fmla="*/ 3125881 w 12192000"/>
              <a:gd name="connsiteY18" fmla="*/ 6187281 h 6858000"/>
              <a:gd name="connsiteX19" fmla="*/ 2723862 w 12192000"/>
              <a:gd name="connsiteY19" fmla="*/ 6187281 h 6858000"/>
              <a:gd name="connsiteX20" fmla="*/ 1881894 w 12192000"/>
              <a:gd name="connsiteY20" fmla="*/ 6187281 h 6858000"/>
              <a:gd name="connsiteX21" fmla="*/ 1881894 w 12192000"/>
              <a:gd name="connsiteY21" fmla="*/ 6589305 h 6858000"/>
              <a:gd name="connsiteX22" fmla="*/ 2281382 w 12192000"/>
              <a:gd name="connsiteY22" fmla="*/ 6589305 h 6858000"/>
              <a:gd name="connsiteX23" fmla="*/ 2281382 w 12192000"/>
              <a:gd name="connsiteY23" fmla="*/ 6187281 h 6858000"/>
              <a:gd name="connsiteX24" fmla="*/ 1881894 w 12192000"/>
              <a:gd name="connsiteY24" fmla="*/ 6187281 h 6858000"/>
              <a:gd name="connsiteX25" fmla="*/ 1039920 w 12192000"/>
              <a:gd name="connsiteY25" fmla="*/ 6187281 h 6858000"/>
              <a:gd name="connsiteX26" fmla="*/ 1042451 w 12192000"/>
              <a:gd name="connsiteY26" fmla="*/ 6589305 h 6858000"/>
              <a:gd name="connsiteX27" fmla="*/ 1436884 w 12192000"/>
              <a:gd name="connsiteY27" fmla="*/ 6589305 h 6858000"/>
              <a:gd name="connsiteX28" fmla="*/ 1436884 w 12192000"/>
              <a:gd name="connsiteY28" fmla="*/ 6187281 h 6858000"/>
              <a:gd name="connsiteX29" fmla="*/ 1039920 w 12192000"/>
              <a:gd name="connsiteY29" fmla="*/ 6187281 h 6858000"/>
              <a:gd name="connsiteX30" fmla="*/ 11601191 w 12192000"/>
              <a:gd name="connsiteY30" fmla="*/ 6184756 h 6858000"/>
              <a:gd name="connsiteX31" fmla="*/ 11603716 w 12192000"/>
              <a:gd name="connsiteY31" fmla="*/ 6589305 h 6858000"/>
              <a:gd name="connsiteX32" fmla="*/ 12000685 w 12192000"/>
              <a:gd name="connsiteY32" fmla="*/ 6589305 h 6858000"/>
              <a:gd name="connsiteX33" fmla="*/ 11998154 w 12192000"/>
              <a:gd name="connsiteY33" fmla="*/ 6184756 h 6858000"/>
              <a:gd name="connsiteX34" fmla="*/ 11601191 w 12192000"/>
              <a:gd name="connsiteY34" fmla="*/ 6184756 h 6858000"/>
              <a:gd name="connsiteX35" fmla="*/ 10756693 w 12192000"/>
              <a:gd name="connsiteY35" fmla="*/ 6184756 h 6858000"/>
              <a:gd name="connsiteX36" fmla="*/ 10756693 w 12192000"/>
              <a:gd name="connsiteY36" fmla="*/ 6589305 h 6858000"/>
              <a:gd name="connsiteX37" fmla="*/ 11156187 w 12192000"/>
              <a:gd name="connsiteY37" fmla="*/ 6589305 h 6858000"/>
              <a:gd name="connsiteX38" fmla="*/ 11156187 w 12192000"/>
              <a:gd name="connsiteY38" fmla="*/ 6184756 h 6858000"/>
              <a:gd name="connsiteX39" fmla="*/ 10756693 w 12192000"/>
              <a:gd name="connsiteY39" fmla="*/ 6184756 h 6858000"/>
              <a:gd name="connsiteX40" fmla="*/ 10329391 w 12192000"/>
              <a:gd name="connsiteY40" fmla="*/ 6184756 h 6858000"/>
              <a:gd name="connsiteX41" fmla="*/ 10331916 w 12192000"/>
              <a:gd name="connsiteY41" fmla="*/ 6586775 h 6858000"/>
              <a:gd name="connsiteX42" fmla="*/ 10731410 w 12192000"/>
              <a:gd name="connsiteY42" fmla="*/ 6584250 h 6858000"/>
              <a:gd name="connsiteX43" fmla="*/ 10726354 w 12192000"/>
              <a:gd name="connsiteY43" fmla="*/ 6184756 h 6858000"/>
              <a:gd name="connsiteX44" fmla="*/ 10329391 w 12192000"/>
              <a:gd name="connsiteY44" fmla="*/ 6184756 h 6858000"/>
              <a:gd name="connsiteX45" fmla="*/ 9065171 w 12192000"/>
              <a:gd name="connsiteY45" fmla="*/ 6184756 h 6858000"/>
              <a:gd name="connsiteX46" fmla="*/ 9067702 w 12192000"/>
              <a:gd name="connsiteY46" fmla="*/ 6589305 h 6858000"/>
              <a:gd name="connsiteX47" fmla="*/ 9464665 w 12192000"/>
              <a:gd name="connsiteY47" fmla="*/ 6589305 h 6858000"/>
              <a:gd name="connsiteX48" fmla="*/ 9462134 w 12192000"/>
              <a:gd name="connsiteY48" fmla="*/ 6184756 h 6858000"/>
              <a:gd name="connsiteX49" fmla="*/ 9065171 w 12192000"/>
              <a:gd name="connsiteY49" fmla="*/ 6184756 h 6858000"/>
              <a:gd name="connsiteX50" fmla="*/ 7798427 w 12192000"/>
              <a:gd name="connsiteY50" fmla="*/ 6184756 h 6858000"/>
              <a:gd name="connsiteX51" fmla="*/ 7798427 w 12192000"/>
              <a:gd name="connsiteY51" fmla="*/ 6589305 h 6858000"/>
              <a:gd name="connsiteX52" fmla="*/ 8197920 w 12192000"/>
              <a:gd name="connsiteY52" fmla="*/ 6589305 h 6858000"/>
              <a:gd name="connsiteX53" fmla="*/ 8197920 w 12192000"/>
              <a:gd name="connsiteY53" fmla="*/ 6184756 h 6858000"/>
              <a:gd name="connsiteX54" fmla="*/ 7798427 w 12192000"/>
              <a:gd name="connsiteY54" fmla="*/ 6184756 h 6858000"/>
              <a:gd name="connsiteX55" fmla="*/ 6953928 w 12192000"/>
              <a:gd name="connsiteY55" fmla="*/ 6184756 h 6858000"/>
              <a:gd name="connsiteX56" fmla="*/ 6953928 w 12192000"/>
              <a:gd name="connsiteY56" fmla="*/ 6584250 h 6858000"/>
              <a:gd name="connsiteX57" fmla="*/ 7355953 w 12192000"/>
              <a:gd name="connsiteY57" fmla="*/ 6584250 h 6858000"/>
              <a:gd name="connsiteX58" fmla="*/ 7355953 w 12192000"/>
              <a:gd name="connsiteY58" fmla="*/ 6184756 h 6858000"/>
              <a:gd name="connsiteX59" fmla="*/ 6953928 w 12192000"/>
              <a:gd name="connsiteY59" fmla="*/ 6184756 h 6858000"/>
              <a:gd name="connsiteX60" fmla="*/ 6531682 w 12192000"/>
              <a:gd name="connsiteY60" fmla="*/ 6184756 h 6858000"/>
              <a:gd name="connsiteX61" fmla="*/ 6534212 w 12192000"/>
              <a:gd name="connsiteY61" fmla="*/ 6589305 h 6858000"/>
              <a:gd name="connsiteX62" fmla="*/ 6931176 w 12192000"/>
              <a:gd name="connsiteY62" fmla="*/ 6586775 h 6858000"/>
              <a:gd name="connsiteX63" fmla="*/ 6928645 w 12192000"/>
              <a:gd name="connsiteY63" fmla="*/ 6187281 h 6858000"/>
              <a:gd name="connsiteX64" fmla="*/ 6531682 w 12192000"/>
              <a:gd name="connsiteY64" fmla="*/ 6184756 h 6858000"/>
              <a:gd name="connsiteX65" fmla="*/ 5682128 w 12192000"/>
              <a:gd name="connsiteY65" fmla="*/ 6184756 h 6858000"/>
              <a:gd name="connsiteX66" fmla="*/ 5682128 w 12192000"/>
              <a:gd name="connsiteY66" fmla="*/ 6586775 h 6858000"/>
              <a:gd name="connsiteX67" fmla="*/ 6084147 w 12192000"/>
              <a:gd name="connsiteY67" fmla="*/ 6584250 h 6858000"/>
              <a:gd name="connsiteX68" fmla="*/ 6084147 w 12192000"/>
              <a:gd name="connsiteY68" fmla="*/ 6184756 h 6858000"/>
              <a:gd name="connsiteX69" fmla="*/ 5682128 w 12192000"/>
              <a:gd name="connsiteY69" fmla="*/ 6184756 h 6858000"/>
              <a:gd name="connsiteX70" fmla="*/ 4415383 w 12192000"/>
              <a:gd name="connsiteY70" fmla="*/ 6184756 h 6858000"/>
              <a:gd name="connsiteX71" fmla="*/ 4415383 w 12192000"/>
              <a:gd name="connsiteY71" fmla="*/ 6589305 h 6858000"/>
              <a:gd name="connsiteX72" fmla="*/ 4814877 w 12192000"/>
              <a:gd name="connsiteY72" fmla="*/ 6589305 h 6858000"/>
              <a:gd name="connsiteX73" fmla="*/ 4814877 w 12192000"/>
              <a:gd name="connsiteY73" fmla="*/ 6184756 h 6858000"/>
              <a:gd name="connsiteX74" fmla="*/ 4415383 w 12192000"/>
              <a:gd name="connsiteY74" fmla="*/ 6184756 h 6858000"/>
              <a:gd name="connsiteX75" fmla="*/ 3990606 w 12192000"/>
              <a:gd name="connsiteY75" fmla="*/ 6184756 h 6858000"/>
              <a:gd name="connsiteX76" fmla="*/ 3990606 w 12192000"/>
              <a:gd name="connsiteY76" fmla="*/ 6589305 h 6858000"/>
              <a:gd name="connsiteX77" fmla="*/ 4392625 w 12192000"/>
              <a:gd name="connsiteY77" fmla="*/ 6589305 h 6858000"/>
              <a:gd name="connsiteX78" fmla="*/ 4392625 w 12192000"/>
              <a:gd name="connsiteY78" fmla="*/ 6184756 h 6858000"/>
              <a:gd name="connsiteX79" fmla="*/ 3990606 w 12192000"/>
              <a:gd name="connsiteY79" fmla="*/ 6184756 h 6858000"/>
              <a:gd name="connsiteX80" fmla="*/ 3570885 w 12192000"/>
              <a:gd name="connsiteY80" fmla="*/ 6184756 h 6858000"/>
              <a:gd name="connsiteX81" fmla="*/ 3570885 w 12192000"/>
              <a:gd name="connsiteY81" fmla="*/ 6586775 h 6858000"/>
              <a:gd name="connsiteX82" fmla="*/ 3970379 w 12192000"/>
              <a:gd name="connsiteY82" fmla="*/ 6584250 h 6858000"/>
              <a:gd name="connsiteX83" fmla="*/ 3965318 w 12192000"/>
              <a:gd name="connsiteY83" fmla="*/ 6184756 h 6858000"/>
              <a:gd name="connsiteX84" fmla="*/ 3570885 w 12192000"/>
              <a:gd name="connsiteY84" fmla="*/ 6184756 h 6858000"/>
              <a:gd name="connsiteX85" fmla="*/ 1459642 w 12192000"/>
              <a:gd name="connsiteY85" fmla="*/ 6184756 h 6858000"/>
              <a:gd name="connsiteX86" fmla="*/ 1459642 w 12192000"/>
              <a:gd name="connsiteY86" fmla="*/ 6589305 h 6858000"/>
              <a:gd name="connsiteX87" fmla="*/ 1854075 w 12192000"/>
              <a:gd name="connsiteY87" fmla="*/ 6589305 h 6858000"/>
              <a:gd name="connsiteX88" fmla="*/ 1851550 w 12192000"/>
              <a:gd name="connsiteY88" fmla="*/ 6184756 h 6858000"/>
              <a:gd name="connsiteX89" fmla="*/ 1459642 w 12192000"/>
              <a:gd name="connsiteY89" fmla="*/ 6184756 h 6858000"/>
              <a:gd name="connsiteX90" fmla="*/ 612619 w 12192000"/>
              <a:gd name="connsiteY90" fmla="*/ 6184756 h 6858000"/>
              <a:gd name="connsiteX91" fmla="*/ 612619 w 12192000"/>
              <a:gd name="connsiteY91" fmla="*/ 6586775 h 6858000"/>
              <a:gd name="connsiteX92" fmla="*/ 1014637 w 12192000"/>
              <a:gd name="connsiteY92" fmla="*/ 6584250 h 6858000"/>
              <a:gd name="connsiteX93" fmla="*/ 1014637 w 12192000"/>
              <a:gd name="connsiteY93" fmla="*/ 6184756 h 6858000"/>
              <a:gd name="connsiteX94" fmla="*/ 612619 w 12192000"/>
              <a:gd name="connsiteY94" fmla="*/ 6184756 h 6858000"/>
              <a:gd name="connsiteX95" fmla="*/ 190366 w 12192000"/>
              <a:gd name="connsiteY95" fmla="*/ 6184756 h 6858000"/>
              <a:gd name="connsiteX96" fmla="*/ 190366 w 12192000"/>
              <a:gd name="connsiteY96" fmla="*/ 6586775 h 6858000"/>
              <a:gd name="connsiteX97" fmla="*/ 592391 w 12192000"/>
              <a:gd name="connsiteY97" fmla="*/ 6584250 h 6858000"/>
              <a:gd name="connsiteX98" fmla="*/ 592391 w 12192000"/>
              <a:gd name="connsiteY98" fmla="*/ 6184756 h 6858000"/>
              <a:gd name="connsiteX99" fmla="*/ 190366 w 12192000"/>
              <a:gd name="connsiteY99" fmla="*/ 6184756 h 6858000"/>
              <a:gd name="connsiteX100" fmla="*/ 3341430 w 12192000"/>
              <a:gd name="connsiteY100" fmla="*/ 6184438 h 6858000"/>
              <a:gd name="connsiteX101" fmla="*/ 3146108 w 12192000"/>
              <a:gd name="connsiteY101" fmla="*/ 6192342 h 6858000"/>
              <a:gd name="connsiteX102" fmla="*/ 3146108 w 12192000"/>
              <a:gd name="connsiteY102" fmla="*/ 6591830 h 6858000"/>
              <a:gd name="connsiteX103" fmla="*/ 3548127 w 12192000"/>
              <a:gd name="connsiteY103" fmla="*/ 6589305 h 6858000"/>
              <a:gd name="connsiteX104" fmla="*/ 3548127 w 12192000"/>
              <a:gd name="connsiteY104" fmla="*/ 6189811 h 6858000"/>
              <a:gd name="connsiteX105" fmla="*/ 3341430 w 12192000"/>
              <a:gd name="connsiteY105" fmla="*/ 6184438 h 6858000"/>
              <a:gd name="connsiteX106" fmla="*/ 2497879 w 12192000"/>
              <a:gd name="connsiteY106" fmla="*/ 6184438 h 6858000"/>
              <a:gd name="connsiteX107" fmla="*/ 2301610 w 12192000"/>
              <a:gd name="connsiteY107" fmla="*/ 6192342 h 6858000"/>
              <a:gd name="connsiteX108" fmla="*/ 2301610 w 12192000"/>
              <a:gd name="connsiteY108" fmla="*/ 6591830 h 6858000"/>
              <a:gd name="connsiteX109" fmla="*/ 2703634 w 12192000"/>
              <a:gd name="connsiteY109" fmla="*/ 6589305 h 6858000"/>
              <a:gd name="connsiteX110" fmla="*/ 2703634 w 12192000"/>
              <a:gd name="connsiteY110" fmla="*/ 6189811 h 6858000"/>
              <a:gd name="connsiteX111" fmla="*/ 2497879 w 12192000"/>
              <a:gd name="connsiteY111" fmla="*/ 6184438 h 6858000"/>
              <a:gd name="connsiteX112" fmla="*/ 9745264 w 12192000"/>
              <a:gd name="connsiteY112" fmla="*/ 6182750 h 6858000"/>
              <a:gd name="connsiteX113" fmla="*/ 9484893 w 12192000"/>
              <a:gd name="connsiteY113" fmla="*/ 6189811 h 6858000"/>
              <a:gd name="connsiteX114" fmla="*/ 9484893 w 12192000"/>
              <a:gd name="connsiteY114" fmla="*/ 6586775 h 6858000"/>
              <a:gd name="connsiteX115" fmla="*/ 9886911 w 12192000"/>
              <a:gd name="connsiteY115" fmla="*/ 6584250 h 6858000"/>
              <a:gd name="connsiteX116" fmla="*/ 9886911 w 12192000"/>
              <a:gd name="connsiteY116" fmla="*/ 6187281 h 6858000"/>
              <a:gd name="connsiteX117" fmla="*/ 9745264 w 12192000"/>
              <a:gd name="connsiteY117" fmla="*/ 6182750 h 6858000"/>
              <a:gd name="connsiteX118" fmla="*/ 8903346 w 12192000"/>
              <a:gd name="connsiteY118" fmla="*/ 6182750 h 6858000"/>
              <a:gd name="connsiteX119" fmla="*/ 8642925 w 12192000"/>
              <a:gd name="connsiteY119" fmla="*/ 6189811 h 6858000"/>
              <a:gd name="connsiteX120" fmla="*/ 8642925 w 12192000"/>
              <a:gd name="connsiteY120" fmla="*/ 6589305 h 6858000"/>
              <a:gd name="connsiteX121" fmla="*/ 9042419 w 12192000"/>
              <a:gd name="connsiteY121" fmla="*/ 6589305 h 6858000"/>
              <a:gd name="connsiteX122" fmla="*/ 9042419 w 12192000"/>
              <a:gd name="connsiteY122" fmla="*/ 6187281 h 6858000"/>
              <a:gd name="connsiteX123" fmla="*/ 8903346 w 12192000"/>
              <a:gd name="connsiteY123" fmla="*/ 6182750 h 6858000"/>
              <a:gd name="connsiteX124" fmla="*/ 8465730 w 12192000"/>
              <a:gd name="connsiteY124" fmla="*/ 6180356 h 6858000"/>
              <a:gd name="connsiteX125" fmla="*/ 8218148 w 12192000"/>
              <a:gd name="connsiteY125" fmla="*/ 6189811 h 6858000"/>
              <a:gd name="connsiteX126" fmla="*/ 8220673 w 12192000"/>
              <a:gd name="connsiteY126" fmla="*/ 6589305 h 6858000"/>
              <a:gd name="connsiteX127" fmla="*/ 8617636 w 12192000"/>
              <a:gd name="connsiteY127" fmla="*/ 6589305 h 6858000"/>
              <a:gd name="connsiteX128" fmla="*/ 8615111 w 12192000"/>
              <a:gd name="connsiteY128" fmla="*/ 6184756 h 6858000"/>
              <a:gd name="connsiteX129" fmla="*/ 8465730 w 12192000"/>
              <a:gd name="connsiteY129" fmla="*/ 6180356 h 6858000"/>
              <a:gd name="connsiteX130" fmla="*/ 11437145 w 12192000"/>
              <a:gd name="connsiteY130" fmla="*/ 6180223 h 6858000"/>
              <a:gd name="connsiteX131" fmla="*/ 11178945 w 12192000"/>
              <a:gd name="connsiteY131" fmla="*/ 6187281 h 6858000"/>
              <a:gd name="connsiteX132" fmla="*/ 11178945 w 12192000"/>
              <a:gd name="connsiteY132" fmla="*/ 6586775 h 6858000"/>
              <a:gd name="connsiteX133" fmla="*/ 11578433 w 12192000"/>
              <a:gd name="connsiteY133" fmla="*/ 6586775 h 6858000"/>
              <a:gd name="connsiteX134" fmla="*/ 11578433 w 12192000"/>
              <a:gd name="connsiteY134" fmla="*/ 6184756 h 6858000"/>
              <a:gd name="connsiteX135" fmla="*/ 11437145 w 12192000"/>
              <a:gd name="connsiteY135" fmla="*/ 6180223 h 6858000"/>
              <a:gd name="connsiteX136" fmla="*/ 10162810 w 12192000"/>
              <a:gd name="connsiteY136" fmla="*/ 6180223 h 6858000"/>
              <a:gd name="connsiteX137" fmla="*/ 9909669 w 12192000"/>
              <a:gd name="connsiteY137" fmla="*/ 6187281 h 6858000"/>
              <a:gd name="connsiteX138" fmla="*/ 9912200 w 12192000"/>
              <a:gd name="connsiteY138" fmla="*/ 6586775 h 6858000"/>
              <a:gd name="connsiteX139" fmla="*/ 10309164 w 12192000"/>
              <a:gd name="connsiteY139" fmla="*/ 6589305 h 6858000"/>
              <a:gd name="connsiteX140" fmla="*/ 10306633 w 12192000"/>
              <a:gd name="connsiteY140" fmla="*/ 6184756 h 6858000"/>
              <a:gd name="connsiteX141" fmla="*/ 10162810 w 12192000"/>
              <a:gd name="connsiteY141" fmla="*/ 6180223 h 6858000"/>
              <a:gd name="connsiteX142" fmla="*/ 7631541 w 12192000"/>
              <a:gd name="connsiteY142" fmla="*/ 6180223 h 6858000"/>
              <a:gd name="connsiteX143" fmla="*/ 7376180 w 12192000"/>
              <a:gd name="connsiteY143" fmla="*/ 6187281 h 6858000"/>
              <a:gd name="connsiteX144" fmla="*/ 7376180 w 12192000"/>
              <a:gd name="connsiteY144" fmla="*/ 6586775 h 6858000"/>
              <a:gd name="connsiteX145" fmla="*/ 7775668 w 12192000"/>
              <a:gd name="connsiteY145" fmla="*/ 6586775 h 6858000"/>
              <a:gd name="connsiteX146" fmla="*/ 7773144 w 12192000"/>
              <a:gd name="connsiteY146" fmla="*/ 6184756 h 6858000"/>
              <a:gd name="connsiteX147" fmla="*/ 7631541 w 12192000"/>
              <a:gd name="connsiteY147" fmla="*/ 6180223 h 6858000"/>
              <a:gd name="connsiteX148" fmla="*/ 10331916 w 12192000"/>
              <a:gd name="connsiteY148" fmla="*/ 5765034 h 6858000"/>
              <a:gd name="connsiteX149" fmla="*/ 10331916 w 12192000"/>
              <a:gd name="connsiteY149" fmla="*/ 6164528 h 6858000"/>
              <a:gd name="connsiteX150" fmla="*/ 10731410 w 12192000"/>
              <a:gd name="connsiteY150" fmla="*/ 6161998 h 6858000"/>
              <a:gd name="connsiteX151" fmla="*/ 10731410 w 12192000"/>
              <a:gd name="connsiteY151" fmla="*/ 5765034 h 6858000"/>
              <a:gd name="connsiteX152" fmla="*/ 10331916 w 12192000"/>
              <a:gd name="connsiteY152" fmla="*/ 5765034 h 6858000"/>
              <a:gd name="connsiteX153" fmla="*/ 7373650 w 12192000"/>
              <a:gd name="connsiteY153" fmla="*/ 5765034 h 6858000"/>
              <a:gd name="connsiteX154" fmla="*/ 7373650 w 12192000"/>
              <a:gd name="connsiteY154" fmla="*/ 6164528 h 6858000"/>
              <a:gd name="connsiteX155" fmla="*/ 7773144 w 12192000"/>
              <a:gd name="connsiteY155" fmla="*/ 6164528 h 6858000"/>
              <a:gd name="connsiteX156" fmla="*/ 7770613 w 12192000"/>
              <a:gd name="connsiteY156" fmla="*/ 5765034 h 6858000"/>
              <a:gd name="connsiteX157" fmla="*/ 7373650 w 12192000"/>
              <a:gd name="connsiteY157" fmla="*/ 5765034 h 6858000"/>
              <a:gd name="connsiteX158" fmla="*/ 3146108 w 12192000"/>
              <a:gd name="connsiteY158" fmla="*/ 5765034 h 6858000"/>
              <a:gd name="connsiteX159" fmla="*/ 3146108 w 12192000"/>
              <a:gd name="connsiteY159" fmla="*/ 6164528 h 6858000"/>
              <a:gd name="connsiteX160" fmla="*/ 3545602 w 12192000"/>
              <a:gd name="connsiteY160" fmla="*/ 6164528 h 6858000"/>
              <a:gd name="connsiteX161" fmla="*/ 3543071 w 12192000"/>
              <a:gd name="connsiteY161" fmla="*/ 5765034 h 6858000"/>
              <a:gd name="connsiteX162" fmla="*/ 3146108 w 12192000"/>
              <a:gd name="connsiteY162" fmla="*/ 5765034 h 6858000"/>
              <a:gd name="connsiteX163" fmla="*/ 1037395 w 12192000"/>
              <a:gd name="connsiteY163" fmla="*/ 5765034 h 6858000"/>
              <a:gd name="connsiteX164" fmla="*/ 1037395 w 12192000"/>
              <a:gd name="connsiteY164" fmla="*/ 6164528 h 6858000"/>
              <a:gd name="connsiteX165" fmla="*/ 1436884 w 12192000"/>
              <a:gd name="connsiteY165" fmla="*/ 6161998 h 6858000"/>
              <a:gd name="connsiteX166" fmla="*/ 1431828 w 12192000"/>
              <a:gd name="connsiteY166" fmla="*/ 5765034 h 6858000"/>
              <a:gd name="connsiteX167" fmla="*/ 1037395 w 12192000"/>
              <a:gd name="connsiteY167" fmla="*/ 5765034 h 6858000"/>
              <a:gd name="connsiteX168" fmla="*/ 11181470 w 12192000"/>
              <a:gd name="connsiteY168" fmla="*/ 5762504 h 6858000"/>
              <a:gd name="connsiteX169" fmla="*/ 11184000 w 12192000"/>
              <a:gd name="connsiteY169" fmla="*/ 6164528 h 6858000"/>
              <a:gd name="connsiteX170" fmla="*/ 11575908 w 12192000"/>
              <a:gd name="connsiteY170" fmla="*/ 6164528 h 6858000"/>
              <a:gd name="connsiteX171" fmla="*/ 11573378 w 12192000"/>
              <a:gd name="connsiteY171" fmla="*/ 5762504 h 6858000"/>
              <a:gd name="connsiteX172" fmla="*/ 11181470 w 12192000"/>
              <a:gd name="connsiteY172" fmla="*/ 5762504 h 6858000"/>
              <a:gd name="connsiteX173" fmla="*/ 10756693 w 12192000"/>
              <a:gd name="connsiteY173" fmla="*/ 5762504 h 6858000"/>
              <a:gd name="connsiteX174" fmla="*/ 10756693 w 12192000"/>
              <a:gd name="connsiteY174" fmla="*/ 6164528 h 6858000"/>
              <a:gd name="connsiteX175" fmla="*/ 11153656 w 12192000"/>
              <a:gd name="connsiteY175" fmla="*/ 6164528 h 6858000"/>
              <a:gd name="connsiteX176" fmla="*/ 11153656 w 12192000"/>
              <a:gd name="connsiteY176" fmla="*/ 5762504 h 6858000"/>
              <a:gd name="connsiteX177" fmla="*/ 10756693 w 12192000"/>
              <a:gd name="connsiteY177" fmla="*/ 5762504 h 6858000"/>
              <a:gd name="connsiteX178" fmla="*/ 9487423 w 12192000"/>
              <a:gd name="connsiteY178" fmla="*/ 5762504 h 6858000"/>
              <a:gd name="connsiteX179" fmla="*/ 9487423 w 12192000"/>
              <a:gd name="connsiteY179" fmla="*/ 6161998 h 6858000"/>
              <a:gd name="connsiteX180" fmla="*/ 9889442 w 12192000"/>
              <a:gd name="connsiteY180" fmla="*/ 6159473 h 6858000"/>
              <a:gd name="connsiteX181" fmla="*/ 9884381 w 12192000"/>
              <a:gd name="connsiteY181" fmla="*/ 5762504 h 6858000"/>
              <a:gd name="connsiteX182" fmla="*/ 9487423 w 12192000"/>
              <a:gd name="connsiteY182" fmla="*/ 5762504 h 6858000"/>
              <a:gd name="connsiteX183" fmla="*/ 9067702 w 12192000"/>
              <a:gd name="connsiteY183" fmla="*/ 5762504 h 6858000"/>
              <a:gd name="connsiteX184" fmla="*/ 9070226 w 12192000"/>
              <a:gd name="connsiteY184" fmla="*/ 6164528 h 6858000"/>
              <a:gd name="connsiteX185" fmla="*/ 9467190 w 12192000"/>
              <a:gd name="connsiteY185" fmla="*/ 6164528 h 6858000"/>
              <a:gd name="connsiteX186" fmla="*/ 9467190 w 12192000"/>
              <a:gd name="connsiteY186" fmla="*/ 5762504 h 6858000"/>
              <a:gd name="connsiteX187" fmla="*/ 9067702 w 12192000"/>
              <a:gd name="connsiteY187" fmla="*/ 5762504 h 6858000"/>
              <a:gd name="connsiteX188" fmla="*/ 8225734 w 12192000"/>
              <a:gd name="connsiteY188" fmla="*/ 5762504 h 6858000"/>
              <a:gd name="connsiteX189" fmla="*/ 8228259 w 12192000"/>
              <a:gd name="connsiteY189" fmla="*/ 6161998 h 6858000"/>
              <a:gd name="connsiteX190" fmla="*/ 8625222 w 12192000"/>
              <a:gd name="connsiteY190" fmla="*/ 6159473 h 6858000"/>
              <a:gd name="connsiteX191" fmla="*/ 8622697 w 12192000"/>
              <a:gd name="connsiteY191" fmla="*/ 5762504 h 6858000"/>
              <a:gd name="connsiteX192" fmla="*/ 8225734 w 12192000"/>
              <a:gd name="connsiteY192" fmla="*/ 5762504 h 6858000"/>
              <a:gd name="connsiteX193" fmla="*/ 7795896 w 12192000"/>
              <a:gd name="connsiteY193" fmla="*/ 5762504 h 6858000"/>
              <a:gd name="connsiteX194" fmla="*/ 7795896 w 12192000"/>
              <a:gd name="connsiteY194" fmla="*/ 6164528 h 6858000"/>
              <a:gd name="connsiteX195" fmla="*/ 8195390 w 12192000"/>
              <a:gd name="connsiteY195" fmla="*/ 6164528 h 6858000"/>
              <a:gd name="connsiteX196" fmla="*/ 8192859 w 12192000"/>
              <a:gd name="connsiteY196" fmla="*/ 5762504 h 6858000"/>
              <a:gd name="connsiteX197" fmla="*/ 7795896 w 12192000"/>
              <a:gd name="connsiteY197" fmla="*/ 5762504 h 6858000"/>
              <a:gd name="connsiteX198" fmla="*/ 6951403 w 12192000"/>
              <a:gd name="connsiteY198" fmla="*/ 5762504 h 6858000"/>
              <a:gd name="connsiteX199" fmla="*/ 6951403 w 12192000"/>
              <a:gd name="connsiteY199" fmla="*/ 6161998 h 6858000"/>
              <a:gd name="connsiteX200" fmla="*/ 7353422 w 12192000"/>
              <a:gd name="connsiteY200" fmla="*/ 6161998 h 6858000"/>
              <a:gd name="connsiteX201" fmla="*/ 7350892 w 12192000"/>
              <a:gd name="connsiteY201" fmla="*/ 5765034 h 6858000"/>
              <a:gd name="connsiteX202" fmla="*/ 6951403 w 12192000"/>
              <a:gd name="connsiteY202" fmla="*/ 5762504 h 6858000"/>
              <a:gd name="connsiteX203" fmla="*/ 6106905 w 12192000"/>
              <a:gd name="connsiteY203" fmla="*/ 5762504 h 6858000"/>
              <a:gd name="connsiteX204" fmla="*/ 6109436 w 12192000"/>
              <a:gd name="connsiteY204" fmla="*/ 6164528 h 6858000"/>
              <a:gd name="connsiteX205" fmla="*/ 6506399 w 12192000"/>
              <a:gd name="connsiteY205" fmla="*/ 6164528 h 6858000"/>
              <a:gd name="connsiteX206" fmla="*/ 6503868 w 12192000"/>
              <a:gd name="connsiteY206" fmla="*/ 5762504 h 6858000"/>
              <a:gd name="connsiteX207" fmla="*/ 6106905 w 12192000"/>
              <a:gd name="connsiteY207" fmla="*/ 5762504 h 6858000"/>
              <a:gd name="connsiteX208" fmla="*/ 5682128 w 12192000"/>
              <a:gd name="connsiteY208" fmla="*/ 5762504 h 6858000"/>
              <a:gd name="connsiteX209" fmla="*/ 5684653 w 12192000"/>
              <a:gd name="connsiteY209" fmla="*/ 6164528 h 6858000"/>
              <a:gd name="connsiteX210" fmla="*/ 6081622 w 12192000"/>
              <a:gd name="connsiteY210" fmla="*/ 6164528 h 6858000"/>
              <a:gd name="connsiteX211" fmla="*/ 6081622 w 12192000"/>
              <a:gd name="connsiteY211" fmla="*/ 5762504 h 6858000"/>
              <a:gd name="connsiteX212" fmla="*/ 5682128 w 12192000"/>
              <a:gd name="connsiteY212" fmla="*/ 5762504 h 6858000"/>
              <a:gd name="connsiteX213" fmla="*/ 5262406 w 12192000"/>
              <a:gd name="connsiteY213" fmla="*/ 5762504 h 6858000"/>
              <a:gd name="connsiteX214" fmla="*/ 5264938 w 12192000"/>
              <a:gd name="connsiteY214" fmla="*/ 6164528 h 6858000"/>
              <a:gd name="connsiteX215" fmla="*/ 5661901 w 12192000"/>
              <a:gd name="connsiteY215" fmla="*/ 6159473 h 6858000"/>
              <a:gd name="connsiteX216" fmla="*/ 5661901 w 12192000"/>
              <a:gd name="connsiteY216" fmla="*/ 5762504 h 6858000"/>
              <a:gd name="connsiteX217" fmla="*/ 5262406 w 12192000"/>
              <a:gd name="connsiteY217" fmla="*/ 5762504 h 6858000"/>
              <a:gd name="connsiteX218" fmla="*/ 4837630 w 12192000"/>
              <a:gd name="connsiteY218" fmla="*/ 5762504 h 6858000"/>
              <a:gd name="connsiteX219" fmla="*/ 4837630 w 12192000"/>
              <a:gd name="connsiteY219" fmla="*/ 6161998 h 6858000"/>
              <a:gd name="connsiteX220" fmla="*/ 5239648 w 12192000"/>
              <a:gd name="connsiteY220" fmla="*/ 6159473 h 6858000"/>
              <a:gd name="connsiteX221" fmla="*/ 5237124 w 12192000"/>
              <a:gd name="connsiteY221" fmla="*/ 5762504 h 6858000"/>
              <a:gd name="connsiteX222" fmla="*/ 4837630 w 12192000"/>
              <a:gd name="connsiteY222" fmla="*/ 5762504 h 6858000"/>
              <a:gd name="connsiteX223" fmla="*/ 4415383 w 12192000"/>
              <a:gd name="connsiteY223" fmla="*/ 5762504 h 6858000"/>
              <a:gd name="connsiteX224" fmla="*/ 4415383 w 12192000"/>
              <a:gd name="connsiteY224" fmla="*/ 6164528 h 6858000"/>
              <a:gd name="connsiteX225" fmla="*/ 4814877 w 12192000"/>
              <a:gd name="connsiteY225" fmla="*/ 6164528 h 6858000"/>
              <a:gd name="connsiteX226" fmla="*/ 4814877 w 12192000"/>
              <a:gd name="connsiteY226" fmla="*/ 5762504 h 6858000"/>
              <a:gd name="connsiteX227" fmla="*/ 4415383 w 12192000"/>
              <a:gd name="connsiteY227" fmla="*/ 5762504 h 6858000"/>
              <a:gd name="connsiteX228" fmla="*/ 3993131 w 12192000"/>
              <a:gd name="connsiteY228" fmla="*/ 5762504 h 6858000"/>
              <a:gd name="connsiteX229" fmla="*/ 3993131 w 12192000"/>
              <a:gd name="connsiteY229" fmla="*/ 6164528 h 6858000"/>
              <a:gd name="connsiteX230" fmla="*/ 4392625 w 12192000"/>
              <a:gd name="connsiteY230" fmla="*/ 6164528 h 6858000"/>
              <a:gd name="connsiteX231" fmla="*/ 4392625 w 12192000"/>
              <a:gd name="connsiteY231" fmla="*/ 5762504 h 6858000"/>
              <a:gd name="connsiteX232" fmla="*/ 3993131 w 12192000"/>
              <a:gd name="connsiteY232" fmla="*/ 5762504 h 6858000"/>
              <a:gd name="connsiteX233" fmla="*/ 3573410 w 12192000"/>
              <a:gd name="connsiteY233" fmla="*/ 5762504 h 6858000"/>
              <a:gd name="connsiteX234" fmla="*/ 3573410 w 12192000"/>
              <a:gd name="connsiteY234" fmla="*/ 6164528 h 6858000"/>
              <a:gd name="connsiteX235" fmla="*/ 3965318 w 12192000"/>
              <a:gd name="connsiteY235" fmla="*/ 6164528 h 6858000"/>
              <a:gd name="connsiteX236" fmla="*/ 3962793 w 12192000"/>
              <a:gd name="connsiteY236" fmla="*/ 5762504 h 6858000"/>
              <a:gd name="connsiteX237" fmla="*/ 3573410 w 12192000"/>
              <a:gd name="connsiteY237" fmla="*/ 5762504 h 6858000"/>
              <a:gd name="connsiteX238" fmla="*/ 2723862 w 12192000"/>
              <a:gd name="connsiteY238" fmla="*/ 5762504 h 6858000"/>
              <a:gd name="connsiteX239" fmla="*/ 2723862 w 12192000"/>
              <a:gd name="connsiteY239" fmla="*/ 6161998 h 6858000"/>
              <a:gd name="connsiteX240" fmla="*/ 3125881 w 12192000"/>
              <a:gd name="connsiteY240" fmla="*/ 6161998 h 6858000"/>
              <a:gd name="connsiteX241" fmla="*/ 3125881 w 12192000"/>
              <a:gd name="connsiteY241" fmla="*/ 5765034 h 6858000"/>
              <a:gd name="connsiteX242" fmla="*/ 2723862 w 12192000"/>
              <a:gd name="connsiteY242" fmla="*/ 5762504 h 6858000"/>
              <a:gd name="connsiteX243" fmla="*/ 1879363 w 12192000"/>
              <a:gd name="connsiteY243" fmla="*/ 5762504 h 6858000"/>
              <a:gd name="connsiteX244" fmla="*/ 1879363 w 12192000"/>
              <a:gd name="connsiteY244" fmla="*/ 6164528 h 6858000"/>
              <a:gd name="connsiteX245" fmla="*/ 2276327 w 12192000"/>
              <a:gd name="connsiteY245" fmla="*/ 6164528 h 6858000"/>
              <a:gd name="connsiteX246" fmla="*/ 2273796 w 12192000"/>
              <a:gd name="connsiteY246" fmla="*/ 5762504 h 6858000"/>
              <a:gd name="connsiteX247" fmla="*/ 1879363 w 12192000"/>
              <a:gd name="connsiteY247" fmla="*/ 5762504 h 6858000"/>
              <a:gd name="connsiteX248" fmla="*/ 1462172 w 12192000"/>
              <a:gd name="connsiteY248" fmla="*/ 5762504 h 6858000"/>
              <a:gd name="connsiteX249" fmla="*/ 1462172 w 12192000"/>
              <a:gd name="connsiteY249" fmla="*/ 6164528 h 6858000"/>
              <a:gd name="connsiteX250" fmla="*/ 1856605 w 12192000"/>
              <a:gd name="connsiteY250" fmla="*/ 6164528 h 6858000"/>
              <a:gd name="connsiteX251" fmla="*/ 1854075 w 12192000"/>
              <a:gd name="connsiteY251" fmla="*/ 5762504 h 6858000"/>
              <a:gd name="connsiteX252" fmla="*/ 1462172 w 12192000"/>
              <a:gd name="connsiteY252" fmla="*/ 5762504 h 6858000"/>
              <a:gd name="connsiteX253" fmla="*/ 615143 w 12192000"/>
              <a:gd name="connsiteY253" fmla="*/ 5762504 h 6858000"/>
              <a:gd name="connsiteX254" fmla="*/ 612619 w 12192000"/>
              <a:gd name="connsiteY254" fmla="*/ 6161998 h 6858000"/>
              <a:gd name="connsiteX255" fmla="*/ 1014637 w 12192000"/>
              <a:gd name="connsiteY255" fmla="*/ 6159473 h 6858000"/>
              <a:gd name="connsiteX256" fmla="*/ 1012107 w 12192000"/>
              <a:gd name="connsiteY256" fmla="*/ 5762504 h 6858000"/>
              <a:gd name="connsiteX257" fmla="*/ 615143 w 12192000"/>
              <a:gd name="connsiteY257" fmla="*/ 5762504 h 6858000"/>
              <a:gd name="connsiteX258" fmla="*/ 8900015 w 12192000"/>
              <a:gd name="connsiteY258" fmla="*/ 5760501 h 6858000"/>
              <a:gd name="connsiteX259" fmla="*/ 8642925 w 12192000"/>
              <a:gd name="connsiteY259" fmla="*/ 5767565 h 6858000"/>
              <a:gd name="connsiteX260" fmla="*/ 8642925 w 12192000"/>
              <a:gd name="connsiteY260" fmla="*/ 6164528 h 6858000"/>
              <a:gd name="connsiteX261" fmla="*/ 9042419 w 12192000"/>
              <a:gd name="connsiteY261" fmla="*/ 6164528 h 6858000"/>
              <a:gd name="connsiteX262" fmla="*/ 9042419 w 12192000"/>
              <a:gd name="connsiteY262" fmla="*/ 5765034 h 6858000"/>
              <a:gd name="connsiteX263" fmla="*/ 8900015 w 12192000"/>
              <a:gd name="connsiteY263" fmla="*/ 5760501 h 6858000"/>
              <a:gd name="connsiteX264" fmla="*/ 6727951 w 12192000"/>
              <a:gd name="connsiteY264" fmla="*/ 5759345 h 6858000"/>
              <a:gd name="connsiteX265" fmla="*/ 6531682 w 12192000"/>
              <a:gd name="connsiteY265" fmla="*/ 5765034 h 6858000"/>
              <a:gd name="connsiteX266" fmla="*/ 6534212 w 12192000"/>
              <a:gd name="connsiteY266" fmla="*/ 6161998 h 6858000"/>
              <a:gd name="connsiteX267" fmla="*/ 6931176 w 12192000"/>
              <a:gd name="connsiteY267" fmla="*/ 6161998 h 6858000"/>
              <a:gd name="connsiteX268" fmla="*/ 6933701 w 12192000"/>
              <a:gd name="connsiteY268" fmla="*/ 5765034 h 6858000"/>
              <a:gd name="connsiteX269" fmla="*/ 6727951 w 12192000"/>
              <a:gd name="connsiteY269" fmla="*/ 5759345 h 6858000"/>
              <a:gd name="connsiteX270" fmla="*/ 11848467 w 12192000"/>
              <a:gd name="connsiteY270" fmla="*/ 5758641 h 6858000"/>
              <a:gd name="connsiteX271" fmla="*/ 11598660 w 12192000"/>
              <a:gd name="connsiteY271" fmla="*/ 5765034 h 6858000"/>
              <a:gd name="connsiteX272" fmla="*/ 11598660 w 12192000"/>
              <a:gd name="connsiteY272" fmla="*/ 6161998 h 6858000"/>
              <a:gd name="connsiteX273" fmla="*/ 11998154 w 12192000"/>
              <a:gd name="connsiteY273" fmla="*/ 6164528 h 6858000"/>
              <a:gd name="connsiteX274" fmla="*/ 11995624 w 12192000"/>
              <a:gd name="connsiteY274" fmla="*/ 5762504 h 6858000"/>
              <a:gd name="connsiteX275" fmla="*/ 11848467 w 12192000"/>
              <a:gd name="connsiteY275" fmla="*/ 5758641 h 6858000"/>
              <a:gd name="connsiteX276" fmla="*/ 440173 w 12192000"/>
              <a:gd name="connsiteY276" fmla="*/ 5758641 h 6858000"/>
              <a:gd name="connsiteX277" fmla="*/ 190366 w 12192000"/>
              <a:gd name="connsiteY277" fmla="*/ 5765034 h 6858000"/>
              <a:gd name="connsiteX278" fmla="*/ 190366 w 12192000"/>
              <a:gd name="connsiteY278" fmla="*/ 6161998 h 6858000"/>
              <a:gd name="connsiteX279" fmla="*/ 589860 w 12192000"/>
              <a:gd name="connsiteY279" fmla="*/ 6164528 h 6858000"/>
              <a:gd name="connsiteX280" fmla="*/ 587330 w 12192000"/>
              <a:gd name="connsiteY280" fmla="*/ 5762504 h 6858000"/>
              <a:gd name="connsiteX281" fmla="*/ 440173 w 12192000"/>
              <a:gd name="connsiteY281" fmla="*/ 5758641 h 6858000"/>
              <a:gd name="connsiteX282" fmla="*/ 10166448 w 12192000"/>
              <a:gd name="connsiteY282" fmla="*/ 5757973 h 6858000"/>
              <a:gd name="connsiteX283" fmla="*/ 9912200 w 12192000"/>
              <a:gd name="connsiteY283" fmla="*/ 5765034 h 6858000"/>
              <a:gd name="connsiteX284" fmla="*/ 9912200 w 12192000"/>
              <a:gd name="connsiteY284" fmla="*/ 6161998 h 6858000"/>
              <a:gd name="connsiteX285" fmla="*/ 10309164 w 12192000"/>
              <a:gd name="connsiteY285" fmla="*/ 6164528 h 6858000"/>
              <a:gd name="connsiteX286" fmla="*/ 10309164 w 12192000"/>
              <a:gd name="connsiteY286" fmla="*/ 5762504 h 6858000"/>
              <a:gd name="connsiteX287" fmla="*/ 10166448 w 12192000"/>
              <a:gd name="connsiteY287" fmla="*/ 5757973 h 6858000"/>
              <a:gd name="connsiteX288" fmla="*/ 2553638 w 12192000"/>
              <a:gd name="connsiteY288" fmla="*/ 5757973 h 6858000"/>
              <a:gd name="connsiteX289" fmla="*/ 2301610 w 12192000"/>
              <a:gd name="connsiteY289" fmla="*/ 5765034 h 6858000"/>
              <a:gd name="connsiteX290" fmla="*/ 2301610 w 12192000"/>
              <a:gd name="connsiteY290" fmla="*/ 6161998 h 6858000"/>
              <a:gd name="connsiteX291" fmla="*/ 2701103 w 12192000"/>
              <a:gd name="connsiteY291" fmla="*/ 6164528 h 6858000"/>
              <a:gd name="connsiteX292" fmla="*/ 2698573 w 12192000"/>
              <a:gd name="connsiteY292" fmla="*/ 5762504 h 6858000"/>
              <a:gd name="connsiteX293" fmla="*/ 2553638 w 12192000"/>
              <a:gd name="connsiteY293" fmla="*/ 5757973 h 6858000"/>
              <a:gd name="connsiteX294" fmla="*/ 9909669 w 12192000"/>
              <a:gd name="connsiteY294" fmla="*/ 5342788 h 6858000"/>
              <a:gd name="connsiteX295" fmla="*/ 9909669 w 12192000"/>
              <a:gd name="connsiteY295" fmla="*/ 5742282 h 6858000"/>
              <a:gd name="connsiteX296" fmla="*/ 10311688 w 12192000"/>
              <a:gd name="connsiteY296" fmla="*/ 5739751 h 6858000"/>
              <a:gd name="connsiteX297" fmla="*/ 10311688 w 12192000"/>
              <a:gd name="connsiteY297" fmla="*/ 5342788 h 6858000"/>
              <a:gd name="connsiteX298" fmla="*/ 9909669 w 12192000"/>
              <a:gd name="connsiteY298" fmla="*/ 5342788 h 6858000"/>
              <a:gd name="connsiteX299" fmla="*/ 10756693 w 12192000"/>
              <a:gd name="connsiteY299" fmla="*/ 5340257 h 6858000"/>
              <a:gd name="connsiteX300" fmla="*/ 10756693 w 12192000"/>
              <a:gd name="connsiteY300" fmla="*/ 5742282 h 6858000"/>
              <a:gd name="connsiteX301" fmla="*/ 11153656 w 12192000"/>
              <a:gd name="connsiteY301" fmla="*/ 5742282 h 6858000"/>
              <a:gd name="connsiteX302" fmla="*/ 11153656 w 12192000"/>
              <a:gd name="connsiteY302" fmla="*/ 5340257 h 6858000"/>
              <a:gd name="connsiteX303" fmla="*/ 10756693 w 12192000"/>
              <a:gd name="connsiteY303" fmla="*/ 5340257 h 6858000"/>
              <a:gd name="connsiteX304" fmla="*/ 10331916 w 12192000"/>
              <a:gd name="connsiteY304" fmla="*/ 5340257 h 6858000"/>
              <a:gd name="connsiteX305" fmla="*/ 10331916 w 12192000"/>
              <a:gd name="connsiteY305" fmla="*/ 5742282 h 6858000"/>
              <a:gd name="connsiteX306" fmla="*/ 10731410 w 12192000"/>
              <a:gd name="connsiteY306" fmla="*/ 5742282 h 6858000"/>
              <a:gd name="connsiteX307" fmla="*/ 10728879 w 12192000"/>
              <a:gd name="connsiteY307" fmla="*/ 5340257 h 6858000"/>
              <a:gd name="connsiteX308" fmla="*/ 10331916 w 12192000"/>
              <a:gd name="connsiteY308" fmla="*/ 5340257 h 6858000"/>
              <a:gd name="connsiteX309" fmla="*/ 9487423 w 12192000"/>
              <a:gd name="connsiteY309" fmla="*/ 5340257 h 6858000"/>
              <a:gd name="connsiteX310" fmla="*/ 9487423 w 12192000"/>
              <a:gd name="connsiteY310" fmla="*/ 5742282 h 6858000"/>
              <a:gd name="connsiteX311" fmla="*/ 9886911 w 12192000"/>
              <a:gd name="connsiteY311" fmla="*/ 5742282 h 6858000"/>
              <a:gd name="connsiteX312" fmla="*/ 9884381 w 12192000"/>
              <a:gd name="connsiteY312" fmla="*/ 5340257 h 6858000"/>
              <a:gd name="connsiteX313" fmla="*/ 9487423 w 12192000"/>
              <a:gd name="connsiteY313" fmla="*/ 5340257 h 6858000"/>
              <a:gd name="connsiteX314" fmla="*/ 8220673 w 12192000"/>
              <a:gd name="connsiteY314" fmla="*/ 5340257 h 6858000"/>
              <a:gd name="connsiteX315" fmla="*/ 8220673 w 12192000"/>
              <a:gd name="connsiteY315" fmla="*/ 5739751 h 6858000"/>
              <a:gd name="connsiteX316" fmla="*/ 8622697 w 12192000"/>
              <a:gd name="connsiteY316" fmla="*/ 5737221 h 6858000"/>
              <a:gd name="connsiteX317" fmla="*/ 8622697 w 12192000"/>
              <a:gd name="connsiteY317" fmla="*/ 5340257 h 6858000"/>
              <a:gd name="connsiteX318" fmla="*/ 8220673 w 12192000"/>
              <a:gd name="connsiteY318" fmla="*/ 5340257 h 6858000"/>
              <a:gd name="connsiteX319" fmla="*/ 7378705 w 12192000"/>
              <a:gd name="connsiteY319" fmla="*/ 5340257 h 6858000"/>
              <a:gd name="connsiteX320" fmla="*/ 7381236 w 12192000"/>
              <a:gd name="connsiteY320" fmla="*/ 5742282 h 6858000"/>
              <a:gd name="connsiteX321" fmla="*/ 7778199 w 12192000"/>
              <a:gd name="connsiteY321" fmla="*/ 5739751 h 6858000"/>
              <a:gd name="connsiteX322" fmla="*/ 7778199 w 12192000"/>
              <a:gd name="connsiteY322" fmla="*/ 5342788 h 6858000"/>
              <a:gd name="connsiteX323" fmla="*/ 7378705 w 12192000"/>
              <a:gd name="connsiteY323" fmla="*/ 5340257 h 6858000"/>
              <a:gd name="connsiteX324" fmla="*/ 6529151 w 12192000"/>
              <a:gd name="connsiteY324" fmla="*/ 5340257 h 6858000"/>
              <a:gd name="connsiteX325" fmla="*/ 6529151 w 12192000"/>
              <a:gd name="connsiteY325" fmla="*/ 5742282 h 6858000"/>
              <a:gd name="connsiteX326" fmla="*/ 6931176 w 12192000"/>
              <a:gd name="connsiteY326" fmla="*/ 5742282 h 6858000"/>
              <a:gd name="connsiteX327" fmla="*/ 6928645 w 12192000"/>
              <a:gd name="connsiteY327" fmla="*/ 5340257 h 6858000"/>
              <a:gd name="connsiteX328" fmla="*/ 6529151 w 12192000"/>
              <a:gd name="connsiteY328" fmla="*/ 5340257 h 6858000"/>
              <a:gd name="connsiteX329" fmla="*/ 6106905 w 12192000"/>
              <a:gd name="connsiteY329" fmla="*/ 5340257 h 6858000"/>
              <a:gd name="connsiteX330" fmla="*/ 6109436 w 12192000"/>
              <a:gd name="connsiteY330" fmla="*/ 5742282 h 6858000"/>
              <a:gd name="connsiteX331" fmla="*/ 6508924 w 12192000"/>
              <a:gd name="connsiteY331" fmla="*/ 5742282 h 6858000"/>
              <a:gd name="connsiteX332" fmla="*/ 6508924 w 12192000"/>
              <a:gd name="connsiteY332" fmla="*/ 5340257 h 6858000"/>
              <a:gd name="connsiteX333" fmla="*/ 6106905 w 12192000"/>
              <a:gd name="connsiteY333" fmla="*/ 5340257 h 6858000"/>
              <a:gd name="connsiteX334" fmla="*/ 5684653 w 12192000"/>
              <a:gd name="connsiteY334" fmla="*/ 5340257 h 6858000"/>
              <a:gd name="connsiteX335" fmla="*/ 5687184 w 12192000"/>
              <a:gd name="connsiteY335" fmla="*/ 5742282 h 6858000"/>
              <a:gd name="connsiteX336" fmla="*/ 6084147 w 12192000"/>
              <a:gd name="connsiteY336" fmla="*/ 5739751 h 6858000"/>
              <a:gd name="connsiteX337" fmla="*/ 6084147 w 12192000"/>
              <a:gd name="connsiteY337" fmla="*/ 5342788 h 6858000"/>
              <a:gd name="connsiteX338" fmla="*/ 5684653 w 12192000"/>
              <a:gd name="connsiteY338" fmla="*/ 5340257 h 6858000"/>
              <a:gd name="connsiteX339" fmla="*/ 5259876 w 12192000"/>
              <a:gd name="connsiteY339" fmla="*/ 5340257 h 6858000"/>
              <a:gd name="connsiteX340" fmla="*/ 5259876 w 12192000"/>
              <a:gd name="connsiteY340" fmla="*/ 5739751 h 6858000"/>
              <a:gd name="connsiteX341" fmla="*/ 5661901 w 12192000"/>
              <a:gd name="connsiteY341" fmla="*/ 5737221 h 6858000"/>
              <a:gd name="connsiteX342" fmla="*/ 5661901 w 12192000"/>
              <a:gd name="connsiteY342" fmla="*/ 5340257 h 6858000"/>
              <a:gd name="connsiteX343" fmla="*/ 5259876 w 12192000"/>
              <a:gd name="connsiteY343" fmla="*/ 5340257 h 6858000"/>
              <a:gd name="connsiteX344" fmla="*/ 4415383 w 12192000"/>
              <a:gd name="connsiteY344" fmla="*/ 5340257 h 6858000"/>
              <a:gd name="connsiteX345" fmla="*/ 4415383 w 12192000"/>
              <a:gd name="connsiteY345" fmla="*/ 5742282 h 6858000"/>
              <a:gd name="connsiteX346" fmla="*/ 4812347 w 12192000"/>
              <a:gd name="connsiteY346" fmla="*/ 5742282 h 6858000"/>
              <a:gd name="connsiteX347" fmla="*/ 4809816 w 12192000"/>
              <a:gd name="connsiteY347" fmla="*/ 5340257 h 6858000"/>
              <a:gd name="connsiteX348" fmla="*/ 4415383 w 12192000"/>
              <a:gd name="connsiteY348" fmla="*/ 5340257 h 6858000"/>
              <a:gd name="connsiteX349" fmla="*/ 3573410 w 12192000"/>
              <a:gd name="connsiteY349" fmla="*/ 5340257 h 6858000"/>
              <a:gd name="connsiteX350" fmla="*/ 3575940 w 12192000"/>
              <a:gd name="connsiteY350" fmla="*/ 5739751 h 6858000"/>
              <a:gd name="connsiteX351" fmla="*/ 3972904 w 12192000"/>
              <a:gd name="connsiteY351" fmla="*/ 5737221 h 6858000"/>
              <a:gd name="connsiteX352" fmla="*/ 3972904 w 12192000"/>
              <a:gd name="connsiteY352" fmla="*/ 5340257 h 6858000"/>
              <a:gd name="connsiteX353" fmla="*/ 3573410 w 12192000"/>
              <a:gd name="connsiteY353" fmla="*/ 5340257 h 6858000"/>
              <a:gd name="connsiteX354" fmla="*/ 2726387 w 12192000"/>
              <a:gd name="connsiteY354" fmla="*/ 5340257 h 6858000"/>
              <a:gd name="connsiteX355" fmla="*/ 2726387 w 12192000"/>
              <a:gd name="connsiteY355" fmla="*/ 5742282 h 6858000"/>
              <a:gd name="connsiteX356" fmla="*/ 3125881 w 12192000"/>
              <a:gd name="connsiteY356" fmla="*/ 5742282 h 6858000"/>
              <a:gd name="connsiteX357" fmla="*/ 3123350 w 12192000"/>
              <a:gd name="connsiteY357" fmla="*/ 5340257 h 6858000"/>
              <a:gd name="connsiteX358" fmla="*/ 2726387 w 12192000"/>
              <a:gd name="connsiteY358" fmla="*/ 5340257 h 6858000"/>
              <a:gd name="connsiteX359" fmla="*/ 2304140 w 12192000"/>
              <a:gd name="connsiteY359" fmla="*/ 5340257 h 6858000"/>
              <a:gd name="connsiteX360" fmla="*/ 2304140 w 12192000"/>
              <a:gd name="connsiteY360" fmla="*/ 5742282 h 6858000"/>
              <a:gd name="connsiteX361" fmla="*/ 2701103 w 12192000"/>
              <a:gd name="connsiteY361" fmla="*/ 5742282 h 6858000"/>
              <a:gd name="connsiteX362" fmla="*/ 2698573 w 12192000"/>
              <a:gd name="connsiteY362" fmla="*/ 5340257 h 6858000"/>
              <a:gd name="connsiteX363" fmla="*/ 2304140 w 12192000"/>
              <a:gd name="connsiteY363" fmla="*/ 5340257 h 6858000"/>
              <a:gd name="connsiteX364" fmla="*/ 1879363 w 12192000"/>
              <a:gd name="connsiteY364" fmla="*/ 5340257 h 6858000"/>
              <a:gd name="connsiteX365" fmla="*/ 1879363 w 12192000"/>
              <a:gd name="connsiteY365" fmla="*/ 5742282 h 6858000"/>
              <a:gd name="connsiteX366" fmla="*/ 2276327 w 12192000"/>
              <a:gd name="connsiteY366" fmla="*/ 5742282 h 6858000"/>
              <a:gd name="connsiteX367" fmla="*/ 2276327 w 12192000"/>
              <a:gd name="connsiteY367" fmla="*/ 5340257 h 6858000"/>
              <a:gd name="connsiteX368" fmla="*/ 1879363 w 12192000"/>
              <a:gd name="connsiteY368" fmla="*/ 5340257 h 6858000"/>
              <a:gd name="connsiteX369" fmla="*/ 1462172 w 12192000"/>
              <a:gd name="connsiteY369" fmla="*/ 5340257 h 6858000"/>
              <a:gd name="connsiteX370" fmla="*/ 1464697 w 12192000"/>
              <a:gd name="connsiteY370" fmla="*/ 5742282 h 6858000"/>
              <a:gd name="connsiteX371" fmla="*/ 1859136 w 12192000"/>
              <a:gd name="connsiteY371" fmla="*/ 5742282 h 6858000"/>
              <a:gd name="connsiteX372" fmla="*/ 1859136 w 12192000"/>
              <a:gd name="connsiteY372" fmla="*/ 5340257 h 6858000"/>
              <a:gd name="connsiteX373" fmla="*/ 1462172 w 12192000"/>
              <a:gd name="connsiteY373" fmla="*/ 5340257 h 6858000"/>
              <a:gd name="connsiteX374" fmla="*/ 615143 w 12192000"/>
              <a:gd name="connsiteY374" fmla="*/ 5340257 h 6858000"/>
              <a:gd name="connsiteX375" fmla="*/ 617674 w 12192000"/>
              <a:gd name="connsiteY375" fmla="*/ 5742282 h 6858000"/>
              <a:gd name="connsiteX376" fmla="*/ 1014637 w 12192000"/>
              <a:gd name="connsiteY376" fmla="*/ 5739751 h 6858000"/>
              <a:gd name="connsiteX377" fmla="*/ 1014637 w 12192000"/>
              <a:gd name="connsiteY377" fmla="*/ 5340257 h 6858000"/>
              <a:gd name="connsiteX378" fmla="*/ 615143 w 12192000"/>
              <a:gd name="connsiteY378" fmla="*/ 5340257 h 6858000"/>
              <a:gd name="connsiteX379" fmla="*/ 190366 w 12192000"/>
              <a:gd name="connsiteY379" fmla="*/ 5340257 h 6858000"/>
              <a:gd name="connsiteX380" fmla="*/ 190366 w 12192000"/>
              <a:gd name="connsiteY380" fmla="*/ 5742282 h 6858000"/>
              <a:gd name="connsiteX381" fmla="*/ 592391 w 12192000"/>
              <a:gd name="connsiteY381" fmla="*/ 5742282 h 6858000"/>
              <a:gd name="connsiteX382" fmla="*/ 592391 w 12192000"/>
              <a:gd name="connsiteY382" fmla="*/ 5340257 h 6858000"/>
              <a:gd name="connsiteX383" fmla="*/ 190366 w 12192000"/>
              <a:gd name="connsiteY383" fmla="*/ 5340257 h 6858000"/>
              <a:gd name="connsiteX384" fmla="*/ 11862676 w 12192000"/>
              <a:gd name="connsiteY384" fmla="*/ 5338255 h 6858000"/>
              <a:gd name="connsiteX385" fmla="*/ 11601191 w 12192000"/>
              <a:gd name="connsiteY385" fmla="*/ 5345313 h 6858000"/>
              <a:gd name="connsiteX386" fmla="*/ 11606246 w 12192000"/>
              <a:gd name="connsiteY386" fmla="*/ 5742282 h 6858000"/>
              <a:gd name="connsiteX387" fmla="*/ 12003210 w 12192000"/>
              <a:gd name="connsiteY387" fmla="*/ 5742282 h 6858000"/>
              <a:gd name="connsiteX388" fmla="*/ 12003210 w 12192000"/>
              <a:gd name="connsiteY388" fmla="*/ 5342788 h 6858000"/>
              <a:gd name="connsiteX389" fmla="*/ 11862676 w 12192000"/>
              <a:gd name="connsiteY389" fmla="*/ 5338255 h 6858000"/>
              <a:gd name="connsiteX390" fmla="*/ 7214304 w 12192000"/>
              <a:gd name="connsiteY390" fmla="*/ 5338255 h 6858000"/>
              <a:gd name="connsiteX391" fmla="*/ 6953928 w 12192000"/>
              <a:gd name="connsiteY391" fmla="*/ 5345313 h 6858000"/>
              <a:gd name="connsiteX392" fmla="*/ 6958989 w 12192000"/>
              <a:gd name="connsiteY392" fmla="*/ 5742282 h 6858000"/>
              <a:gd name="connsiteX393" fmla="*/ 7355953 w 12192000"/>
              <a:gd name="connsiteY393" fmla="*/ 5739751 h 6858000"/>
              <a:gd name="connsiteX394" fmla="*/ 7355953 w 12192000"/>
              <a:gd name="connsiteY394" fmla="*/ 5342788 h 6858000"/>
              <a:gd name="connsiteX395" fmla="*/ 7214304 w 12192000"/>
              <a:gd name="connsiteY395" fmla="*/ 5338255 h 6858000"/>
              <a:gd name="connsiteX396" fmla="*/ 5100893 w 12192000"/>
              <a:gd name="connsiteY396" fmla="*/ 5338255 h 6858000"/>
              <a:gd name="connsiteX397" fmla="*/ 4837630 w 12192000"/>
              <a:gd name="connsiteY397" fmla="*/ 5345313 h 6858000"/>
              <a:gd name="connsiteX398" fmla="*/ 4837630 w 12192000"/>
              <a:gd name="connsiteY398" fmla="*/ 5739751 h 6858000"/>
              <a:gd name="connsiteX399" fmla="*/ 5239648 w 12192000"/>
              <a:gd name="connsiteY399" fmla="*/ 5737221 h 6858000"/>
              <a:gd name="connsiteX400" fmla="*/ 5239648 w 12192000"/>
              <a:gd name="connsiteY400" fmla="*/ 5342788 h 6858000"/>
              <a:gd name="connsiteX401" fmla="*/ 5100893 w 12192000"/>
              <a:gd name="connsiteY401" fmla="*/ 5338255 h 6858000"/>
              <a:gd name="connsiteX402" fmla="*/ 7990588 w 12192000"/>
              <a:gd name="connsiteY402" fmla="*/ 5337414 h 6858000"/>
              <a:gd name="connsiteX403" fmla="*/ 7798427 w 12192000"/>
              <a:gd name="connsiteY403" fmla="*/ 5345313 h 6858000"/>
              <a:gd name="connsiteX404" fmla="*/ 7800957 w 12192000"/>
              <a:gd name="connsiteY404" fmla="*/ 5742282 h 6858000"/>
              <a:gd name="connsiteX405" fmla="*/ 8197920 w 12192000"/>
              <a:gd name="connsiteY405" fmla="*/ 5742282 h 6858000"/>
              <a:gd name="connsiteX406" fmla="*/ 8197920 w 12192000"/>
              <a:gd name="connsiteY406" fmla="*/ 5342788 h 6858000"/>
              <a:gd name="connsiteX407" fmla="*/ 7990588 w 12192000"/>
              <a:gd name="connsiteY407" fmla="*/ 5337414 h 6858000"/>
              <a:gd name="connsiteX408" fmla="*/ 9263338 w 12192000"/>
              <a:gd name="connsiteY408" fmla="*/ 5337099 h 6858000"/>
              <a:gd name="connsiteX409" fmla="*/ 9065171 w 12192000"/>
              <a:gd name="connsiteY409" fmla="*/ 5342788 h 6858000"/>
              <a:gd name="connsiteX410" fmla="*/ 9065171 w 12192000"/>
              <a:gd name="connsiteY410" fmla="*/ 5742282 h 6858000"/>
              <a:gd name="connsiteX411" fmla="*/ 9467190 w 12192000"/>
              <a:gd name="connsiteY411" fmla="*/ 5742282 h 6858000"/>
              <a:gd name="connsiteX412" fmla="*/ 9467190 w 12192000"/>
              <a:gd name="connsiteY412" fmla="*/ 5342788 h 6858000"/>
              <a:gd name="connsiteX413" fmla="*/ 9263338 w 12192000"/>
              <a:gd name="connsiteY413" fmla="*/ 5337099 h 6858000"/>
              <a:gd name="connsiteX414" fmla="*/ 3393690 w 12192000"/>
              <a:gd name="connsiteY414" fmla="*/ 5336525 h 6858000"/>
              <a:gd name="connsiteX415" fmla="*/ 3146108 w 12192000"/>
              <a:gd name="connsiteY415" fmla="*/ 5345313 h 6858000"/>
              <a:gd name="connsiteX416" fmla="*/ 3146108 w 12192000"/>
              <a:gd name="connsiteY416" fmla="*/ 5742282 h 6858000"/>
              <a:gd name="connsiteX417" fmla="*/ 3545602 w 12192000"/>
              <a:gd name="connsiteY417" fmla="*/ 5742282 h 6858000"/>
              <a:gd name="connsiteX418" fmla="*/ 3543071 w 12192000"/>
              <a:gd name="connsiteY418" fmla="*/ 5340257 h 6858000"/>
              <a:gd name="connsiteX419" fmla="*/ 3393690 w 12192000"/>
              <a:gd name="connsiteY419" fmla="*/ 5336525 h 6858000"/>
              <a:gd name="connsiteX420" fmla="*/ 8893839 w 12192000"/>
              <a:gd name="connsiteY420" fmla="*/ 5335857 h 6858000"/>
              <a:gd name="connsiteX421" fmla="*/ 8642925 w 12192000"/>
              <a:gd name="connsiteY421" fmla="*/ 5345313 h 6858000"/>
              <a:gd name="connsiteX422" fmla="*/ 8642925 w 12192000"/>
              <a:gd name="connsiteY422" fmla="*/ 5742282 h 6858000"/>
              <a:gd name="connsiteX423" fmla="*/ 9039888 w 12192000"/>
              <a:gd name="connsiteY423" fmla="*/ 5742282 h 6858000"/>
              <a:gd name="connsiteX424" fmla="*/ 9039888 w 12192000"/>
              <a:gd name="connsiteY424" fmla="*/ 5340257 h 6858000"/>
              <a:gd name="connsiteX425" fmla="*/ 8893839 w 12192000"/>
              <a:gd name="connsiteY425" fmla="*/ 5335857 h 6858000"/>
              <a:gd name="connsiteX426" fmla="*/ 4241697 w 12192000"/>
              <a:gd name="connsiteY426" fmla="*/ 5335857 h 6858000"/>
              <a:gd name="connsiteX427" fmla="*/ 3990606 w 12192000"/>
              <a:gd name="connsiteY427" fmla="*/ 5345313 h 6858000"/>
              <a:gd name="connsiteX428" fmla="*/ 3990606 w 12192000"/>
              <a:gd name="connsiteY428" fmla="*/ 5742282 h 6858000"/>
              <a:gd name="connsiteX429" fmla="*/ 4392625 w 12192000"/>
              <a:gd name="connsiteY429" fmla="*/ 5742282 h 6858000"/>
              <a:gd name="connsiteX430" fmla="*/ 4390100 w 12192000"/>
              <a:gd name="connsiteY430" fmla="*/ 5340257 h 6858000"/>
              <a:gd name="connsiteX431" fmla="*/ 4241697 w 12192000"/>
              <a:gd name="connsiteY431" fmla="*/ 5335857 h 6858000"/>
              <a:gd name="connsiteX432" fmla="*/ 11431776 w 12192000"/>
              <a:gd name="connsiteY432" fmla="*/ 5335724 h 6858000"/>
              <a:gd name="connsiteX433" fmla="*/ 11176414 w 12192000"/>
              <a:gd name="connsiteY433" fmla="*/ 5342788 h 6858000"/>
              <a:gd name="connsiteX434" fmla="*/ 11178945 w 12192000"/>
              <a:gd name="connsiteY434" fmla="*/ 5739751 h 6858000"/>
              <a:gd name="connsiteX435" fmla="*/ 11573378 w 12192000"/>
              <a:gd name="connsiteY435" fmla="*/ 5742282 h 6858000"/>
              <a:gd name="connsiteX436" fmla="*/ 11573378 w 12192000"/>
              <a:gd name="connsiteY436" fmla="*/ 5340257 h 6858000"/>
              <a:gd name="connsiteX437" fmla="*/ 11431776 w 12192000"/>
              <a:gd name="connsiteY437" fmla="*/ 5335724 h 6858000"/>
              <a:gd name="connsiteX438" fmla="*/ 1293066 w 12192000"/>
              <a:gd name="connsiteY438" fmla="*/ 5335724 h 6858000"/>
              <a:gd name="connsiteX439" fmla="*/ 1034865 w 12192000"/>
              <a:gd name="connsiteY439" fmla="*/ 5342788 h 6858000"/>
              <a:gd name="connsiteX440" fmla="*/ 1034865 w 12192000"/>
              <a:gd name="connsiteY440" fmla="*/ 5739751 h 6858000"/>
              <a:gd name="connsiteX441" fmla="*/ 1434359 w 12192000"/>
              <a:gd name="connsiteY441" fmla="*/ 5737221 h 6858000"/>
              <a:gd name="connsiteX442" fmla="*/ 1434359 w 12192000"/>
              <a:gd name="connsiteY442" fmla="*/ 5340257 h 6858000"/>
              <a:gd name="connsiteX443" fmla="*/ 1293066 w 12192000"/>
              <a:gd name="connsiteY443" fmla="*/ 5335724 h 6858000"/>
              <a:gd name="connsiteX444" fmla="*/ 11178945 w 12192000"/>
              <a:gd name="connsiteY444" fmla="*/ 4918011 h 6858000"/>
              <a:gd name="connsiteX445" fmla="*/ 11178945 w 12192000"/>
              <a:gd name="connsiteY445" fmla="*/ 5317505 h 6858000"/>
              <a:gd name="connsiteX446" fmla="*/ 11578433 w 12192000"/>
              <a:gd name="connsiteY446" fmla="*/ 5317505 h 6858000"/>
              <a:gd name="connsiteX447" fmla="*/ 11578433 w 12192000"/>
              <a:gd name="connsiteY447" fmla="*/ 4918011 h 6858000"/>
              <a:gd name="connsiteX448" fmla="*/ 11178945 w 12192000"/>
              <a:gd name="connsiteY448" fmla="*/ 4918011 h 6858000"/>
              <a:gd name="connsiteX449" fmla="*/ 10754168 w 12192000"/>
              <a:gd name="connsiteY449" fmla="*/ 4918011 h 6858000"/>
              <a:gd name="connsiteX450" fmla="*/ 10754168 w 12192000"/>
              <a:gd name="connsiteY450" fmla="*/ 5317505 h 6858000"/>
              <a:gd name="connsiteX451" fmla="*/ 11156187 w 12192000"/>
              <a:gd name="connsiteY451" fmla="*/ 5317505 h 6858000"/>
              <a:gd name="connsiteX452" fmla="*/ 11156187 w 12192000"/>
              <a:gd name="connsiteY452" fmla="*/ 4918011 h 6858000"/>
              <a:gd name="connsiteX453" fmla="*/ 10754168 w 12192000"/>
              <a:gd name="connsiteY453" fmla="*/ 4918011 h 6858000"/>
              <a:gd name="connsiteX454" fmla="*/ 10331916 w 12192000"/>
              <a:gd name="connsiteY454" fmla="*/ 4918011 h 6858000"/>
              <a:gd name="connsiteX455" fmla="*/ 10331916 w 12192000"/>
              <a:gd name="connsiteY455" fmla="*/ 5317505 h 6858000"/>
              <a:gd name="connsiteX456" fmla="*/ 10733940 w 12192000"/>
              <a:gd name="connsiteY456" fmla="*/ 5317505 h 6858000"/>
              <a:gd name="connsiteX457" fmla="*/ 10733940 w 12192000"/>
              <a:gd name="connsiteY457" fmla="*/ 4918011 h 6858000"/>
              <a:gd name="connsiteX458" fmla="*/ 10331916 w 12192000"/>
              <a:gd name="connsiteY458" fmla="*/ 4918011 h 6858000"/>
              <a:gd name="connsiteX459" fmla="*/ 7376180 w 12192000"/>
              <a:gd name="connsiteY459" fmla="*/ 4918011 h 6858000"/>
              <a:gd name="connsiteX460" fmla="*/ 7376180 w 12192000"/>
              <a:gd name="connsiteY460" fmla="*/ 5320030 h 6858000"/>
              <a:gd name="connsiteX461" fmla="*/ 7778199 w 12192000"/>
              <a:gd name="connsiteY461" fmla="*/ 5320030 h 6858000"/>
              <a:gd name="connsiteX462" fmla="*/ 7778199 w 12192000"/>
              <a:gd name="connsiteY462" fmla="*/ 4918011 h 6858000"/>
              <a:gd name="connsiteX463" fmla="*/ 7376180 w 12192000"/>
              <a:gd name="connsiteY463" fmla="*/ 4918011 h 6858000"/>
              <a:gd name="connsiteX464" fmla="*/ 6951403 w 12192000"/>
              <a:gd name="connsiteY464" fmla="*/ 4918011 h 6858000"/>
              <a:gd name="connsiteX465" fmla="*/ 6951403 w 12192000"/>
              <a:gd name="connsiteY465" fmla="*/ 5314975 h 6858000"/>
              <a:gd name="connsiteX466" fmla="*/ 7353422 w 12192000"/>
              <a:gd name="connsiteY466" fmla="*/ 5314975 h 6858000"/>
              <a:gd name="connsiteX467" fmla="*/ 7353422 w 12192000"/>
              <a:gd name="connsiteY467" fmla="*/ 4918011 h 6858000"/>
              <a:gd name="connsiteX468" fmla="*/ 6951403 w 12192000"/>
              <a:gd name="connsiteY468" fmla="*/ 4918011 h 6858000"/>
              <a:gd name="connsiteX469" fmla="*/ 4415383 w 12192000"/>
              <a:gd name="connsiteY469" fmla="*/ 4918011 h 6858000"/>
              <a:gd name="connsiteX470" fmla="*/ 4415383 w 12192000"/>
              <a:gd name="connsiteY470" fmla="*/ 5317505 h 6858000"/>
              <a:gd name="connsiteX471" fmla="*/ 4814877 w 12192000"/>
              <a:gd name="connsiteY471" fmla="*/ 5317505 h 6858000"/>
              <a:gd name="connsiteX472" fmla="*/ 4814877 w 12192000"/>
              <a:gd name="connsiteY472" fmla="*/ 4918011 h 6858000"/>
              <a:gd name="connsiteX473" fmla="*/ 4415383 w 12192000"/>
              <a:gd name="connsiteY473" fmla="*/ 4918011 h 6858000"/>
              <a:gd name="connsiteX474" fmla="*/ 3570885 w 12192000"/>
              <a:gd name="connsiteY474" fmla="*/ 4918011 h 6858000"/>
              <a:gd name="connsiteX475" fmla="*/ 3570885 w 12192000"/>
              <a:gd name="connsiteY475" fmla="*/ 5314975 h 6858000"/>
              <a:gd name="connsiteX476" fmla="*/ 3970379 w 12192000"/>
              <a:gd name="connsiteY476" fmla="*/ 5314975 h 6858000"/>
              <a:gd name="connsiteX477" fmla="*/ 3967848 w 12192000"/>
              <a:gd name="connsiteY477" fmla="*/ 4918011 h 6858000"/>
              <a:gd name="connsiteX478" fmla="*/ 3570885 w 12192000"/>
              <a:gd name="connsiteY478" fmla="*/ 4918011 h 6858000"/>
              <a:gd name="connsiteX479" fmla="*/ 1879363 w 12192000"/>
              <a:gd name="connsiteY479" fmla="*/ 4918011 h 6858000"/>
              <a:gd name="connsiteX480" fmla="*/ 1879363 w 12192000"/>
              <a:gd name="connsiteY480" fmla="*/ 5317505 h 6858000"/>
              <a:gd name="connsiteX481" fmla="*/ 2278857 w 12192000"/>
              <a:gd name="connsiteY481" fmla="*/ 5317505 h 6858000"/>
              <a:gd name="connsiteX482" fmla="*/ 2278857 w 12192000"/>
              <a:gd name="connsiteY482" fmla="*/ 4918011 h 6858000"/>
              <a:gd name="connsiteX483" fmla="*/ 1879363 w 12192000"/>
              <a:gd name="connsiteY483" fmla="*/ 4918011 h 6858000"/>
              <a:gd name="connsiteX484" fmla="*/ 1457117 w 12192000"/>
              <a:gd name="connsiteY484" fmla="*/ 4918011 h 6858000"/>
              <a:gd name="connsiteX485" fmla="*/ 1457117 w 12192000"/>
              <a:gd name="connsiteY485" fmla="*/ 5317505 h 6858000"/>
              <a:gd name="connsiteX486" fmla="*/ 1859136 w 12192000"/>
              <a:gd name="connsiteY486" fmla="*/ 5317505 h 6858000"/>
              <a:gd name="connsiteX487" fmla="*/ 1859136 w 12192000"/>
              <a:gd name="connsiteY487" fmla="*/ 4918011 h 6858000"/>
              <a:gd name="connsiteX488" fmla="*/ 1457117 w 12192000"/>
              <a:gd name="connsiteY488" fmla="*/ 4918011 h 6858000"/>
              <a:gd name="connsiteX489" fmla="*/ 612619 w 12192000"/>
              <a:gd name="connsiteY489" fmla="*/ 4918011 h 6858000"/>
              <a:gd name="connsiteX490" fmla="*/ 612619 w 12192000"/>
              <a:gd name="connsiteY490" fmla="*/ 5314975 h 6858000"/>
              <a:gd name="connsiteX491" fmla="*/ 1014637 w 12192000"/>
              <a:gd name="connsiteY491" fmla="*/ 5314975 h 6858000"/>
              <a:gd name="connsiteX492" fmla="*/ 1014637 w 12192000"/>
              <a:gd name="connsiteY492" fmla="*/ 4918011 h 6858000"/>
              <a:gd name="connsiteX493" fmla="*/ 612619 w 12192000"/>
              <a:gd name="connsiteY493" fmla="*/ 4918011 h 6858000"/>
              <a:gd name="connsiteX494" fmla="*/ 8908764 w 12192000"/>
              <a:gd name="connsiteY494" fmla="*/ 4916005 h 6858000"/>
              <a:gd name="connsiteX495" fmla="*/ 8645449 w 12192000"/>
              <a:gd name="connsiteY495" fmla="*/ 4923067 h 6858000"/>
              <a:gd name="connsiteX496" fmla="*/ 8645449 w 12192000"/>
              <a:gd name="connsiteY496" fmla="*/ 5320030 h 6858000"/>
              <a:gd name="connsiteX497" fmla="*/ 9044944 w 12192000"/>
              <a:gd name="connsiteY497" fmla="*/ 5317505 h 6858000"/>
              <a:gd name="connsiteX498" fmla="*/ 9044944 w 12192000"/>
              <a:gd name="connsiteY498" fmla="*/ 4920536 h 6858000"/>
              <a:gd name="connsiteX499" fmla="*/ 8908764 w 12192000"/>
              <a:gd name="connsiteY499" fmla="*/ 4916005 h 6858000"/>
              <a:gd name="connsiteX500" fmla="*/ 6370169 w 12192000"/>
              <a:gd name="connsiteY500" fmla="*/ 4916005 h 6858000"/>
              <a:gd name="connsiteX501" fmla="*/ 6106905 w 12192000"/>
              <a:gd name="connsiteY501" fmla="*/ 4923067 h 6858000"/>
              <a:gd name="connsiteX502" fmla="*/ 6109436 w 12192000"/>
              <a:gd name="connsiteY502" fmla="*/ 5320030 h 6858000"/>
              <a:gd name="connsiteX503" fmla="*/ 6508924 w 12192000"/>
              <a:gd name="connsiteY503" fmla="*/ 5317505 h 6858000"/>
              <a:gd name="connsiteX504" fmla="*/ 6508924 w 12192000"/>
              <a:gd name="connsiteY504" fmla="*/ 4920536 h 6858000"/>
              <a:gd name="connsiteX505" fmla="*/ 6370169 w 12192000"/>
              <a:gd name="connsiteY505" fmla="*/ 4916005 h 6858000"/>
              <a:gd name="connsiteX506" fmla="*/ 3409678 w 12192000"/>
              <a:gd name="connsiteY506" fmla="*/ 4916005 h 6858000"/>
              <a:gd name="connsiteX507" fmla="*/ 3148639 w 12192000"/>
              <a:gd name="connsiteY507" fmla="*/ 4923067 h 6858000"/>
              <a:gd name="connsiteX508" fmla="*/ 3151163 w 12192000"/>
              <a:gd name="connsiteY508" fmla="*/ 5317505 h 6858000"/>
              <a:gd name="connsiteX509" fmla="*/ 3548127 w 12192000"/>
              <a:gd name="connsiteY509" fmla="*/ 5317505 h 6858000"/>
              <a:gd name="connsiteX510" fmla="*/ 3550657 w 12192000"/>
              <a:gd name="connsiteY510" fmla="*/ 4920536 h 6858000"/>
              <a:gd name="connsiteX511" fmla="*/ 3409678 w 12192000"/>
              <a:gd name="connsiteY511" fmla="*/ 4916005 h 6858000"/>
              <a:gd name="connsiteX512" fmla="*/ 2562653 w 12192000"/>
              <a:gd name="connsiteY512" fmla="*/ 4916005 h 6858000"/>
              <a:gd name="connsiteX513" fmla="*/ 2301610 w 12192000"/>
              <a:gd name="connsiteY513" fmla="*/ 4923067 h 6858000"/>
              <a:gd name="connsiteX514" fmla="*/ 2301610 w 12192000"/>
              <a:gd name="connsiteY514" fmla="*/ 5317505 h 6858000"/>
              <a:gd name="connsiteX515" fmla="*/ 2703634 w 12192000"/>
              <a:gd name="connsiteY515" fmla="*/ 5317505 h 6858000"/>
              <a:gd name="connsiteX516" fmla="*/ 2703634 w 12192000"/>
              <a:gd name="connsiteY516" fmla="*/ 4920536 h 6858000"/>
              <a:gd name="connsiteX517" fmla="*/ 2562653 w 12192000"/>
              <a:gd name="connsiteY517" fmla="*/ 4916005 h 6858000"/>
              <a:gd name="connsiteX518" fmla="*/ 8192859 w 12192000"/>
              <a:gd name="connsiteY518" fmla="*/ 4915480 h 6858000"/>
              <a:gd name="connsiteX519" fmla="*/ 7798427 w 12192000"/>
              <a:gd name="connsiteY519" fmla="*/ 4918011 h 6858000"/>
              <a:gd name="connsiteX520" fmla="*/ 7798427 w 12192000"/>
              <a:gd name="connsiteY520" fmla="*/ 5314975 h 6858000"/>
              <a:gd name="connsiteX521" fmla="*/ 8197920 w 12192000"/>
              <a:gd name="connsiteY521" fmla="*/ 5312444 h 6858000"/>
              <a:gd name="connsiteX522" fmla="*/ 8192859 w 12192000"/>
              <a:gd name="connsiteY522" fmla="*/ 4915480 h 6858000"/>
              <a:gd name="connsiteX523" fmla="*/ 1039920 w 12192000"/>
              <a:gd name="connsiteY523" fmla="*/ 4915480 h 6858000"/>
              <a:gd name="connsiteX524" fmla="*/ 1037395 w 12192000"/>
              <a:gd name="connsiteY524" fmla="*/ 5314975 h 6858000"/>
              <a:gd name="connsiteX525" fmla="*/ 1436884 w 12192000"/>
              <a:gd name="connsiteY525" fmla="*/ 5312444 h 6858000"/>
              <a:gd name="connsiteX526" fmla="*/ 1434359 w 12192000"/>
              <a:gd name="connsiteY526" fmla="*/ 4915480 h 6858000"/>
              <a:gd name="connsiteX527" fmla="*/ 1039920 w 12192000"/>
              <a:gd name="connsiteY527" fmla="*/ 4915480 h 6858000"/>
              <a:gd name="connsiteX528" fmla="*/ 11793983 w 12192000"/>
              <a:gd name="connsiteY528" fmla="*/ 4915168 h 6858000"/>
              <a:gd name="connsiteX529" fmla="*/ 11598660 w 12192000"/>
              <a:gd name="connsiteY529" fmla="*/ 4923067 h 6858000"/>
              <a:gd name="connsiteX530" fmla="*/ 11598660 w 12192000"/>
              <a:gd name="connsiteY530" fmla="*/ 5320030 h 6858000"/>
              <a:gd name="connsiteX531" fmla="*/ 12000685 w 12192000"/>
              <a:gd name="connsiteY531" fmla="*/ 5320030 h 6858000"/>
              <a:gd name="connsiteX532" fmla="*/ 12000685 w 12192000"/>
              <a:gd name="connsiteY532" fmla="*/ 4920536 h 6858000"/>
              <a:gd name="connsiteX533" fmla="*/ 11793983 w 12192000"/>
              <a:gd name="connsiteY533" fmla="*/ 4915168 h 6858000"/>
              <a:gd name="connsiteX534" fmla="*/ 6727634 w 12192000"/>
              <a:gd name="connsiteY534" fmla="*/ 4915168 h 6858000"/>
              <a:gd name="connsiteX535" fmla="*/ 6529151 w 12192000"/>
              <a:gd name="connsiteY535" fmla="*/ 4923067 h 6858000"/>
              <a:gd name="connsiteX536" fmla="*/ 6529151 w 12192000"/>
              <a:gd name="connsiteY536" fmla="*/ 5317505 h 6858000"/>
              <a:gd name="connsiteX537" fmla="*/ 6933701 w 12192000"/>
              <a:gd name="connsiteY537" fmla="*/ 5317505 h 6858000"/>
              <a:gd name="connsiteX538" fmla="*/ 6933701 w 12192000"/>
              <a:gd name="connsiteY538" fmla="*/ 4920536 h 6858000"/>
              <a:gd name="connsiteX539" fmla="*/ 6727634 w 12192000"/>
              <a:gd name="connsiteY539" fmla="*/ 4915168 h 6858000"/>
              <a:gd name="connsiteX540" fmla="*/ 5455832 w 12192000"/>
              <a:gd name="connsiteY540" fmla="*/ 4915168 h 6858000"/>
              <a:gd name="connsiteX541" fmla="*/ 5257351 w 12192000"/>
              <a:gd name="connsiteY541" fmla="*/ 4923067 h 6858000"/>
              <a:gd name="connsiteX542" fmla="*/ 5257351 w 12192000"/>
              <a:gd name="connsiteY542" fmla="*/ 5317505 h 6858000"/>
              <a:gd name="connsiteX543" fmla="*/ 5661901 w 12192000"/>
              <a:gd name="connsiteY543" fmla="*/ 5317505 h 6858000"/>
              <a:gd name="connsiteX544" fmla="*/ 5661901 w 12192000"/>
              <a:gd name="connsiteY544" fmla="*/ 4920536 h 6858000"/>
              <a:gd name="connsiteX545" fmla="*/ 5455832 w 12192000"/>
              <a:gd name="connsiteY545" fmla="*/ 4915168 h 6858000"/>
              <a:gd name="connsiteX546" fmla="*/ 10107201 w 12192000"/>
              <a:gd name="connsiteY546" fmla="*/ 4914851 h 6858000"/>
              <a:gd name="connsiteX547" fmla="*/ 9912200 w 12192000"/>
              <a:gd name="connsiteY547" fmla="*/ 4920536 h 6858000"/>
              <a:gd name="connsiteX548" fmla="*/ 9914725 w 12192000"/>
              <a:gd name="connsiteY548" fmla="*/ 5317505 h 6858000"/>
              <a:gd name="connsiteX549" fmla="*/ 10311688 w 12192000"/>
              <a:gd name="connsiteY549" fmla="*/ 5317505 h 6858000"/>
              <a:gd name="connsiteX550" fmla="*/ 10311688 w 12192000"/>
              <a:gd name="connsiteY550" fmla="*/ 4920536 h 6858000"/>
              <a:gd name="connsiteX551" fmla="*/ 10107201 w 12192000"/>
              <a:gd name="connsiteY551" fmla="*/ 4914851 h 6858000"/>
              <a:gd name="connsiteX552" fmla="*/ 9264287 w 12192000"/>
              <a:gd name="connsiteY552" fmla="*/ 4914851 h 6858000"/>
              <a:gd name="connsiteX553" fmla="*/ 9065171 w 12192000"/>
              <a:gd name="connsiteY553" fmla="*/ 4920536 h 6858000"/>
              <a:gd name="connsiteX554" fmla="*/ 9065171 w 12192000"/>
              <a:gd name="connsiteY554" fmla="*/ 5314975 h 6858000"/>
              <a:gd name="connsiteX555" fmla="*/ 9467190 w 12192000"/>
              <a:gd name="connsiteY555" fmla="*/ 5312444 h 6858000"/>
              <a:gd name="connsiteX556" fmla="*/ 9467190 w 12192000"/>
              <a:gd name="connsiteY556" fmla="*/ 4920536 h 6858000"/>
              <a:gd name="connsiteX557" fmla="*/ 9264287 w 12192000"/>
              <a:gd name="connsiteY557" fmla="*/ 4914851 h 6858000"/>
              <a:gd name="connsiteX558" fmla="*/ 5880293 w 12192000"/>
              <a:gd name="connsiteY558" fmla="*/ 4914851 h 6858000"/>
              <a:gd name="connsiteX559" fmla="*/ 5682128 w 12192000"/>
              <a:gd name="connsiteY559" fmla="*/ 4920536 h 6858000"/>
              <a:gd name="connsiteX560" fmla="*/ 5682128 w 12192000"/>
              <a:gd name="connsiteY560" fmla="*/ 5317505 h 6858000"/>
              <a:gd name="connsiteX561" fmla="*/ 6084147 w 12192000"/>
              <a:gd name="connsiteY561" fmla="*/ 5317505 h 6858000"/>
              <a:gd name="connsiteX562" fmla="*/ 6084147 w 12192000"/>
              <a:gd name="connsiteY562" fmla="*/ 4920536 h 6858000"/>
              <a:gd name="connsiteX563" fmla="*/ 5880293 w 12192000"/>
              <a:gd name="connsiteY563" fmla="*/ 4914851 h 6858000"/>
              <a:gd name="connsiteX564" fmla="*/ 5035797 w 12192000"/>
              <a:gd name="connsiteY564" fmla="*/ 4914851 h 6858000"/>
              <a:gd name="connsiteX565" fmla="*/ 4837630 w 12192000"/>
              <a:gd name="connsiteY565" fmla="*/ 4920536 h 6858000"/>
              <a:gd name="connsiteX566" fmla="*/ 4837630 w 12192000"/>
              <a:gd name="connsiteY566" fmla="*/ 5317505 h 6858000"/>
              <a:gd name="connsiteX567" fmla="*/ 5239648 w 12192000"/>
              <a:gd name="connsiteY567" fmla="*/ 5317505 h 6858000"/>
              <a:gd name="connsiteX568" fmla="*/ 5239648 w 12192000"/>
              <a:gd name="connsiteY568" fmla="*/ 4920536 h 6858000"/>
              <a:gd name="connsiteX569" fmla="*/ 5035797 w 12192000"/>
              <a:gd name="connsiteY569" fmla="*/ 4914851 h 6858000"/>
              <a:gd name="connsiteX570" fmla="*/ 2922973 w 12192000"/>
              <a:gd name="connsiteY570" fmla="*/ 4914851 h 6858000"/>
              <a:gd name="connsiteX571" fmla="*/ 2723862 w 12192000"/>
              <a:gd name="connsiteY571" fmla="*/ 4920536 h 6858000"/>
              <a:gd name="connsiteX572" fmla="*/ 2723862 w 12192000"/>
              <a:gd name="connsiteY572" fmla="*/ 5314975 h 6858000"/>
              <a:gd name="connsiteX573" fmla="*/ 3125881 w 12192000"/>
              <a:gd name="connsiteY573" fmla="*/ 5312444 h 6858000"/>
              <a:gd name="connsiteX574" fmla="*/ 3125881 w 12192000"/>
              <a:gd name="connsiteY574" fmla="*/ 4920536 h 6858000"/>
              <a:gd name="connsiteX575" fmla="*/ 2922973 w 12192000"/>
              <a:gd name="connsiteY575" fmla="*/ 4914851 h 6858000"/>
              <a:gd name="connsiteX576" fmla="*/ 388534 w 12192000"/>
              <a:gd name="connsiteY576" fmla="*/ 4914851 h 6858000"/>
              <a:gd name="connsiteX577" fmla="*/ 190366 w 12192000"/>
              <a:gd name="connsiteY577" fmla="*/ 4920536 h 6858000"/>
              <a:gd name="connsiteX578" fmla="*/ 190366 w 12192000"/>
              <a:gd name="connsiteY578" fmla="*/ 5317505 h 6858000"/>
              <a:gd name="connsiteX579" fmla="*/ 592391 w 12192000"/>
              <a:gd name="connsiteY579" fmla="*/ 5317505 h 6858000"/>
              <a:gd name="connsiteX580" fmla="*/ 592391 w 12192000"/>
              <a:gd name="connsiteY580" fmla="*/ 4920536 h 6858000"/>
              <a:gd name="connsiteX581" fmla="*/ 388534 w 12192000"/>
              <a:gd name="connsiteY581" fmla="*/ 4914851 h 6858000"/>
              <a:gd name="connsiteX582" fmla="*/ 9741313 w 12192000"/>
              <a:gd name="connsiteY582" fmla="*/ 4913611 h 6858000"/>
              <a:gd name="connsiteX583" fmla="*/ 9484893 w 12192000"/>
              <a:gd name="connsiteY583" fmla="*/ 4923067 h 6858000"/>
              <a:gd name="connsiteX584" fmla="*/ 9484893 w 12192000"/>
              <a:gd name="connsiteY584" fmla="*/ 5317505 h 6858000"/>
              <a:gd name="connsiteX585" fmla="*/ 9884381 w 12192000"/>
              <a:gd name="connsiteY585" fmla="*/ 5317505 h 6858000"/>
              <a:gd name="connsiteX586" fmla="*/ 9884381 w 12192000"/>
              <a:gd name="connsiteY586" fmla="*/ 4918011 h 6858000"/>
              <a:gd name="connsiteX587" fmla="*/ 9741313 w 12192000"/>
              <a:gd name="connsiteY587" fmla="*/ 4913611 h 6858000"/>
              <a:gd name="connsiteX588" fmla="*/ 4239423 w 12192000"/>
              <a:gd name="connsiteY588" fmla="*/ 4913611 h 6858000"/>
              <a:gd name="connsiteX589" fmla="*/ 3990606 w 12192000"/>
              <a:gd name="connsiteY589" fmla="*/ 4923067 h 6858000"/>
              <a:gd name="connsiteX590" fmla="*/ 3990606 w 12192000"/>
              <a:gd name="connsiteY590" fmla="*/ 5314975 h 6858000"/>
              <a:gd name="connsiteX591" fmla="*/ 4392625 w 12192000"/>
              <a:gd name="connsiteY591" fmla="*/ 5314975 h 6858000"/>
              <a:gd name="connsiteX592" fmla="*/ 4392625 w 12192000"/>
              <a:gd name="connsiteY592" fmla="*/ 4918011 h 6858000"/>
              <a:gd name="connsiteX593" fmla="*/ 4239423 w 12192000"/>
              <a:gd name="connsiteY593" fmla="*/ 4913611 h 6858000"/>
              <a:gd name="connsiteX594" fmla="*/ 8477147 w 12192000"/>
              <a:gd name="connsiteY594" fmla="*/ 4913478 h 6858000"/>
              <a:gd name="connsiteX595" fmla="*/ 8220673 w 12192000"/>
              <a:gd name="connsiteY595" fmla="*/ 4920536 h 6858000"/>
              <a:gd name="connsiteX596" fmla="*/ 8220673 w 12192000"/>
              <a:gd name="connsiteY596" fmla="*/ 5317505 h 6858000"/>
              <a:gd name="connsiteX597" fmla="*/ 8620167 w 12192000"/>
              <a:gd name="connsiteY597" fmla="*/ 5317505 h 6858000"/>
              <a:gd name="connsiteX598" fmla="*/ 8617636 w 12192000"/>
              <a:gd name="connsiteY598" fmla="*/ 4918011 h 6858000"/>
              <a:gd name="connsiteX599" fmla="*/ 8477147 w 12192000"/>
              <a:gd name="connsiteY599" fmla="*/ 4913478 h 6858000"/>
              <a:gd name="connsiteX600" fmla="*/ 11601191 w 12192000"/>
              <a:gd name="connsiteY600" fmla="*/ 4495759 h 6858000"/>
              <a:gd name="connsiteX601" fmla="*/ 11601191 w 12192000"/>
              <a:gd name="connsiteY601" fmla="*/ 4895253 h 6858000"/>
              <a:gd name="connsiteX602" fmla="*/ 12003210 w 12192000"/>
              <a:gd name="connsiteY602" fmla="*/ 4892722 h 6858000"/>
              <a:gd name="connsiteX603" fmla="*/ 12003210 w 12192000"/>
              <a:gd name="connsiteY603" fmla="*/ 4495759 h 6858000"/>
              <a:gd name="connsiteX604" fmla="*/ 11601191 w 12192000"/>
              <a:gd name="connsiteY604" fmla="*/ 4495759 h 6858000"/>
              <a:gd name="connsiteX605" fmla="*/ 11178945 w 12192000"/>
              <a:gd name="connsiteY605" fmla="*/ 4495759 h 6858000"/>
              <a:gd name="connsiteX606" fmla="*/ 11178945 w 12192000"/>
              <a:gd name="connsiteY606" fmla="*/ 4895253 h 6858000"/>
              <a:gd name="connsiteX607" fmla="*/ 11580964 w 12192000"/>
              <a:gd name="connsiteY607" fmla="*/ 4895253 h 6858000"/>
              <a:gd name="connsiteX608" fmla="*/ 11580964 w 12192000"/>
              <a:gd name="connsiteY608" fmla="*/ 4495759 h 6858000"/>
              <a:gd name="connsiteX609" fmla="*/ 11178945 w 12192000"/>
              <a:gd name="connsiteY609" fmla="*/ 4495759 h 6858000"/>
              <a:gd name="connsiteX610" fmla="*/ 9487423 w 12192000"/>
              <a:gd name="connsiteY610" fmla="*/ 4495759 h 6858000"/>
              <a:gd name="connsiteX611" fmla="*/ 9487423 w 12192000"/>
              <a:gd name="connsiteY611" fmla="*/ 4895253 h 6858000"/>
              <a:gd name="connsiteX612" fmla="*/ 9889442 w 12192000"/>
              <a:gd name="connsiteY612" fmla="*/ 4895253 h 6858000"/>
              <a:gd name="connsiteX613" fmla="*/ 9889442 w 12192000"/>
              <a:gd name="connsiteY613" fmla="*/ 4495759 h 6858000"/>
              <a:gd name="connsiteX614" fmla="*/ 9487423 w 12192000"/>
              <a:gd name="connsiteY614" fmla="*/ 4495759 h 6858000"/>
              <a:gd name="connsiteX615" fmla="*/ 8645449 w 12192000"/>
              <a:gd name="connsiteY615" fmla="*/ 4495759 h 6858000"/>
              <a:gd name="connsiteX616" fmla="*/ 8645449 w 12192000"/>
              <a:gd name="connsiteY616" fmla="*/ 4895253 h 6858000"/>
              <a:gd name="connsiteX617" fmla="*/ 9044944 w 12192000"/>
              <a:gd name="connsiteY617" fmla="*/ 4895253 h 6858000"/>
              <a:gd name="connsiteX618" fmla="*/ 9044944 w 12192000"/>
              <a:gd name="connsiteY618" fmla="*/ 4495759 h 6858000"/>
              <a:gd name="connsiteX619" fmla="*/ 8645449 w 12192000"/>
              <a:gd name="connsiteY619" fmla="*/ 4495759 h 6858000"/>
              <a:gd name="connsiteX620" fmla="*/ 6531682 w 12192000"/>
              <a:gd name="connsiteY620" fmla="*/ 4495759 h 6858000"/>
              <a:gd name="connsiteX621" fmla="*/ 6531682 w 12192000"/>
              <a:gd name="connsiteY621" fmla="*/ 4895253 h 6858000"/>
              <a:gd name="connsiteX622" fmla="*/ 6933701 w 12192000"/>
              <a:gd name="connsiteY622" fmla="*/ 4892722 h 6858000"/>
              <a:gd name="connsiteX623" fmla="*/ 6933701 w 12192000"/>
              <a:gd name="connsiteY623" fmla="*/ 4498290 h 6858000"/>
              <a:gd name="connsiteX624" fmla="*/ 6531682 w 12192000"/>
              <a:gd name="connsiteY624" fmla="*/ 4495759 h 6858000"/>
              <a:gd name="connsiteX625" fmla="*/ 5259876 w 12192000"/>
              <a:gd name="connsiteY625" fmla="*/ 4495759 h 6858000"/>
              <a:gd name="connsiteX626" fmla="*/ 5259876 w 12192000"/>
              <a:gd name="connsiteY626" fmla="*/ 4895253 h 6858000"/>
              <a:gd name="connsiteX627" fmla="*/ 5661901 w 12192000"/>
              <a:gd name="connsiteY627" fmla="*/ 4892722 h 6858000"/>
              <a:gd name="connsiteX628" fmla="*/ 5661901 w 12192000"/>
              <a:gd name="connsiteY628" fmla="*/ 4498290 h 6858000"/>
              <a:gd name="connsiteX629" fmla="*/ 5259876 w 12192000"/>
              <a:gd name="connsiteY629" fmla="*/ 4495759 h 6858000"/>
              <a:gd name="connsiteX630" fmla="*/ 4840160 w 12192000"/>
              <a:gd name="connsiteY630" fmla="*/ 4495759 h 6858000"/>
              <a:gd name="connsiteX631" fmla="*/ 4842685 w 12192000"/>
              <a:gd name="connsiteY631" fmla="*/ 4895253 h 6858000"/>
              <a:gd name="connsiteX632" fmla="*/ 5239648 w 12192000"/>
              <a:gd name="connsiteY632" fmla="*/ 4895253 h 6858000"/>
              <a:gd name="connsiteX633" fmla="*/ 5239648 w 12192000"/>
              <a:gd name="connsiteY633" fmla="*/ 4495759 h 6858000"/>
              <a:gd name="connsiteX634" fmla="*/ 4840160 w 12192000"/>
              <a:gd name="connsiteY634" fmla="*/ 4495759 h 6858000"/>
              <a:gd name="connsiteX635" fmla="*/ 3990606 w 12192000"/>
              <a:gd name="connsiteY635" fmla="*/ 4495759 h 6858000"/>
              <a:gd name="connsiteX636" fmla="*/ 3990606 w 12192000"/>
              <a:gd name="connsiteY636" fmla="*/ 4698034 h 6858000"/>
              <a:gd name="connsiteX637" fmla="*/ 3993131 w 12192000"/>
              <a:gd name="connsiteY637" fmla="*/ 4897784 h 6858000"/>
              <a:gd name="connsiteX638" fmla="*/ 4392625 w 12192000"/>
              <a:gd name="connsiteY638" fmla="*/ 4897784 h 6858000"/>
              <a:gd name="connsiteX639" fmla="*/ 4392625 w 12192000"/>
              <a:gd name="connsiteY639" fmla="*/ 4495759 h 6858000"/>
              <a:gd name="connsiteX640" fmla="*/ 3990606 w 12192000"/>
              <a:gd name="connsiteY640" fmla="*/ 4495759 h 6858000"/>
              <a:gd name="connsiteX641" fmla="*/ 3570885 w 12192000"/>
              <a:gd name="connsiteY641" fmla="*/ 4495759 h 6858000"/>
              <a:gd name="connsiteX642" fmla="*/ 3570885 w 12192000"/>
              <a:gd name="connsiteY642" fmla="*/ 4895253 h 6858000"/>
              <a:gd name="connsiteX643" fmla="*/ 3970379 w 12192000"/>
              <a:gd name="connsiteY643" fmla="*/ 4895253 h 6858000"/>
              <a:gd name="connsiteX644" fmla="*/ 3970379 w 12192000"/>
              <a:gd name="connsiteY644" fmla="*/ 4495759 h 6858000"/>
              <a:gd name="connsiteX645" fmla="*/ 3570885 w 12192000"/>
              <a:gd name="connsiteY645" fmla="*/ 4495759 h 6858000"/>
              <a:gd name="connsiteX646" fmla="*/ 1879363 w 12192000"/>
              <a:gd name="connsiteY646" fmla="*/ 4495759 h 6858000"/>
              <a:gd name="connsiteX647" fmla="*/ 1879363 w 12192000"/>
              <a:gd name="connsiteY647" fmla="*/ 4897784 h 6858000"/>
              <a:gd name="connsiteX648" fmla="*/ 2278857 w 12192000"/>
              <a:gd name="connsiteY648" fmla="*/ 4897784 h 6858000"/>
              <a:gd name="connsiteX649" fmla="*/ 2278857 w 12192000"/>
              <a:gd name="connsiteY649" fmla="*/ 4495759 h 6858000"/>
              <a:gd name="connsiteX650" fmla="*/ 1879363 w 12192000"/>
              <a:gd name="connsiteY650" fmla="*/ 4495759 h 6858000"/>
              <a:gd name="connsiteX651" fmla="*/ 1454586 w 12192000"/>
              <a:gd name="connsiteY651" fmla="*/ 4495759 h 6858000"/>
              <a:gd name="connsiteX652" fmla="*/ 1454586 w 12192000"/>
              <a:gd name="connsiteY652" fmla="*/ 4698034 h 6858000"/>
              <a:gd name="connsiteX653" fmla="*/ 1457117 w 12192000"/>
              <a:gd name="connsiteY653" fmla="*/ 4897784 h 6858000"/>
              <a:gd name="connsiteX654" fmla="*/ 1856605 w 12192000"/>
              <a:gd name="connsiteY654" fmla="*/ 4897784 h 6858000"/>
              <a:gd name="connsiteX655" fmla="*/ 1856605 w 12192000"/>
              <a:gd name="connsiteY655" fmla="*/ 4495759 h 6858000"/>
              <a:gd name="connsiteX656" fmla="*/ 1454586 w 12192000"/>
              <a:gd name="connsiteY656" fmla="*/ 4495759 h 6858000"/>
              <a:gd name="connsiteX657" fmla="*/ 6364800 w 12192000"/>
              <a:gd name="connsiteY657" fmla="*/ 4493757 h 6858000"/>
              <a:gd name="connsiteX658" fmla="*/ 6104374 w 12192000"/>
              <a:gd name="connsiteY658" fmla="*/ 4500814 h 6858000"/>
              <a:gd name="connsiteX659" fmla="*/ 6104374 w 12192000"/>
              <a:gd name="connsiteY659" fmla="*/ 4895253 h 6858000"/>
              <a:gd name="connsiteX660" fmla="*/ 6506399 w 12192000"/>
              <a:gd name="connsiteY660" fmla="*/ 4892722 h 6858000"/>
              <a:gd name="connsiteX661" fmla="*/ 6503868 w 12192000"/>
              <a:gd name="connsiteY661" fmla="*/ 4498290 h 6858000"/>
              <a:gd name="connsiteX662" fmla="*/ 6364800 w 12192000"/>
              <a:gd name="connsiteY662" fmla="*/ 4493757 h 6858000"/>
              <a:gd name="connsiteX663" fmla="*/ 10756693 w 12192000"/>
              <a:gd name="connsiteY663" fmla="*/ 4493234 h 6858000"/>
              <a:gd name="connsiteX664" fmla="*/ 10756693 w 12192000"/>
              <a:gd name="connsiteY664" fmla="*/ 4895253 h 6858000"/>
              <a:gd name="connsiteX665" fmla="*/ 11153656 w 12192000"/>
              <a:gd name="connsiteY665" fmla="*/ 4895253 h 6858000"/>
              <a:gd name="connsiteX666" fmla="*/ 11151131 w 12192000"/>
              <a:gd name="connsiteY666" fmla="*/ 4493234 h 6858000"/>
              <a:gd name="connsiteX667" fmla="*/ 10756693 w 12192000"/>
              <a:gd name="connsiteY667" fmla="*/ 4493234 h 6858000"/>
              <a:gd name="connsiteX668" fmla="*/ 8220673 w 12192000"/>
              <a:gd name="connsiteY668" fmla="*/ 4493234 h 6858000"/>
              <a:gd name="connsiteX669" fmla="*/ 8220673 w 12192000"/>
              <a:gd name="connsiteY669" fmla="*/ 4895253 h 6858000"/>
              <a:gd name="connsiteX670" fmla="*/ 8617636 w 12192000"/>
              <a:gd name="connsiteY670" fmla="*/ 4895253 h 6858000"/>
              <a:gd name="connsiteX671" fmla="*/ 8615111 w 12192000"/>
              <a:gd name="connsiteY671" fmla="*/ 4493234 h 6858000"/>
              <a:gd name="connsiteX672" fmla="*/ 8220673 w 12192000"/>
              <a:gd name="connsiteY672" fmla="*/ 4493234 h 6858000"/>
              <a:gd name="connsiteX673" fmla="*/ 7803482 w 12192000"/>
              <a:gd name="connsiteY673" fmla="*/ 4493234 h 6858000"/>
              <a:gd name="connsiteX674" fmla="*/ 7800957 w 12192000"/>
              <a:gd name="connsiteY674" fmla="*/ 4892722 h 6858000"/>
              <a:gd name="connsiteX675" fmla="*/ 8200445 w 12192000"/>
              <a:gd name="connsiteY675" fmla="*/ 4892722 h 6858000"/>
              <a:gd name="connsiteX676" fmla="*/ 8200445 w 12192000"/>
              <a:gd name="connsiteY676" fmla="*/ 4495759 h 6858000"/>
              <a:gd name="connsiteX677" fmla="*/ 7803482 w 12192000"/>
              <a:gd name="connsiteY677" fmla="*/ 4493234 h 6858000"/>
              <a:gd name="connsiteX678" fmla="*/ 7778199 w 12192000"/>
              <a:gd name="connsiteY678" fmla="*/ 4493234 h 6858000"/>
              <a:gd name="connsiteX679" fmla="*/ 7376180 w 12192000"/>
              <a:gd name="connsiteY679" fmla="*/ 4495759 h 6858000"/>
              <a:gd name="connsiteX680" fmla="*/ 7376180 w 12192000"/>
              <a:gd name="connsiteY680" fmla="*/ 4892722 h 6858000"/>
              <a:gd name="connsiteX681" fmla="*/ 7778199 w 12192000"/>
              <a:gd name="connsiteY681" fmla="*/ 4890198 h 6858000"/>
              <a:gd name="connsiteX682" fmla="*/ 7778199 w 12192000"/>
              <a:gd name="connsiteY682" fmla="*/ 4493234 h 6858000"/>
              <a:gd name="connsiteX683" fmla="*/ 5682128 w 12192000"/>
              <a:gd name="connsiteY683" fmla="*/ 4493234 h 6858000"/>
              <a:gd name="connsiteX684" fmla="*/ 5682128 w 12192000"/>
              <a:gd name="connsiteY684" fmla="*/ 4895253 h 6858000"/>
              <a:gd name="connsiteX685" fmla="*/ 6084147 w 12192000"/>
              <a:gd name="connsiteY685" fmla="*/ 4895253 h 6858000"/>
              <a:gd name="connsiteX686" fmla="*/ 6084147 w 12192000"/>
              <a:gd name="connsiteY686" fmla="*/ 4493234 h 6858000"/>
              <a:gd name="connsiteX687" fmla="*/ 5682128 w 12192000"/>
              <a:gd name="connsiteY687" fmla="*/ 4493234 h 6858000"/>
              <a:gd name="connsiteX688" fmla="*/ 612619 w 12192000"/>
              <a:gd name="connsiteY688" fmla="*/ 4493234 h 6858000"/>
              <a:gd name="connsiteX689" fmla="*/ 612619 w 12192000"/>
              <a:gd name="connsiteY689" fmla="*/ 4895253 h 6858000"/>
              <a:gd name="connsiteX690" fmla="*/ 1014637 w 12192000"/>
              <a:gd name="connsiteY690" fmla="*/ 4895253 h 6858000"/>
              <a:gd name="connsiteX691" fmla="*/ 1014637 w 12192000"/>
              <a:gd name="connsiteY691" fmla="*/ 4493234 h 6858000"/>
              <a:gd name="connsiteX692" fmla="*/ 612619 w 12192000"/>
              <a:gd name="connsiteY692" fmla="*/ 4493234 h 6858000"/>
              <a:gd name="connsiteX693" fmla="*/ 10106887 w 12192000"/>
              <a:gd name="connsiteY693" fmla="*/ 4492916 h 6858000"/>
              <a:gd name="connsiteX694" fmla="*/ 9909669 w 12192000"/>
              <a:gd name="connsiteY694" fmla="*/ 4500814 h 6858000"/>
              <a:gd name="connsiteX695" fmla="*/ 9909669 w 12192000"/>
              <a:gd name="connsiteY695" fmla="*/ 4895253 h 6858000"/>
              <a:gd name="connsiteX696" fmla="*/ 10311688 w 12192000"/>
              <a:gd name="connsiteY696" fmla="*/ 4895253 h 6858000"/>
              <a:gd name="connsiteX697" fmla="*/ 10311688 w 12192000"/>
              <a:gd name="connsiteY697" fmla="*/ 4498290 h 6858000"/>
              <a:gd name="connsiteX698" fmla="*/ 10106887 w 12192000"/>
              <a:gd name="connsiteY698" fmla="*/ 4492916 h 6858000"/>
              <a:gd name="connsiteX699" fmla="*/ 7149251 w 12192000"/>
              <a:gd name="connsiteY699" fmla="*/ 4492916 h 6858000"/>
              <a:gd name="connsiteX700" fmla="*/ 6953928 w 12192000"/>
              <a:gd name="connsiteY700" fmla="*/ 4500814 h 6858000"/>
              <a:gd name="connsiteX701" fmla="*/ 6956459 w 12192000"/>
              <a:gd name="connsiteY701" fmla="*/ 4897784 h 6858000"/>
              <a:gd name="connsiteX702" fmla="*/ 7355953 w 12192000"/>
              <a:gd name="connsiteY702" fmla="*/ 4897784 h 6858000"/>
              <a:gd name="connsiteX703" fmla="*/ 7355953 w 12192000"/>
              <a:gd name="connsiteY703" fmla="*/ 4498290 h 6858000"/>
              <a:gd name="connsiteX704" fmla="*/ 7149251 w 12192000"/>
              <a:gd name="connsiteY704" fmla="*/ 4492916 h 6858000"/>
              <a:gd name="connsiteX705" fmla="*/ 9263338 w 12192000"/>
              <a:gd name="connsiteY705" fmla="*/ 4492601 h 6858000"/>
              <a:gd name="connsiteX706" fmla="*/ 9065171 w 12192000"/>
              <a:gd name="connsiteY706" fmla="*/ 4498290 h 6858000"/>
              <a:gd name="connsiteX707" fmla="*/ 9065171 w 12192000"/>
              <a:gd name="connsiteY707" fmla="*/ 4895253 h 6858000"/>
              <a:gd name="connsiteX708" fmla="*/ 9467190 w 12192000"/>
              <a:gd name="connsiteY708" fmla="*/ 4895253 h 6858000"/>
              <a:gd name="connsiteX709" fmla="*/ 9467190 w 12192000"/>
              <a:gd name="connsiteY709" fmla="*/ 4498290 h 6858000"/>
              <a:gd name="connsiteX710" fmla="*/ 9263338 w 12192000"/>
              <a:gd name="connsiteY710" fmla="*/ 4492601 h 6858000"/>
              <a:gd name="connsiteX711" fmla="*/ 3347750 w 12192000"/>
              <a:gd name="connsiteY711" fmla="*/ 4492601 h 6858000"/>
              <a:gd name="connsiteX712" fmla="*/ 3148639 w 12192000"/>
              <a:gd name="connsiteY712" fmla="*/ 4498290 h 6858000"/>
              <a:gd name="connsiteX713" fmla="*/ 3148639 w 12192000"/>
              <a:gd name="connsiteY713" fmla="*/ 4892722 h 6858000"/>
              <a:gd name="connsiteX714" fmla="*/ 3550657 w 12192000"/>
              <a:gd name="connsiteY714" fmla="*/ 4890198 h 6858000"/>
              <a:gd name="connsiteX715" fmla="*/ 3550657 w 12192000"/>
              <a:gd name="connsiteY715" fmla="*/ 4498290 h 6858000"/>
              <a:gd name="connsiteX716" fmla="*/ 3347750 w 12192000"/>
              <a:gd name="connsiteY716" fmla="*/ 4492601 h 6858000"/>
              <a:gd name="connsiteX717" fmla="*/ 2922973 w 12192000"/>
              <a:gd name="connsiteY717" fmla="*/ 4492601 h 6858000"/>
              <a:gd name="connsiteX718" fmla="*/ 2723862 w 12192000"/>
              <a:gd name="connsiteY718" fmla="*/ 4498290 h 6858000"/>
              <a:gd name="connsiteX719" fmla="*/ 2723862 w 12192000"/>
              <a:gd name="connsiteY719" fmla="*/ 4895253 h 6858000"/>
              <a:gd name="connsiteX720" fmla="*/ 3125881 w 12192000"/>
              <a:gd name="connsiteY720" fmla="*/ 4895253 h 6858000"/>
              <a:gd name="connsiteX721" fmla="*/ 3125881 w 12192000"/>
              <a:gd name="connsiteY721" fmla="*/ 4498290 h 6858000"/>
              <a:gd name="connsiteX722" fmla="*/ 2922973 w 12192000"/>
              <a:gd name="connsiteY722" fmla="*/ 4492601 h 6858000"/>
              <a:gd name="connsiteX723" fmla="*/ 386638 w 12192000"/>
              <a:gd name="connsiteY723" fmla="*/ 4492601 h 6858000"/>
              <a:gd name="connsiteX724" fmla="*/ 190366 w 12192000"/>
              <a:gd name="connsiteY724" fmla="*/ 4498290 h 6858000"/>
              <a:gd name="connsiteX725" fmla="*/ 192897 w 12192000"/>
              <a:gd name="connsiteY725" fmla="*/ 4895253 h 6858000"/>
              <a:gd name="connsiteX726" fmla="*/ 592391 w 12192000"/>
              <a:gd name="connsiteY726" fmla="*/ 4895253 h 6858000"/>
              <a:gd name="connsiteX727" fmla="*/ 592391 w 12192000"/>
              <a:gd name="connsiteY727" fmla="*/ 4498290 h 6858000"/>
              <a:gd name="connsiteX728" fmla="*/ 386638 w 12192000"/>
              <a:gd name="connsiteY728" fmla="*/ 4492601 h 6858000"/>
              <a:gd name="connsiteX729" fmla="*/ 2496932 w 12192000"/>
              <a:gd name="connsiteY729" fmla="*/ 4491967 h 6858000"/>
              <a:gd name="connsiteX730" fmla="*/ 2301610 w 12192000"/>
              <a:gd name="connsiteY730" fmla="*/ 4500814 h 6858000"/>
              <a:gd name="connsiteX731" fmla="*/ 2301610 w 12192000"/>
              <a:gd name="connsiteY731" fmla="*/ 4895253 h 6858000"/>
              <a:gd name="connsiteX732" fmla="*/ 2703634 w 12192000"/>
              <a:gd name="connsiteY732" fmla="*/ 4895253 h 6858000"/>
              <a:gd name="connsiteX733" fmla="*/ 2703634 w 12192000"/>
              <a:gd name="connsiteY733" fmla="*/ 4498290 h 6858000"/>
              <a:gd name="connsiteX734" fmla="*/ 2496932 w 12192000"/>
              <a:gd name="connsiteY734" fmla="*/ 4491967 h 6858000"/>
              <a:gd name="connsiteX735" fmla="*/ 1234297 w 12192000"/>
              <a:gd name="connsiteY735" fmla="*/ 4491652 h 6858000"/>
              <a:gd name="connsiteX736" fmla="*/ 1037395 w 12192000"/>
              <a:gd name="connsiteY736" fmla="*/ 4498290 h 6858000"/>
              <a:gd name="connsiteX737" fmla="*/ 1039920 w 12192000"/>
              <a:gd name="connsiteY737" fmla="*/ 4895253 h 6858000"/>
              <a:gd name="connsiteX738" fmla="*/ 1436884 w 12192000"/>
              <a:gd name="connsiteY738" fmla="*/ 4895253 h 6858000"/>
              <a:gd name="connsiteX739" fmla="*/ 1436884 w 12192000"/>
              <a:gd name="connsiteY739" fmla="*/ 4498290 h 6858000"/>
              <a:gd name="connsiteX740" fmla="*/ 1234297 w 12192000"/>
              <a:gd name="connsiteY740" fmla="*/ 4491652 h 6858000"/>
              <a:gd name="connsiteX741" fmla="*/ 10594869 w 12192000"/>
              <a:gd name="connsiteY741" fmla="*/ 4491226 h 6858000"/>
              <a:gd name="connsiteX742" fmla="*/ 10334446 w 12192000"/>
              <a:gd name="connsiteY742" fmla="*/ 4498290 h 6858000"/>
              <a:gd name="connsiteX743" fmla="*/ 10334446 w 12192000"/>
              <a:gd name="connsiteY743" fmla="*/ 4895253 h 6858000"/>
              <a:gd name="connsiteX744" fmla="*/ 10733940 w 12192000"/>
              <a:gd name="connsiteY744" fmla="*/ 4895253 h 6858000"/>
              <a:gd name="connsiteX745" fmla="*/ 10733940 w 12192000"/>
              <a:gd name="connsiteY745" fmla="*/ 4495759 h 6858000"/>
              <a:gd name="connsiteX746" fmla="*/ 10594869 w 12192000"/>
              <a:gd name="connsiteY746" fmla="*/ 4491226 h 6858000"/>
              <a:gd name="connsiteX747" fmla="*/ 4669767 w 12192000"/>
              <a:gd name="connsiteY747" fmla="*/ 4491226 h 6858000"/>
              <a:gd name="connsiteX748" fmla="*/ 4417908 w 12192000"/>
              <a:gd name="connsiteY748" fmla="*/ 4498290 h 6858000"/>
              <a:gd name="connsiteX749" fmla="*/ 4420439 w 12192000"/>
              <a:gd name="connsiteY749" fmla="*/ 4895253 h 6858000"/>
              <a:gd name="connsiteX750" fmla="*/ 4814877 w 12192000"/>
              <a:gd name="connsiteY750" fmla="*/ 4895253 h 6858000"/>
              <a:gd name="connsiteX751" fmla="*/ 4812347 w 12192000"/>
              <a:gd name="connsiteY751" fmla="*/ 4495759 h 6858000"/>
              <a:gd name="connsiteX752" fmla="*/ 4669767 w 12192000"/>
              <a:gd name="connsiteY752" fmla="*/ 4491226 h 6858000"/>
              <a:gd name="connsiteX753" fmla="*/ 6951403 w 12192000"/>
              <a:gd name="connsiteY753" fmla="*/ 4073513 h 6858000"/>
              <a:gd name="connsiteX754" fmla="*/ 6951403 w 12192000"/>
              <a:gd name="connsiteY754" fmla="*/ 4473007 h 6858000"/>
              <a:gd name="connsiteX755" fmla="*/ 7353422 w 12192000"/>
              <a:gd name="connsiteY755" fmla="*/ 4470476 h 6858000"/>
              <a:gd name="connsiteX756" fmla="*/ 7353422 w 12192000"/>
              <a:gd name="connsiteY756" fmla="*/ 4073513 h 6858000"/>
              <a:gd name="connsiteX757" fmla="*/ 6951403 w 12192000"/>
              <a:gd name="connsiteY757" fmla="*/ 4073513 h 6858000"/>
              <a:gd name="connsiteX758" fmla="*/ 3570885 w 12192000"/>
              <a:gd name="connsiteY758" fmla="*/ 4073513 h 6858000"/>
              <a:gd name="connsiteX759" fmla="*/ 3570885 w 12192000"/>
              <a:gd name="connsiteY759" fmla="*/ 4473007 h 6858000"/>
              <a:gd name="connsiteX760" fmla="*/ 3970379 w 12192000"/>
              <a:gd name="connsiteY760" fmla="*/ 4470476 h 6858000"/>
              <a:gd name="connsiteX761" fmla="*/ 3970379 w 12192000"/>
              <a:gd name="connsiteY761" fmla="*/ 4073513 h 6858000"/>
              <a:gd name="connsiteX762" fmla="*/ 3570885 w 12192000"/>
              <a:gd name="connsiteY762" fmla="*/ 4073513 h 6858000"/>
              <a:gd name="connsiteX763" fmla="*/ 1037395 w 12192000"/>
              <a:gd name="connsiteY763" fmla="*/ 4073513 h 6858000"/>
              <a:gd name="connsiteX764" fmla="*/ 1037395 w 12192000"/>
              <a:gd name="connsiteY764" fmla="*/ 4473007 h 6858000"/>
              <a:gd name="connsiteX765" fmla="*/ 1436884 w 12192000"/>
              <a:gd name="connsiteY765" fmla="*/ 4470476 h 6858000"/>
              <a:gd name="connsiteX766" fmla="*/ 1436884 w 12192000"/>
              <a:gd name="connsiteY766" fmla="*/ 4073513 h 6858000"/>
              <a:gd name="connsiteX767" fmla="*/ 1037395 w 12192000"/>
              <a:gd name="connsiteY767" fmla="*/ 4073513 h 6858000"/>
              <a:gd name="connsiteX768" fmla="*/ 11603716 w 12192000"/>
              <a:gd name="connsiteY768" fmla="*/ 4070982 h 6858000"/>
              <a:gd name="connsiteX769" fmla="*/ 11606246 w 12192000"/>
              <a:gd name="connsiteY769" fmla="*/ 4473007 h 6858000"/>
              <a:gd name="connsiteX770" fmla="*/ 12000685 w 12192000"/>
              <a:gd name="connsiteY770" fmla="*/ 4473007 h 6858000"/>
              <a:gd name="connsiteX771" fmla="*/ 11998154 w 12192000"/>
              <a:gd name="connsiteY771" fmla="*/ 4070982 h 6858000"/>
              <a:gd name="connsiteX772" fmla="*/ 11603716 w 12192000"/>
              <a:gd name="connsiteY772" fmla="*/ 4070982 h 6858000"/>
              <a:gd name="connsiteX773" fmla="*/ 11181470 w 12192000"/>
              <a:gd name="connsiteY773" fmla="*/ 4070982 h 6858000"/>
              <a:gd name="connsiteX774" fmla="*/ 11181470 w 12192000"/>
              <a:gd name="connsiteY774" fmla="*/ 4473007 h 6858000"/>
              <a:gd name="connsiteX775" fmla="*/ 11573378 w 12192000"/>
              <a:gd name="connsiteY775" fmla="*/ 4473007 h 6858000"/>
              <a:gd name="connsiteX776" fmla="*/ 11573378 w 12192000"/>
              <a:gd name="connsiteY776" fmla="*/ 4070982 h 6858000"/>
              <a:gd name="connsiteX777" fmla="*/ 11181470 w 12192000"/>
              <a:gd name="connsiteY777" fmla="*/ 4070982 h 6858000"/>
              <a:gd name="connsiteX778" fmla="*/ 10759223 w 12192000"/>
              <a:gd name="connsiteY778" fmla="*/ 4070982 h 6858000"/>
              <a:gd name="connsiteX779" fmla="*/ 10761754 w 12192000"/>
              <a:gd name="connsiteY779" fmla="*/ 4473007 h 6858000"/>
              <a:gd name="connsiteX780" fmla="*/ 11153656 w 12192000"/>
              <a:gd name="connsiteY780" fmla="*/ 4473007 h 6858000"/>
              <a:gd name="connsiteX781" fmla="*/ 11153656 w 12192000"/>
              <a:gd name="connsiteY781" fmla="*/ 4070982 h 6858000"/>
              <a:gd name="connsiteX782" fmla="*/ 10759223 w 12192000"/>
              <a:gd name="connsiteY782" fmla="*/ 4070982 h 6858000"/>
              <a:gd name="connsiteX783" fmla="*/ 10336971 w 12192000"/>
              <a:gd name="connsiteY783" fmla="*/ 4070982 h 6858000"/>
              <a:gd name="connsiteX784" fmla="*/ 10336971 w 12192000"/>
              <a:gd name="connsiteY784" fmla="*/ 4473007 h 6858000"/>
              <a:gd name="connsiteX785" fmla="*/ 10733940 w 12192000"/>
              <a:gd name="connsiteY785" fmla="*/ 4473007 h 6858000"/>
              <a:gd name="connsiteX786" fmla="*/ 10733940 w 12192000"/>
              <a:gd name="connsiteY786" fmla="*/ 4070982 h 6858000"/>
              <a:gd name="connsiteX787" fmla="*/ 10336971 w 12192000"/>
              <a:gd name="connsiteY787" fmla="*/ 4070982 h 6858000"/>
              <a:gd name="connsiteX788" fmla="*/ 9909669 w 12192000"/>
              <a:gd name="connsiteY788" fmla="*/ 4070982 h 6858000"/>
              <a:gd name="connsiteX789" fmla="*/ 9909669 w 12192000"/>
              <a:gd name="connsiteY789" fmla="*/ 4470476 h 6858000"/>
              <a:gd name="connsiteX790" fmla="*/ 10311688 w 12192000"/>
              <a:gd name="connsiteY790" fmla="*/ 4467945 h 6858000"/>
              <a:gd name="connsiteX791" fmla="*/ 10311688 w 12192000"/>
              <a:gd name="connsiteY791" fmla="*/ 4070982 h 6858000"/>
              <a:gd name="connsiteX792" fmla="*/ 9909669 w 12192000"/>
              <a:gd name="connsiteY792" fmla="*/ 4070982 h 6858000"/>
              <a:gd name="connsiteX793" fmla="*/ 9487423 w 12192000"/>
              <a:gd name="connsiteY793" fmla="*/ 4070982 h 6858000"/>
              <a:gd name="connsiteX794" fmla="*/ 9487423 w 12192000"/>
              <a:gd name="connsiteY794" fmla="*/ 4473007 h 6858000"/>
              <a:gd name="connsiteX795" fmla="*/ 9886911 w 12192000"/>
              <a:gd name="connsiteY795" fmla="*/ 4473007 h 6858000"/>
              <a:gd name="connsiteX796" fmla="*/ 9884381 w 12192000"/>
              <a:gd name="connsiteY796" fmla="*/ 4070982 h 6858000"/>
              <a:gd name="connsiteX797" fmla="*/ 9487423 w 12192000"/>
              <a:gd name="connsiteY797" fmla="*/ 4070982 h 6858000"/>
              <a:gd name="connsiteX798" fmla="*/ 8647980 w 12192000"/>
              <a:gd name="connsiteY798" fmla="*/ 4070982 h 6858000"/>
              <a:gd name="connsiteX799" fmla="*/ 8645449 w 12192000"/>
              <a:gd name="connsiteY799" fmla="*/ 4473007 h 6858000"/>
              <a:gd name="connsiteX800" fmla="*/ 9042419 w 12192000"/>
              <a:gd name="connsiteY800" fmla="*/ 4473007 h 6858000"/>
              <a:gd name="connsiteX801" fmla="*/ 9042419 w 12192000"/>
              <a:gd name="connsiteY801" fmla="*/ 4070982 h 6858000"/>
              <a:gd name="connsiteX802" fmla="*/ 8647980 w 12192000"/>
              <a:gd name="connsiteY802" fmla="*/ 4070982 h 6858000"/>
              <a:gd name="connsiteX803" fmla="*/ 8220673 w 12192000"/>
              <a:gd name="connsiteY803" fmla="*/ 4070982 h 6858000"/>
              <a:gd name="connsiteX804" fmla="*/ 8220673 w 12192000"/>
              <a:gd name="connsiteY804" fmla="*/ 4473007 h 6858000"/>
              <a:gd name="connsiteX805" fmla="*/ 8622697 w 12192000"/>
              <a:gd name="connsiteY805" fmla="*/ 4473007 h 6858000"/>
              <a:gd name="connsiteX806" fmla="*/ 8622697 w 12192000"/>
              <a:gd name="connsiteY806" fmla="*/ 4070982 h 6858000"/>
              <a:gd name="connsiteX807" fmla="*/ 8220673 w 12192000"/>
              <a:gd name="connsiteY807" fmla="*/ 4070982 h 6858000"/>
              <a:gd name="connsiteX808" fmla="*/ 7800957 w 12192000"/>
              <a:gd name="connsiteY808" fmla="*/ 4070982 h 6858000"/>
              <a:gd name="connsiteX809" fmla="*/ 7803482 w 12192000"/>
              <a:gd name="connsiteY809" fmla="*/ 4473007 h 6858000"/>
              <a:gd name="connsiteX810" fmla="*/ 8200445 w 12192000"/>
              <a:gd name="connsiteY810" fmla="*/ 4470476 h 6858000"/>
              <a:gd name="connsiteX811" fmla="*/ 8200445 w 12192000"/>
              <a:gd name="connsiteY811" fmla="*/ 4070982 h 6858000"/>
              <a:gd name="connsiteX812" fmla="*/ 7800957 w 12192000"/>
              <a:gd name="connsiteY812" fmla="*/ 4070982 h 6858000"/>
              <a:gd name="connsiteX813" fmla="*/ 6534212 w 12192000"/>
              <a:gd name="connsiteY813" fmla="*/ 4070982 h 6858000"/>
              <a:gd name="connsiteX814" fmla="*/ 6536737 w 12192000"/>
              <a:gd name="connsiteY814" fmla="*/ 4470476 h 6858000"/>
              <a:gd name="connsiteX815" fmla="*/ 6933701 w 12192000"/>
              <a:gd name="connsiteY815" fmla="*/ 4470476 h 6858000"/>
              <a:gd name="connsiteX816" fmla="*/ 6933701 w 12192000"/>
              <a:gd name="connsiteY816" fmla="*/ 4070982 h 6858000"/>
              <a:gd name="connsiteX817" fmla="*/ 6534212 w 12192000"/>
              <a:gd name="connsiteY817" fmla="*/ 4070982 h 6858000"/>
              <a:gd name="connsiteX818" fmla="*/ 6109436 w 12192000"/>
              <a:gd name="connsiteY818" fmla="*/ 4070982 h 6858000"/>
              <a:gd name="connsiteX819" fmla="*/ 6109436 w 12192000"/>
              <a:gd name="connsiteY819" fmla="*/ 4473007 h 6858000"/>
              <a:gd name="connsiteX820" fmla="*/ 6508924 w 12192000"/>
              <a:gd name="connsiteY820" fmla="*/ 4473007 h 6858000"/>
              <a:gd name="connsiteX821" fmla="*/ 6508924 w 12192000"/>
              <a:gd name="connsiteY821" fmla="*/ 4070982 h 6858000"/>
              <a:gd name="connsiteX822" fmla="*/ 6109436 w 12192000"/>
              <a:gd name="connsiteY822" fmla="*/ 4070982 h 6858000"/>
              <a:gd name="connsiteX823" fmla="*/ 5684653 w 12192000"/>
              <a:gd name="connsiteY823" fmla="*/ 4070982 h 6858000"/>
              <a:gd name="connsiteX824" fmla="*/ 5684653 w 12192000"/>
              <a:gd name="connsiteY824" fmla="*/ 4473007 h 6858000"/>
              <a:gd name="connsiteX825" fmla="*/ 6079091 w 12192000"/>
              <a:gd name="connsiteY825" fmla="*/ 4473007 h 6858000"/>
              <a:gd name="connsiteX826" fmla="*/ 6076561 w 12192000"/>
              <a:gd name="connsiteY826" fmla="*/ 4070982 h 6858000"/>
              <a:gd name="connsiteX827" fmla="*/ 5684653 w 12192000"/>
              <a:gd name="connsiteY827" fmla="*/ 4070982 h 6858000"/>
              <a:gd name="connsiteX828" fmla="*/ 5262406 w 12192000"/>
              <a:gd name="connsiteY828" fmla="*/ 4070982 h 6858000"/>
              <a:gd name="connsiteX829" fmla="*/ 5264938 w 12192000"/>
              <a:gd name="connsiteY829" fmla="*/ 4473007 h 6858000"/>
              <a:gd name="connsiteX830" fmla="*/ 5659370 w 12192000"/>
              <a:gd name="connsiteY830" fmla="*/ 4473007 h 6858000"/>
              <a:gd name="connsiteX831" fmla="*/ 5656845 w 12192000"/>
              <a:gd name="connsiteY831" fmla="*/ 4070982 h 6858000"/>
              <a:gd name="connsiteX832" fmla="*/ 5262406 w 12192000"/>
              <a:gd name="connsiteY832" fmla="*/ 4070982 h 6858000"/>
              <a:gd name="connsiteX833" fmla="*/ 4837630 w 12192000"/>
              <a:gd name="connsiteY833" fmla="*/ 4070982 h 6858000"/>
              <a:gd name="connsiteX834" fmla="*/ 4837630 w 12192000"/>
              <a:gd name="connsiteY834" fmla="*/ 4473007 h 6858000"/>
              <a:gd name="connsiteX835" fmla="*/ 5239648 w 12192000"/>
              <a:gd name="connsiteY835" fmla="*/ 4473007 h 6858000"/>
              <a:gd name="connsiteX836" fmla="*/ 5239648 w 12192000"/>
              <a:gd name="connsiteY836" fmla="*/ 4070982 h 6858000"/>
              <a:gd name="connsiteX837" fmla="*/ 4837630 w 12192000"/>
              <a:gd name="connsiteY837" fmla="*/ 4070982 h 6858000"/>
              <a:gd name="connsiteX838" fmla="*/ 3995662 w 12192000"/>
              <a:gd name="connsiteY838" fmla="*/ 4070982 h 6858000"/>
              <a:gd name="connsiteX839" fmla="*/ 3995662 w 12192000"/>
              <a:gd name="connsiteY839" fmla="*/ 4473007 h 6858000"/>
              <a:gd name="connsiteX840" fmla="*/ 4392625 w 12192000"/>
              <a:gd name="connsiteY840" fmla="*/ 4470476 h 6858000"/>
              <a:gd name="connsiteX841" fmla="*/ 4392625 w 12192000"/>
              <a:gd name="connsiteY841" fmla="*/ 4070982 h 6858000"/>
              <a:gd name="connsiteX842" fmla="*/ 3995662 w 12192000"/>
              <a:gd name="connsiteY842" fmla="*/ 4070982 h 6858000"/>
              <a:gd name="connsiteX843" fmla="*/ 2726387 w 12192000"/>
              <a:gd name="connsiteY843" fmla="*/ 4070982 h 6858000"/>
              <a:gd name="connsiteX844" fmla="*/ 2728917 w 12192000"/>
              <a:gd name="connsiteY844" fmla="*/ 4473007 h 6858000"/>
              <a:gd name="connsiteX845" fmla="*/ 3125881 w 12192000"/>
              <a:gd name="connsiteY845" fmla="*/ 4473007 h 6858000"/>
              <a:gd name="connsiteX846" fmla="*/ 3123350 w 12192000"/>
              <a:gd name="connsiteY846" fmla="*/ 4070982 h 6858000"/>
              <a:gd name="connsiteX847" fmla="*/ 2726387 w 12192000"/>
              <a:gd name="connsiteY847" fmla="*/ 4070982 h 6858000"/>
              <a:gd name="connsiteX848" fmla="*/ 1884418 w 12192000"/>
              <a:gd name="connsiteY848" fmla="*/ 4070982 h 6858000"/>
              <a:gd name="connsiteX849" fmla="*/ 1886949 w 12192000"/>
              <a:gd name="connsiteY849" fmla="*/ 4473007 h 6858000"/>
              <a:gd name="connsiteX850" fmla="*/ 2283913 w 12192000"/>
              <a:gd name="connsiteY850" fmla="*/ 4470476 h 6858000"/>
              <a:gd name="connsiteX851" fmla="*/ 2281382 w 12192000"/>
              <a:gd name="connsiteY851" fmla="*/ 4070982 h 6858000"/>
              <a:gd name="connsiteX852" fmla="*/ 1884418 w 12192000"/>
              <a:gd name="connsiteY852" fmla="*/ 4070982 h 6858000"/>
              <a:gd name="connsiteX853" fmla="*/ 1454586 w 12192000"/>
              <a:gd name="connsiteY853" fmla="*/ 4070982 h 6858000"/>
              <a:gd name="connsiteX854" fmla="*/ 1454586 w 12192000"/>
              <a:gd name="connsiteY854" fmla="*/ 4473007 h 6858000"/>
              <a:gd name="connsiteX855" fmla="*/ 1856605 w 12192000"/>
              <a:gd name="connsiteY855" fmla="*/ 4473007 h 6858000"/>
              <a:gd name="connsiteX856" fmla="*/ 1854075 w 12192000"/>
              <a:gd name="connsiteY856" fmla="*/ 4070982 h 6858000"/>
              <a:gd name="connsiteX857" fmla="*/ 1454586 w 12192000"/>
              <a:gd name="connsiteY857" fmla="*/ 4070982 h 6858000"/>
              <a:gd name="connsiteX858" fmla="*/ 615143 w 12192000"/>
              <a:gd name="connsiteY858" fmla="*/ 4070982 h 6858000"/>
              <a:gd name="connsiteX859" fmla="*/ 615143 w 12192000"/>
              <a:gd name="connsiteY859" fmla="*/ 4473007 h 6858000"/>
              <a:gd name="connsiteX860" fmla="*/ 1012107 w 12192000"/>
              <a:gd name="connsiteY860" fmla="*/ 4470476 h 6858000"/>
              <a:gd name="connsiteX861" fmla="*/ 1012107 w 12192000"/>
              <a:gd name="connsiteY861" fmla="*/ 4073513 h 6858000"/>
              <a:gd name="connsiteX862" fmla="*/ 615143 w 12192000"/>
              <a:gd name="connsiteY862" fmla="*/ 4070982 h 6858000"/>
              <a:gd name="connsiteX863" fmla="*/ 9324435 w 12192000"/>
              <a:gd name="connsiteY863" fmla="*/ 4068980 h 6858000"/>
              <a:gd name="connsiteX864" fmla="*/ 9065171 w 12192000"/>
              <a:gd name="connsiteY864" fmla="*/ 4076043 h 6858000"/>
              <a:gd name="connsiteX865" fmla="*/ 9065171 w 12192000"/>
              <a:gd name="connsiteY865" fmla="*/ 4473007 h 6858000"/>
              <a:gd name="connsiteX866" fmla="*/ 9467190 w 12192000"/>
              <a:gd name="connsiteY866" fmla="*/ 4473007 h 6858000"/>
              <a:gd name="connsiteX867" fmla="*/ 9467190 w 12192000"/>
              <a:gd name="connsiteY867" fmla="*/ 4073513 h 6858000"/>
              <a:gd name="connsiteX868" fmla="*/ 9324435 w 12192000"/>
              <a:gd name="connsiteY868" fmla="*/ 4068980 h 6858000"/>
              <a:gd name="connsiteX869" fmla="*/ 3409011 w 12192000"/>
              <a:gd name="connsiteY869" fmla="*/ 4068980 h 6858000"/>
              <a:gd name="connsiteX870" fmla="*/ 3148639 w 12192000"/>
              <a:gd name="connsiteY870" fmla="*/ 4076043 h 6858000"/>
              <a:gd name="connsiteX871" fmla="*/ 3148639 w 12192000"/>
              <a:gd name="connsiteY871" fmla="*/ 4470476 h 6858000"/>
              <a:gd name="connsiteX872" fmla="*/ 3550657 w 12192000"/>
              <a:gd name="connsiteY872" fmla="*/ 4467945 h 6858000"/>
              <a:gd name="connsiteX873" fmla="*/ 3550657 w 12192000"/>
              <a:gd name="connsiteY873" fmla="*/ 4073513 h 6858000"/>
              <a:gd name="connsiteX874" fmla="*/ 3409011 w 12192000"/>
              <a:gd name="connsiteY874" fmla="*/ 4068980 h 6858000"/>
              <a:gd name="connsiteX875" fmla="*/ 7567074 w 12192000"/>
              <a:gd name="connsiteY875" fmla="*/ 4068140 h 6858000"/>
              <a:gd name="connsiteX876" fmla="*/ 7373650 w 12192000"/>
              <a:gd name="connsiteY876" fmla="*/ 4076043 h 6858000"/>
              <a:gd name="connsiteX877" fmla="*/ 7376180 w 12192000"/>
              <a:gd name="connsiteY877" fmla="*/ 4473007 h 6858000"/>
              <a:gd name="connsiteX878" fmla="*/ 7775668 w 12192000"/>
              <a:gd name="connsiteY878" fmla="*/ 4473007 h 6858000"/>
              <a:gd name="connsiteX879" fmla="*/ 7775668 w 12192000"/>
              <a:gd name="connsiteY879" fmla="*/ 4073513 h 6858000"/>
              <a:gd name="connsiteX880" fmla="*/ 7567074 w 12192000"/>
              <a:gd name="connsiteY880" fmla="*/ 4068140 h 6858000"/>
              <a:gd name="connsiteX881" fmla="*/ 2496932 w 12192000"/>
              <a:gd name="connsiteY881" fmla="*/ 4068140 h 6858000"/>
              <a:gd name="connsiteX882" fmla="*/ 2301610 w 12192000"/>
              <a:gd name="connsiteY882" fmla="*/ 4076043 h 6858000"/>
              <a:gd name="connsiteX883" fmla="*/ 2301610 w 12192000"/>
              <a:gd name="connsiteY883" fmla="*/ 4475531 h 6858000"/>
              <a:gd name="connsiteX884" fmla="*/ 2703634 w 12192000"/>
              <a:gd name="connsiteY884" fmla="*/ 4473007 h 6858000"/>
              <a:gd name="connsiteX885" fmla="*/ 2703634 w 12192000"/>
              <a:gd name="connsiteY885" fmla="*/ 4073513 h 6858000"/>
              <a:gd name="connsiteX886" fmla="*/ 2496932 w 12192000"/>
              <a:gd name="connsiteY886" fmla="*/ 4068140 h 6858000"/>
              <a:gd name="connsiteX887" fmla="*/ 385689 w 12192000"/>
              <a:gd name="connsiteY887" fmla="*/ 4068140 h 6858000"/>
              <a:gd name="connsiteX888" fmla="*/ 190366 w 12192000"/>
              <a:gd name="connsiteY888" fmla="*/ 4076043 h 6858000"/>
              <a:gd name="connsiteX889" fmla="*/ 190366 w 12192000"/>
              <a:gd name="connsiteY889" fmla="*/ 4473007 h 6858000"/>
              <a:gd name="connsiteX890" fmla="*/ 592391 w 12192000"/>
              <a:gd name="connsiteY890" fmla="*/ 4473007 h 6858000"/>
              <a:gd name="connsiteX891" fmla="*/ 592391 w 12192000"/>
              <a:gd name="connsiteY891" fmla="*/ 4073513 h 6858000"/>
              <a:gd name="connsiteX892" fmla="*/ 385689 w 12192000"/>
              <a:gd name="connsiteY892" fmla="*/ 4068140 h 6858000"/>
              <a:gd name="connsiteX893" fmla="*/ 4667412 w 12192000"/>
              <a:gd name="connsiteY893" fmla="*/ 4066582 h 6858000"/>
              <a:gd name="connsiteX894" fmla="*/ 4415383 w 12192000"/>
              <a:gd name="connsiteY894" fmla="*/ 4076043 h 6858000"/>
              <a:gd name="connsiteX895" fmla="*/ 4415383 w 12192000"/>
              <a:gd name="connsiteY895" fmla="*/ 4473007 h 6858000"/>
              <a:gd name="connsiteX896" fmla="*/ 4814877 w 12192000"/>
              <a:gd name="connsiteY896" fmla="*/ 4473007 h 6858000"/>
              <a:gd name="connsiteX897" fmla="*/ 4812347 w 12192000"/>
              <a:gd name="connsiteY897" fmla="*/ 4070982 h 6858000"/>
              <a:gd name="connsiteX898" fmla="*/ 4667412 w 12192000"/>
              <a:gd name="connsiteY898" fmla="*/ 4066582 h 6858000"/>
              <a:gd name="connsiteX899" fmla="*/ 11181470 w 12192000"/>
              <a:gd name="connsiteY899" fmla="*/ 3651266 h 6858000"/>
              <a:gd name="connsiteX900" fmla="*/ 11184000 w 12192000"/>
              <a:gd name="connsiteY900" fmla="*/ 4053285 h 6858000"/>
              <a:gd name="connsiteX901" fmla="*/ 11575908 w 12192000"/>
              <a:gd name="connsiteY901" fmla="*/ 4053285 h 6858000"/>
              <a:gd name="connsiteX902" fmla="*/ 11573378 w 12192000"/>
              <a:gd name="connsiteY902" fmla="*/ 3651266 h 6858000"/>
              <a:gd name="connsiteX903" fmla="*/ 11181470 w 12192000"/>
              <a:gd name="connsiteY903" fmla="*/ 3651266 h 6858000"/>
              <a:gd name="connsiteX904" fmla="*/ 9912200 w 12192000"/>
              <a:gd name="connsiteY904" fmla="*/ 3651266 h 6858000"/>
              <a:gd name="connsiteX905" fmla="*/ 9914725 w 12192000"/>
              <a:gd name="connsiteY905" fmla="*/ 4053285 h 6858000"/>
              <a:gd name="connsiteX906" fmla="*/ 10311688 w 12192000"/>
              <a:gd name="connsiteY906" fmla="*/ 4050755 h 6858000"/>
              <a:gd name="connsiteX907" fmla="*/ 10311688 w 12192000"/>
              <a:gd name="connsiteY907" fmla="*/ 3653791 h 6858000"/>
              <a:gd name="connsiteX908" fmla="*/ 9912200 w 12192000"/>
              <a:gd name="connsiteY908" fmla="*/ 3651266 h 6858000"/>
              <a:gd name="connsiteX909" fmla="*/ 8223203 w 12192000"/>
              <a:gd name="connsiteY909" fmla="*/ 3651266 h 6858000"/>
              <a:gd name="connsiteX910" fmla="*/ 8225734 w 12192000"/>
              <a:gd name="connsiteY910" fmla="*/ 4053285 h 6858000"/>
              <a:gd name="connsiteX911" fmla="*/ 8620167 w 12192000"/>
              <a:gd name="connsiteY911" fmla="*/ 4053285 h 6858000"/>
              <a:gd name="connsiteX912" fmla="*/ 8622697 w 12192000"/>
              <a:gd name="connsiteY912" fmla="*/ 3651266 h 6858000"/>
              <a:gd name="connsiteX913" fmla="*/ 8223203 w 12192000"/>
              <a:gd name="connsiteY913" fmla="*/ 3651266 h 6858000"/>
              <a:gd name="connsiteX914" fmla="*/ 7376180 w 12192000"/>
              <a:gd name="connsiteY914" fmla="*/ 3651266 h 6858000"/>
              <a:gd name="connsiteX915" fmla="*/ 7376180 w 12192000"/>
              <a:gd name="connsiteY915" fmla="*/ 4050755 h 6858000"/>
              <a:gd name="connsiteX916" fmla="*/ 7778199 w 12192000"/>
              <a:gd name="connsiteY916" fmla="*/ 4048230 h 6858000"/>
              <a:gd name="connsiteX917" fmla="*/ 7778199 w 12192000"/>
              <a:gd name="connsiteY917" fmla="*/ 3651266 h 6858000"/>
              <a:gd name="connsiteX918" fmla="*/ 7376180 w 12192000"/>
              <a:gd name="connsiteY918" fmla="*/ 3651266 h 6858000"/>
              <a:gd name="connsiteX919" fmla="*/ 6534212 w 12192000"/>
              <a:gd name="connsiteY919" fmla="*/ 3651266 h 6858000"/>
              <a:gd name="connsiteX920" fmla="*/ 6536737 w 12192000"/>
              <a:gd name="connsiteY920" fmla="*/ 4053285 h 6858000"/>
              <a:gd name="connsiteX921" fmla="*/ 6933701 w 12192000"/>
              <a:gd name="connsiteY921" fmla="*/ 4050755 h 6858000"/>
              <a:gd name="connsiteX922" fmla="*/ 6931176 w 12192000"/>
              <a:gd name="connsiteY922" fmla="*/ 3653791 h 6858000"/>
              <a:gd name="connsiteX923" fmla="*/ 6534212 w 12192000"/>
              <a:gd name="connsiteY923" fmla="*/ 3651266 h 6858000"/>
              <a:gd name="connsiteX924" fmla="*/ 5682128 w 12192000"/>
              <a:gd name="connsiteY924" fmla="*/ 3651266 h 6858000"/>
              <a:gd name="connsiteX925" fmla="*/ 5682128 w 12192000"/>
              <a:gd name="connsiteY925" fmla="*/ 4050755 h 6858000"/>
              <a:gd name="connsiteX926" fmla="*/ 6084147 w 12192000"/>
              <a:gd name="connsiteY926" fmla="*/ 4048230 h 6858000"/>
              <a:gd name="connsiteX927" fmla="*/ 6084147 w 12192000"/>
              <a:gd name="connsiteY927" fmla="*/ 3651266 h 6858000"/>
              <a:gd name="connsiteX928" fmla="*/ 5682128 w 12192000"/>
              <a:gd name="connsiteY928" fmla="*/ 3651266 h 6858000"/>
              <a:gd name="connsiteX929" fmla="*/ 5262406 w 12192000"/>
              <a:gd name="connsiteY929" fmla="*/ 3651266 h 6858000"/>
              <a:gd name="connsiteX930" fmla="*/ 5264938 w 12192000"/>
              <a:gd name="connsiteY930" fmla="*/ 4050755 h 6858000"/>
              <a:gd name="connsiteX931" fmla="*/ 5661901 w 12192000"/>
              <a:gd name="connsiteY931" fmla="*/ 4050755 h 6858000"/>
              <a:gd name="connsiteX932" fmla="*/ 5661901 w 12192000"/>
              <a:gd name="connsiteY932" fmla="*/ 3651266 h 6858000"/>
              <a:gd name="connsiteX933" fmla="*/ 5262406 w 12192000"/>
              <a:gd name="connsiteY933" fmla="*/ 3651266 h 6858000"/>
              <a:gd name="connsiteX934" fmla="*/ 3993131 w 12192000"/>
              <a:gd name="connsiteY934" fmla="*/ 3651266 h 6858000"/>
              <a:gd name="connsiteX935" fmla="*/ 3993131 w 12192000"/>
              <a:gd name="connsiteY935" fmla="*/ 4053285 h 6858000"/>
              <a:gd name="connsiteX936" fmla="*/ 4390100 w 12192000"/>
              <a:gd name="connsiteY936" fmla="*/ 4053285 h 6858000"/>
              <a:gd name="connsiteX937" fmla="*/ 4387570 w 12192000"/>
              <a:gd name="connsiteY937" fmla="*/ 3651266 h 6858000"/>
              <a:gd name="connsiteX938" fmla="*/ 3993131 w 12192000"/>
              <a:gd name="connsiteY938" fmla="*/ 3651266 h 6858000"/>
              <a:gd name="connsiteX939" fmla="*/ 3151163 w 12192000"/>
              <a:gd name="connsiteY939" fmla="*/ 3651266 h 6858000"/>
              <a:gd name="connsiteX940" fmla="*/ 3153694 w 12192000"/>
              <a:gd name="connsiteY940" fmla="*/ 4053285 h 6858000"/>
              <a:gd name="connsiteX941" fmla="*/ 3550657 w 12192000"/>
              <a:gd name="connsiteY941" fmla="*/ 4048230 h 6858000"/>
              <a:gd name="connsiteX942" fmla="*/ 3550657 w 12192000"/>
              <a:gd name="connsiteY942" fmla="*/ 3651266 h 6858000"/>
              <a:gd name="connsiteX943" fmla="*/ 3151163 w 12192000"/>
              <a:gd name="connsiteY943" fmla="*/ 3651266 h 6858000"/>
              <a:gd name="connsiteX944" fmla="*/ 2306665 w 12192000"/>
              <a:gd name="connsiteY944" fmla="*/ 3651266 h 6858000"/>
              <a:gd name="connsiteX945" fmla="*/ 2309196 w 12192000"/>
              <a:gd name="connsiteY945" fmla="*/ 4053285 h 6858000"/>
              <a:gd name="connsiteX946" fmla="*/ 2706159 w 12192000"/>
              <a:gd name="connsiteY946" fmla="*/ 4050755 h 6858000"/>
              <a:gd name="connsiteX947" fmla="*/ 2706159 w 12192000"/>
              <a:gd name="connsiteY947" fmla="*/ 3653791 h 6858000"/>
              <a:gd name="connsiteX948" fmla="*/ 2306665 w 12192000"/>
              <a:gd name="connsiteY948" fmla="*/ 3651266 h 6858000"/>
              <a:gd name="connsiteX949" fmla="*/ 1881894 w 12192000"/>
              <a:gd name="connsiteY949" fmla="*/ 3651266 h 6858000"/>
              <a:gd name="connsiteX950" fmla="*/ 1881894 w 12192000"/>
              <a:gd name="connsiteY950" fmla="*/ 4053285 h 6858000"/>
              <a:gd name="connsiteX951" fmla="*/ 2281382 w 12192000"/>
              <a:gd name="connsiteY951" fmla="*/ 4053285 h 6858000"/>
              <a:gd name="connsiteX952" fmla="*/ 2281382 w 12192000"/>
              <a:gd name="connsiteY952" fmla="*/ 3651266 h 6858000"/>
              <a:gd name="connsiteX953" fmla="*/ 1881894 w 12192000"/>
              <a:gd name="connsiteY953" fmla="*/ 3651266 h 6858000"/>
              <a:gd name="connsiteX954" fmla="*/ 1459642 w 12192000"/>
              <a:gd name="connsiteY954" fmla="*/ 3651266 h 6858000"/>
              <a:gd name="connsiteX955" fmla="*/ 1459642 w 12192000"/>
              <a:gd name="connsiteY955" fmla="*/ 4053285 h 6858000"/>
              <a:gd name="connsiteX956" fmla="*/ 1859136 w 12192000"/>
              <a:gd name="connsiteY956" fmla="*/ 4053285 h 6858000"/>
              <a:gd name="connsiteX957" fmla="*/ 1859136 w 12192000"/>
              <a:gd name="connsiteY957" fmla="*/ 3651266 h 6858000"/>
              <a:gd name="connsiteX958" fmla="*/ 1459642 w 12192000"/>
              <a:gd name="connsiteY958" fmla="*/ 3651266 h 6858000"/>
              <a:gd name="connsiteX959" fmla="*/ 9747795 w 12192000"/>
              <a:gd name="connsiteY959" fmla="*/ 3649258 h 6858000"/>
              <a:gd name="connsiteX960" fmla="*/ 9487423 w 12192000"/>
              <a:gd name="connsiteY960" fmla="*/ 3656322 h 6858000"/>
              <a:gd name="connsiteX961" fmla="*/ 9492479 w 12192000"/>
              <a:gd name="connsiteY961" fmla="*/ 4053285 h 6858000"/>
              <a:gd name="connsiteX962" fmla="*/ 9889442 w 12192000"/>
              <a:gd name="connsiteY962" fmla="*/ 4053285 h 6858000"/>
              <a:gd name="connsiteX963" fmla="*/ 9889442 w 12192000"/>
              <a:gd name="connsiteY963" fmla="*/ 3653791 h 6858000"/>
              <a:gd name="connsiteX964" fmla="*/ 9747795 w 12192000"/>
              <a:gd name="connsiteY964" fmla="*/ 3649258 h 6858000"/>
              <a:gd name="connsiteX965" fmla="*/ 3833087 w 12192000"/>
              <a:gd name="connsiteY965" fmla="*/ 3649258 h 6858000"/>
              <a:gd name="connsiteX966" fmla="*/ 3570885 w 12192000"/>
              <a:gd name="connsiteY966" fmla="*/ 3656322 h 6858000"/>
              <a:gd name="connsiteX967" fmla="*/ 3570885 w 12192000"/>
              <a:gd name="connsiteY967" fmla="*/ 4053285 h 6858000"/>
              <a:gd name="connsiteX968" fmla="*/ 3970379 w 12192000"/>
              <a:gd name="connsiteY968" fmla="*/ 4053285 h 6858000"/>
              <a:gd name="connsiteX969" fmla="*/ 3970379 w 12192000"/>
              <a:gd name="connsiteY969" fmla="*/ 3653791 h 6858000"/>
              <a:gd name="connsiteX970" fmla="*/ 3833087 w 12192000"/>
              <a:gd name="connsiteY970" fmla="*/ 3649258 h 6858000"/>
              <a:gd name="connsiteX971" fmla="*/ 10759223 w 12192000"/>
              <a:gd name="connsiteY971" fmla="*/ 3648736 h 6858000"/>
              <a:gd name="connsiteX972" fmla="*/ 10761754 w 12192000"/>
              <a:gd name="connsiteY972" fmla="*/ 4050755 h 6858000"/>
              <a:gd name="connsiteX973" fmla="*/ 11158717 w 12192000"/>
              <a:gd name="connsiteY973" fmla="*/ 4050755 h 6858000"/>
              <a:gd name="connsiteX974" fmla="*/ 11158717 w 12192000"/>
              <a:gd name="connsiteY974" fmla="*/ 3648736 h 6858000"/>
              <a:gd name="connsiteX975" fmla="*/ 10759223 w 12192000"/>
              <a:gd name="connsiteY975" fmla="*/ 3648736 h 6858000"/>
              <a:gd name="connsiteX976" fmla="*/ 10334446 w 12192000"/>
              <a:gd name="connsiteY976" fmla="*/ 3648736 h 6858000"/>
              <a:gd name="connsiteX977" fmla="*/ 10336971 w 12192000"/>
              <a:gd name="connsiteY977" fmla="*/ 4050755 h 6858000"/>
              <a:gd name="connsiteX978" fmla="*/ 10733940 w 12192000"/>
              <a:gd name="connsiteY978" fmla="*/ 4048230 h 6858000"/>
              <a:gd name="connsiteX979" fmla="*/ 10733940 w 12192000"/>
              <a:gd name="connsiteY979" fmla="*/ 3651266 h 6858000"/>
              <a:gd name="connsiteX980" fmla="*/ 10334446 w 12192000"/>
              <a:gd name="connsiteY980" fmla="*/ 3648736 h 6858000"/>
              <a:gd name="connsiteX981" fmla="*/ 9067702 w 12192000"/>
              <a:gd name="connsiteY981" fmla="*/ 3648736 h 6858000"/>
              <a:gd name="connsiteX982" fmla="*/ 9065171 w 12192000"/>
              <a:gd name="connsiteY982" fmla="*/ 4045699 h 6858000"/>
              <a:gd name="connsiteX983" fmla="*/ 9467190 w 12192000"/>
              <a:gd name="connsiteY983" fmla="*/ 4045699 h 6858000"/>
              <a:gd name="connsiteX984" fmla="*/ 9464665 w 12192000"/>
              <a:gd name="connsiteY984" fmla="*/ 3648736 h 6858000"/>
              <a:gd name="connsiteX985" fmla="*/ 9067702 w 12192000"/>
              <a:gd name="connsiteY985" fmla="*/ 3648736 h 6858000"/>
              <a:gd name="connsiteX986" fmla="*/ 8645449 w 12192000"/>
              <a:gd name="connsiteY986" fmla="*/ 3648736 h 6858000"/>
              <a:gd name="connsiteX987" fmla="*/ 8645449 w 12192000"/>
              <a:gd name="connsiteY987" fmla="*/ 4050755 h 6858000"/>
              <a:gd name="connsiteX988" fmla="*/ 9042419 w 12192000"/>
              <a:gd name="connsiteY988" fmla="*/ 4050755 h 6858000"/>
              <a:gd name="connsiteX989" fmla="*/ 9039888 w 12192000"/>
              <a:gd name="connsiteY989" fmla="*/ 3648736 h 6858000"/>
              <a:gd name="connsiteX990" fmla="*/ 8645449 w 12192000"/>
              <a:gd name="connsiteY990" fmla="*/ 3648736 h 6858000"/>
              <a:gd name="connsiteX991" fmla="*/ 6104374 w 12192000"/>
              <a:gd name="connsiteY991" fmla="*/ 3648736 h 6858000"/>
              <a:gd name="connsiteX992" fmla="*/ 6104374 w 12192000"/>
              <a:gd name="connsiteY992" fmla="*/ 4050755 h 6858000"/>
              <a:gd name="connsiteX993" fmla="*/ 6511454 w 12192000"/>
              <a:gd name="connsiteY993" fmla="*/ 4050755 h 6858000"/>
              <a:gd name="connsiteX994" fmla="*/ 6511454 w 12192000"/>
              <a:gd name="connsiteY994" fmla="*/ 3648736 h 6858000"/>
              <a:gd name="connsiteX995" fmla="*/ 6104374 w 12192000"/>
              <a:gd name="connsiteY995" fmla="*/ 3648736 h 6858000"/>
              <a:gd name="connsiteX996" fmla="*/ 4415383 w 12192000"/>
              <a:gd name="connsiteY996" fmla="*/ 3648736 h 6858000"/>
              <a:gd name="connsiteX997" fmla="*/ 4415383 w 12192000"/>
              <a:gd name="connsiteY997" fmla="*/ 4050755 h 6858000"/>
              <a:gd name="connsiteX998" fmla="*/ 4814877 w 12192000"/>
              <a:gd name="connsiteY998" fmla="*/ 4050755 h 6858000"/>
              <a:gd name="connsiteX999" fmla="*/ 4814877 w 12192000"/>
              <a:gd name="connsiteY999" fmla="*/ 3648736 h 6858000"/>
              <a:gd name="connsiteX1000" fmla="*/ 4415383 w 12192000"/>
              <a:gd name="connsiteY1000" fmla="*/ 3648736 h 6858000"/>
              <a:gd name="connsiteX1001" fmla="*/ 2726387 w 12192000"/>
              <a:gd name="connsiteY1001" fmla="*/ 3648736 h 6858000"/>
              <a:gd name="connsiteX1002" fmla="*/ 2726387 w 12192000"/>
              <a:gd name="connsiteY1002" fmla="*/ 4048230 h 6858000"/>
              <a:gd name="connsiteX1003" fmla="*/ 3128411 w 12192000"/>
              <a:gd name="connsiteY1003" fmla="*/ 4045699 h 6858000"/>
              <a:gd name="connsiteX1004" fmla="*/ 3125881 w 12192000"/>
              <a:gd name="connsiteY1004" fmla="*/ 3648736 h 6858000"/>
              <a:gd name="connsiteX1005" fmla="*/ 2726387 w 12192000"/>
              <a:gd name="connsiteY1005" fmla="*/ 3648736 h 6858000"/>
              <a:gd name="connsiteX1006" fmla="*/ 1034865 w 12192000"/>
              <a:gd name="connsiteY1006" fmla="*/ 3648736 h 6858000"/>
              <a:gd name="connsiteX1007" fmla="*/ 1034865 w 12192000"/>
              <a:gd name="connsiteY1007" fmla="*/ 4048230 h 6858000"/>
              <a:gd name="connsiteX1008" fmla="*/ 1436884 w 12192000"/>
              <a:gd name="connsiteY1008" fmla="*/ 4045699 h 6858000"/>
              <a:gd name="connsiteX1009" fmla="*/ 1436884 w 12192000"/>
              <a:gd name="connsiteY1009" fmla="*/ 3648736 h 6858000"/>
              <a:gd name="connsiteX1010" fmla="*/ 1034865 w 12192000"/>
              <a:gd name="connsiteY1010" fmla="*/ 3648736 h 6858000"/>
              <a:gd name="connsiteX1011" fmla="*/ 808885 w 12192000"/>
              <a:gd name="connsiteY1011" fmla="*/ 3648418 h 6858000"/>
              <a:gd name="connsiteX1012" fmla="*/ 612619 w 12192000"/>
              <a:gd name="connsiteY1012" fmla="*/ 3656322 h 6858000"/>
              <a:gd name="connsiteX1013" fmla="*/ 612619 w 12192000"/>
              <a:gd name="connsiteY1013" fmla="*/ 4053285 h 6858000"/>
              <a:gd name="connsiteX1014" fmla="*/ 1014637 w 12192000"/>
              <a:gd name="connsiteY1014" fmla="*/ 4053285 h 6858000"/>
              <a:gd name="connsiteX1015" fmla="*/ 1014637 w 12192000"/>
              <a:gd name="connsiteY1015" fmla="*/ 3653791 h 6858000"/>
              <a:gd name="connsiteX1016" fmla="*/ 808885 w 12192000"/>
              <a:gd name="connsiteY1016" fmla="*/ 3648418 h 6858000"/>
              <a:gd name="connsiteX1017" fmla="*/ 11794932 w 12192000"/>
              <a:gd name="connsiteY1017" fmla="*/ 3648102 h 6858000"/>
              <a:gd name="connsiteX1018" fmla="*/ 11598660 w 12192000"/>
              <a:gd name="connsiteY1018" fmla="*/ 3653791 h 6858000"/>
              <a:gd name="connsiteX1019" fmla="*/ 11598660 w 12192000"/>
              <a:gd name="connsiteY1019" fmla="*/ 4050755 h 6858000"/>
              <a:gd name="connsiteX1020" fmla="*/ 12000685 w 12192000"/>
              <a:gd name="connsiteY1020" fmla="*/ 4053285 h 6858000"/>
              <a:gd name="connsiteX1021" fmla="*/ 12000685 w 12192000"/>
              <a:gd name="connsiteY1021" fmla="*/ 3653791 h 6858000"/>
              <a:gd name="connsiteX1022" fmla="*/ 11794932 w 12192000"/>
              <a:gd name="connsiteY1022" fmla="*/ 3648102 h 6858000"/>
              <a:gd name="connsiteX1023" fmla="*/ 7146721 w 12192000"/>
              <a:gd name="connsiteY1023" fmla="*/ 3648102 h 6858000"/>
              <a:gd name="connsiteX1024" fmla="*/ 6951403 w 12192000"/>
              <a:gd name="connsiteY1024" fmla="*/ 3653791 h 6858000"/>
              <a:gd name="connsiteX1025" fmla="*/ 6951403 w 12192000"/>
              <a:gd name="connsiteY1025" fmla="*/ 4050755 h 6858000"/>
              <a:gd name="connsiteX1026" fmla="*/ 7353422 w 12192000"/>
              <a:gd name="connsiteY1026" fmla="*/ 4053285 h 6858000"/>
              <a:gd name="connsiteX1027" fmla="*/ 7353422 w 12192000"/>
              <a:gd name="connsiteY1027" fmla="*/ 3653791 h 6858000"/>
              <a:gd name="connsiteX1028" fmla="*/ 7146721 w 12192000"/>
              <a:gd name="connsiteY1028" fmla="*/ 3648102 h 6858000"/>
              <a:gd name="connsiteX1029" fmla="*/ 5033901 w 12192000"/>
              <a:gd name="connsiteY1029" fmla="*/ 3648102 h 6858000"/>
              <a:gd name="connsiteX1030" fmla="*/ 4837630 w 12192000"/>
              <a:gd name="connsiteY1030" fmla="*/ 3653791 h 6858000"/>
              <a:gd name="connsiteX1031" fmla="*/ 4837630 w 12192000"/>
              <a:gd name="connsiteY1031" fmla="*/ 4050755 h 6858000"/>
              <a:gd name="connsiteX1032" fmla="*/ 5239648 w 12192000"/>
              <a:gd name="connsiteY1032" fmla="*/ 4053285 h 6858000"/>
              <a:gd name="connsiteX1033" fmla="*/ 5239648 w 12192000"/>
              <a:gd name="connsiteY1033" fmla="*/ 3653791 h 6858000"/>
              <a:gd name="connsiteX1034" fmla="*/ 5033901 w 12192000"/>
              <a:gd name="connsiteY1034" fmla="*/ 3648102 h 6858000"/>
              <a:gd name="connsiteX1035" fmla="*/ 8049296 w 12192000"/>
              <a:gd name="connsiteY1035" fmla="*/ 3646731 h 6858000"/>
              <a:gd name="connsiteX1036" fmla="*/ 7798427 w 12192000"/>
              <a:gd name="connsiteY1036" fmla="*/ 3653791 h 6858000"/>
              <a:gd name="connsiteX1037" fmla="*/ 7798427 w 12192000"/>
              <a:gd name="connsiteY1037" fmla="*/ 4050755 h 6858000"/>
              <a:gd name="connsiteX1038" fmla="*/ 8197920 w 12192000"/>
              <a:gd name="connsiteY1038" fmla="*/ 4050755 h 6858000"/>
              <a:gd name="connsiteX1039" fmla="*/ 8197920 w 12192000"/>
              <a:gd name="connsiteY1039" fmla="*/ 3651266 h 6858000"/>
              <a:gd name="connsiteX1040" fmla="*/ 8049296 w 12192000"/>
              <a:gd name="connsiteY1040" fmla="*/ 3646731 h 6858000"/>
              <a:gd name="connsiteX1041" fmla="*/ 441285 w 12192000"/>
              <a:gd name="connsiteY1041" fmla="*/ 3645002 h 6858000"/>
              <a:gd name="connsiteX1042" fmla="*/ 190366 w 12192000"/>
              <a:gd name="connsiteY1042" fmla="*/ 3653791 h 6858000"/>
              <a:gd name="connsiteX1043" fmla="*/ 190366 w 12192000"/>
              <a:gd name="connsiteY1043" fmla="*/ 4050755 h 6858000"/>
              <a:gd name="connsiteX1044" fmla="*/ 589860 w 12192000"/>
              <a:gd name="connsiteY1044" fmla="*/ 4050755 h 6858000"/>
              <a:gd name="connsiteX1045" fmla="*/ 587330 w 12192000"/>
              <a:gd name="connsiteY1045" fmla="*/ 3648736 h 6858000"/>
              <a:gd name="connsiteX1046" fmla="*/ 441285 w 12192000"/>
              <a:gd name="connsiteY1046" fmla="*/ 3645002 h 6858000"/>
              <a:gd name="connsiteX1047" fmla="*/ 10334446 w 12192000"/>
              <a:gd name="connsiteY1047" fmla="*/ 3229014 h 6858000"/>
              <a:gd name="connsiteX1048" fmla="*/ 10336971 w 12192000"/>
              <a:gd name="connsiteY1048" fmla="*/ 3631039 h 6858000"/>
              <a:gd name="connsiteX1049" fmla="*/ 10731410 w 12192000"/>
              <a:gd name="connsiteY1049" fmla="*/ 3625978 h 6858000"/>
              <a:gd name="connsiteX1050" fmla="*/ 10728879 w 12192000"/>
              <a:gd name="connsiteY1050" fmla="*/ 3229014 h 6858000"/>
              <a:gd name="connsiteX1051" fmla="*/ 10334446 w 12192000"/>
              <a:gd name="connsiteY1051" fmla="*/ 3229014 h 6858000"/>
              <a:gd name="connsiteX1052" fmla="*/ 7800957 w 12192000"/>
              <a:gd name="connsiteY1052" fmla="*/ 3229014 h 6858000"/>
              <a:gd name="connsiteX1053" fmla="*/ 7803482 w 12192000"/>
              <a:gd name="connsiteY1053" fmla="*/ 3631039 h 6858000"/>
              <a:gd name="connsiteX1054" fmla="*/ 8197920 w 12192000"/>
              <a:gd name="connsiteY1054" fmla="*/ 3625978 h 6858000"/>
              <a:gd name="connsiteX1055" fmla="*/ 8197920 w 12192000"/>
              <a:gd name="connsiteY1055" fmla="*/ 3229014 h 6858000"/>
              <a:gd name="connsiteX1056" fmla="*/ 7800957 w 12192000"/>
              <a:gd name="connsiteY1056" fmla="*/ 3229014 h 6858000"/>
              <a:gd name="connsiteX1057" fmla="*/ 7378705 w 12192000"/>
              <a:gd name="connsiteY1057" fmla="*/ 3229014 h 6858000"/>
              <a:gd name="connsiteX1058" fmla="*/ 7381236 w 12192000"/>
              <a:gd name="connsiteY1058" fmla="*/ 3631039 h 6858000"/>
              <a:gd name="connsiteX1059" fmla="*/ 7778199 w 12192000"/>
              <a:gd name="connsiteY1059" fmla="*/ 3628508 h 6858000"/>
              <a:gd name="connsiteX1060" fmla="*/ 7778199 w 12192000"/>
              <a:gd name="connsiteY1060" fmla="*/ 3231545 h 6858000"/>
              <a:gd name="connsiteX1061" fmla="*/ 7378705 w 12192000"/>
              <a:gd name="connsiteY1061" fmla="*/ 3229014 h 6858000"/>
              <a:gd name="connsiteX1062" fmla="*/ 6951403 w 12192000"/>
              <a:gd name="connsiteY1062" fmla="*/ 3229014 h 6858000"/>
              <a:gd name="connsiteX1063" fmla="*/ 6951403 w 12192000"/>
              <a:gd name="connsiteY1063" fmla="*/ 3628508 h 6858000"/>
              <a:gd name="connsiteX1064" fmla="*/ 7353422 w 12192000"/>
              <a:gd name="connsiteY1064" fmla="*/ 3625978 h 6858000"/>
              <a:gd name="connsiteX1065" fmla="*/ 7350892 w 12192000"/>
              <a:gd name="connsiteY1065" fmla="*/ 3229014 h 6858000"/>
              <a:gd name="connsiteX1066" fmla="*/ 6951403 w 12192000"/>
              <a:gd name="connsiteY1066" fmla="*/ 3229014 h 6858000"/>
              <a:gd name="connsiteX1067" fmla="*/ 5682128 w 12192000"/>
              <a:gd name="connsiteY1067" fmla="*/ 3229014 h 6858000"/>
              <a:gd name="connsiteX1068" fmla="*/ 5682128 w 12192000"/>
              <a:gd name="connsiteY1068" fmla="*/ 3628508 h 6858000"/>
              <a:gd name="connsiteX1069" fmla="*/ 6081622 w 12192000"/>
              <a:gd name="connsiteY1069" fmla="*/ 3628508 h 6858000"/>
              <a:gd name="connsiteX1070" fmla="*/ 6079091 w 12192000"/>
              <a:gd name="connsiteY1070" fmla="*/ 3229014 h 6858000"/>
              <a:gd name="connsiteX1071" fmla="*/ 5682128 w 12192000"/>
              <a:gd name="connsiteY1071" fmla="*/ 3229014 h 6858000"/>
              <a:gd name="connsiteX1072" fmla="*/ 4840160 w 12192000"/>
              <a:gd name="connsiteY1072" fmla="*/ 3229014 h 6858000"/>
              <a:gd name="connsiteX1073" fmla="*/ 4837630 w 12192000"/>
              <a:gd name="connsiteY1073" fmla="*/ 3628508 h 6858000"/>
              <a:gd name="connsiteX1074" fmla="*/ 5237124 w 12192000"/>
              <a:gd name="connsiteY1074" fmla="*/ 3628508 h 6858000"/>
              <a:gd name="connsiteX1075" fmla="*/ 5237124 w 12192000"/>
              <a:gd name="connsiteY1075" fmla="*/ 3229014 h 6858000"/>
              <a:gd name="connsiteX1076" fmla="*/ 4840160 w 12192000"/>
              <a:gd name="connsiteY1076" fmla="*/ 3229014 h 6858000"/>
              <a:gd name="connsiteX1077" fmla="*/ 4417908 w 12192000"/>
              <a:gd name="connsiteY1077" fmla="*/ 3229014 h 6858000"/>
              <a:gd name="connsiteX1078" fmla="*/ 4420439 w 12192000"/>
              <a:gd name="connsiteY1078" fmla="*/ 3631039 h 6858000"/>
              <a:gd name="connsiteX1079" fmla="*/ 4814877 w 12192000"/>
              <a:gd name="connsiteY1079" fmla="*/ 3631039 h 6858000"/>
              <a:gd name="connsiteX1080" fmla="*/ 4814877 w 12192000"/>
              <a:gd name="connsiteY1080" fmla="*/ 3229014 h 6858000"/>
              <a:gd name="connsiteX1081" fmla="*/ 4417908 w 12192000"/>
              <a:gd name="connsiteY1081" fmla="*/ 3229014 h 6858000"/>
              <a:gd name="connsiteX1082" fmla="*/ 3995662 w 12192000"/>
              <a:gd name="connsiteY1082" fmla="*/ 3229014 h 6858000"/>
              <a:gd name="connsiteX1083" fmla="*/ 3995662 w 12192000"/>
              <a:gd name="connsiteY1083" fmla="*/ 3631039 h 6858000"/>
              <a:gd name="connsiteX1084" fmla="*/ 4390100 w 12192000"/>
              <a:gd name="connsiteY1084" fmla="*/ 3631039 h 6858000"/>
              <a:gd name="connsiteX1085" fmla="*/ 4387570 w 12192000"/>
              <a:gd name="connsiteY1085" fmla="*/ 3229014 h 6858000"/>
              <a:gd name="connsiteX1086" fmla="*/ 3995662 w 12192000"/>
              <a:gd name="connsiteY1086" fmla="*/ 3229014 h 6858000"/>
              <a:gd name="connsiteX1087" fmla="*/ 3570885 w 12192000"/>
              <a:gd name="connsiteY1087" fmla="*/ 3229014 h 6858000"/>
              <a:gd name="connsiteX1088" fmla="*/ 3570885 w 12192000"/>
              <a:gd name="connsiteY1088" fmla="*/ 3628508 h 6858000"/>
              <a:gd name="connsiteX1089" fmla="*/ 3970379 w 12192000"/>
              <a:gd name="connsiteY1089" fmla="*/ 3625978 h 6858000"/>
              <a:gd name="connsiteX1090" fmla="*/ 3970379 w 12192000"/>
              <a:gd name="connsiteY1090" fmla="*/ 3229014 h 6858000"/>
              <a:gd name="connsiteX1091" fmla="*/ 3570885 w 12192000"/>
              <a:gd name="connsiteY1091" fmla="*/ 3229014 h 6858000"/>
              <a:gd name="connsiteX1092" fmla="*/ 3151163 w 12192000"/>
              <a:gd name="connsiteY1092" fmla="*/ 3229014 h 6858000"/>
              <a:gd name="connsiteX1093" fmla="*/ 3153694 w 12192000"/>
              <a:gd name="connsiteY1093" fmla="*/ 3631039 h 6858000"/>
              <a:gd name="connsiteX1094" fmla="*/ 3550657 w 12192000"/>
              <a:gd name="connsiteY1094" fmla="*/ 3625978 h 6858000"/>
              <a:gd name="connsiteX1095" fmla="*/ 3550657 w 12192000"/>
              <a:gd name="connsiteY1095" fmla="*/ 3229014 h 6858000"/>
              <a:gd name="connsiteX1096" fmla="*/ 3151163 w 12192000"/>
              <a:gd name="connsiteY1096" fmla="*/ 3229014 h 6858000"/>
              <a:gd name="connsiteX1097" fmla="*/ 2723862 w 12192000"/>
              <a:gd name="connsiteY1097" fmla="*/ 3229014 h 6858000"/>
              <a:gd name="connsiteX1098" fmla="*/ 2723862 w 12192000"/>
              <a:gd name="connsiteY1098" fmla="*/ 3628508 h 6858000"/>
              <a:gd name="connsiteX1099" fmla="*/ 3125881 w 12192000"/>
              <a:gd name="connsiteY1099" fmla="*/ 3628508 h 6858000"/>
              <a:gd name="connsiteX1100" fmla="*/ 3120825 w 12192000"/>
              <a:gd name="connsiteY1100" fmla="*/ 3229014 h 6858000"/>
              <a:gd name="connsiteX1101" fmla="*/ 2723862 w 12192000"/>
              <a:gd name="connsiteY1101" fmla="*/ 3229014 h 6858000"/>
              <a:gd name="connsiteX1102" fmla="*/ 2304140 w 12192000"/>
              <a:gd name="connsiteY1102" fmla="*/ 3229014 h 6858000"/>
              <a:gd name="connsiteX1103" fmla="*/ 2304140 w 12192000"/>
              <a:gd name="connsiteY1103" fmla="*/ 3628508 h 6858000"/>
              <a:gd name="connsiteX1104" fmla="*/ 2706159 w 12192000"/>
              <a:gd name="connsiteY1104" fmla="*/ 3625978 h 6858000"/>
              <a:gd name="connsiteX1105" fmla="*/ 2703634 w 12192000"/>
              <a:gd name="connsiteY1105" fmla="*/ 3229014 h 6858000"/>
              <a:gd name="connsiteX1106" fmla="*/ 2304140 w 12192000"/>
              <a:gd name="connsiteY1106" fmla="*/ 3229014 h 6858000"/>
              <a:gd name="connsiteX1107" fmla="*/ 1037395 w 12192000"/>
              <a:gd name="connsiteY1107" fmla="*/ 3229014 h 6858000"/>
              <a:gd name="connsiteX1108" fmla="*/ 1037395 w 12192000"/>
              <a:gd name="connsiteY1108" fmla="*/ 3628508 h 6858000"/>
              <a:gd name="connsiteX1109" fmla="*/ 1436884 w 12192000"/>
              <a:gd name="connsiteY1109" fmla="*/ 3628508 h 6858000"/>
              <a:gd name="connsiteX1110" fmla="*/ 1436884 w 12192000"/>
              <a:gd name="connsiteY1110" fmla="*/ 3229014 h 6858000"/>
              <a:gd name="connsiteX1111" fmla="*/ 1037395 w 12192000"/>
              <a:gd name="connsiteY1111" fmla="*/ 3229014 h 6858000"/>
              <a:gd name="connsiteX1112" fmla="*/ 612619 w 12192000"/>
              <a:gd name="connsiteY1112" fmla="*/ 3229014 h 6858000"/>
              <a:gd name="connsiteX1113" fmla="*/ 612619 w 12192000"/>
              <a:gd name="connsiteY1113" fmla="*/ 3628508 h 6858000"/>
              <a:gd name="connsiteX1114" fmla="*/ 1012107 w 12192000"/>
              <a:gd name="connsiteY1114" fmla="*/ 3628508 h 6858000"/>
              <a:gd name="connsiteX1115" fmla="*/ 1009582 w 12192000"/>
              <a:gd name="connsiteY1115" fmla="*/ 3229014 h 6858000"/>
              <a:gd name="connsiteX1116" fmla="*/ 612619 w 12192000"/>
              <a:gd name="connsiteY1116" fmla="*/ 3229014 h 6858000"/>
              <a:gd name="connsiteX1117" fmla="*/ 11436528 w 12192000"/>
              <a:gd name="connsiteY1117" fmla="*/ 3227011 h 6858000"/>
              <a:gd name="connsiteX1118" fmla="*/ 11178945 w 12192000"/>
              <a:gd name="connsiteY1118" fmla="*/ 3234070 h 6858000"/>
              <a:gd name="connsiteX1119" fmla="*/ 11178945 w 12192000"/>
              <a:gd name="connsiteY1119" fmla="*/ 3631039 h 6858000"/>
              <a:gd name="connsiteX1120" fmla="*/ 11575908 w 12192000"/>
              <a:gd name="connsiteY1120" fmla="*/ 3631039 h 6858000"/>
              <a:gd name="connsiteX1121" fmla="*/ 11575908 w 12192000"/>
              <a:gd name="connsiteY1121" fmla="*/ 3231545 h 6858000"/>
              <a:gd name="connsiteX1122" fmla="*/ 11436528 w 12192000"/>
              <a:gd name="connsiteY1122" fmla="*/ 3227011 h 6858000"/>
              <a:gd name="connsiteX1123" fmla="*/ 10759223 w 12192000"/>
              <a:gd name="connsiteY1123" fmla="*/ 3226489 h 6858000"/>
              <a:gd name="connsiteX1124" fmla="*/ 10761754 w 12192000"/>
              <a:gd name="connsiteY1124" fmla="*/ 3628508 h 6858000"/>
              <a:gd name="connsiteX1125" fmla="*/ 11156187 w 12192000"/>
              <a:gd name="connsiteY1125" fmla="*/ 3628508 h 6858000"/>
              <a:gd name="connsiteX1126" fmla="*/ 11156187 w 12192000"/>
              <a:gd name="connsiteY1126" fmla="*/ 3226489 h 6858000"/>
              <a:gd name="connsiteX1127" fmla="*/ 10759223 w 12192000"/>
              <a:gd name="connsiteY1127" fmla="*/ 3226489 h 6858000"/>
              <a:gd name="connsiteX1128" fmla="*/ 9912200 w 12192000"/>
              <a:gd name="connsiteY1128" fmla="*/ 3226489 h 6858000"/>
              <a:gd name="connsiteX1129" fmla="*/ 9912200 w 12192000"/>
              <a:gd name="connsiteY1129" fmla="*/ 3628508 h 6858000"/>
              <a:gd name="connsiteX1130" fmla="*/ 10311688 w 12192000"/>
              <a:gd name="connsiteY1130" fmla="*/ 3628508 h 6858000"/>
              <a:gd name="connsiteX1131" fmla="*/ 10309164 w 12192000"/>
              <a:gd name="connsiteY1131" fmla="*/ 3226489 h 6858000"/>
              <a:gd name="connsiteX1132" fmla="*/ 9912200 w 12192000"/>
              <a:gd name="connsiteY1132" fmla="*/ 3226489 h 6858000"/>
              <a:gd name="connsiteX1133" fmla="*/ 9489948 w 12192000"/>
              <a:gd name="connsiteY1133" fmla="*/ 3226489 h 6858000"/>
              <a:gd name="connsiteX1134" fmla="*/ 9489948 w 12192000"/>
              <a:gd name="connsiteY1134" fmla="*/ 3628508 h 6858000"/>
              <a:gd name="connsiteX1135" fmla="*/ 9889442 w 12192000"/>
              <a:gd name="connsiteY1135" fmla="*/ 3628508 h 6858000"/>
              <a:gd name="connsiteX1136" fmla="*/ 9886911 w 12192000"/>
              <a:gd name="connsiteY1136" fmla="*/ 3226489 h 6858000"/>
              <a:gd name="connsiteX1137" fmla="*/ 9489948 w 12192000"/>
              <a:gd name="connsiteY1137" fmla="*/ 3226489 h 6858000"/>
              <a:gd name="connsiteX1138" fmla="*/ 9067702 w 12192000"/>
              <a:gd name="connsiteY1138" fmla="*/ 3226489 h 6858000"/>
              <a:gd name="connsiteX1139" fmla="*/ 9067702 w 12192000"/>
              <a:gd name="connsiteY1139" fmla="*/ 3628508 h 6858000"/>
              <a:gd name="connsiteX1140" fmla="*/ 9467190 w 12192000"/>
              <a:gd name="connsiteY1140" fmla="*/ 3628508 h 6858000"/>
              <a:gd name="connsiteX1141" fmla="*/ 9464665 w 12192000"/>
              <a:gd name="connsiteY1141" fmla="*/ 3226489 h 6858000"/>
              <a:gd name="connsiteX1142" fmla="*/ 9067702 w 12192000"/>
              <a:gd name="connsiteY1142" fmla="*/ 3226489 h 6858000"/>
              <a:gd name="connsiteX1143" fmla="*/ 8642925 w 12192000"/>
              <a:gd name="connsiteY1143" fmla="*/ 3226489 h 6858000"/>
              <a:gd name="connsiteX1144" fmla="*/ 8642925 w 12192000"/>
              <a:gd name="connsiteY1144" fmla="*/ 3628508 h 6858000"/>
              <a:gd name="connsiteX1145" fmla="*/ 9039888 w 12192000"/>
              <a:gd name="connsiteY1145" fmla="*/ 3628508 h 6858000"/>
              <a:gd name="connsiteX1146" fmla="*/ 9037357 w 12192000"/>
              <a:gd name="connsiteY1146" fmla="*/ 3226489 h 6858000"/>
              <a:gd name="connsiteX1147" fmla="*/ 8642925 w 12192000"/>
              <a:gd name="connsiteY1147" fmla="*/ 3226489 h 6858000"/>
              <a:gd name="connsiteX1148" fmla="*/ 6101850 w 12192000"/>
              <a:gd name="connsiteY1148" fmla="*/ 3226489 h 6858000"/>
              <a:gd name="connsiteX1149" fmla="*/ 6104374 w 12192000"/>
              <a:gd name="connsiteY1149" fmla="*/ 3628508 h 6858000"/>
              <a:gd name="connsiteX1150" fmla="*/ 6503868 w 12192000"/>
              <a:gd name="connsiteY1150" fmla="*/ 3628508 h 6858000"/>
              <a:gd name="connsiteX1151" fmla="*/ 6501338 w 12192000"/>
              <a:gd name="connsiteY1151" fmla="*/ 3226489 h 6858000"/>
              <a:gd name="connsiteX1152" fmla="*/ 6101850 w 12192000"/>
              <a:gd name="connsiteY1152" fmla="*/ 3226489 h 6858000"/>
              <a:gd name="connsiteX1153" fmla="*/ 1879363 w 12192000"/>
              <a:gd name="connsiteY1153" fmla="*/ 3226489 h 6858000"/>
              <a:gd name="connsiteX1154" fmla="*/ 1879363 w 12192000"/>
              <a:gd name="connsiteY1154" fmla="*/ 3628508 h 6858000"/>
              <a:gd name="connsiteX1155" fmla="*/ 2278857 w 12192000"/>
              <a:gd name="connsiteY1155" fmla="*/ 3628508 h 6858000"/>
              <a:gd name="connsiteX1156" fmla="*/ 2278857 w 12192000"/>
              <a:gd name="connsiteY1156" fmla="*/ 3226489 h 6858000"/>
              <a:gd name="connsiteX1157" fmla="*/ 1879363 w 12192000"/>
              <a:gd name="connsiteY1157" fmla="*/ 3226489 h 6858000"/>
              <a:gd name="connsiteX1158" fmla="*/ 1457117 w 12192000"/>
              <a:gd name="connsiteY1158" fmla="*/ 3226489 h 6858000"/>
              <a:gd name="connsiteX1159" fmla="*/ 1457117 w 12192000"/>
              <a:gd name="connsiteY1159" fmla="*/ 3628508 h 6858000"/>
              <a:gd name="connsiteX1160" fmla="*/ 1856605 w 12192000"/>
              <a:gd name="connsiteY1160" fmla="*/ 3628508 h 6858000"/>
              <a:gd name="connsiteX1161" fmla="*/ 1856605 w 12192000"/>
              <a:gd name="connsiteY1161" fmla="*/ 3226489 h 6858000"/>
              <a:gd name="connsiteX1162" fmla="*/ 1457117 w 12192000"/>
              <a:gd name="connsiteY1162" fmla="*/ 3226489 h 6858000"/>
              <a:gd name="connsiteX1163" fmla="*/ 6727951 w 12192000"/>
              <a:gd name="connsiteY1163" fmla="*/ 3225856 h 6858000"/>
              <a:gd name="connsiteX1164" fmla="*/ 6531682 w 12192000"/>
              <a:gd name="connsiteY1164" fmla="*/ 3231545 h 6858000"/>
              <a:gd name="connsiteX1165" fmla="*/ 6534212 w 12192000"/>
              <a:gd name="connsiteY1165" fmla="*/ 3628508 h 6858000"/>
              <a:gd name="connsiteX1166" fmla="*/ 6931176 w 12192000"/>
              <a:gd name="connsiteY1166" fmla="*/ 3628508 h 6858000"/>
              <a:gd name="connsiteX1167" fmla="*/ 6933701 w 12192000"/>
              <a:gd name="connsiteY1167" fmla="*/ 3231545 h 6858000"/>
              <a:gd name="connsiteX1168" fmla="*/ 6727951 w 12192000"/>
              <a:gd name="connsiteY1168" fmla="*/ 3225856 h 6858000"/>
              <a:gd name="connsiteX1169" fmla="*/ 386638 w 12192000"/>
              <a:gd name="connsiteY1169" fmla="*/ 3225856 h 6858000"/>
              <a:gd name="connsiteX1170" fmla="*/ 190366 w 12192000"/>
              <a:gd name="connsiteY1170" fmla="*/ 3231545 h 6858000"/>
              <a:gd name="connsiteX1171" fmla="*/ 192897 w 12192000"/>
              <a:gd name="connsiteY1171" fmla="*/ 3628508 h 6858000"/>
              <a:gd name="connsiteX1172" fmla="*/ 589860 w 12192000"/>
              <a:gd name="connsiteY1172" fmla="*/ 3628508 h 6858000"/>
              <a:gd name="connsiteX1173" fmla="*/ 592391 w 12192000"/>
              <a:gd name="connsiteY1173" fmla="*/ 3231545 h 6858000"/>
              <a:gd name="connsiteX1174" fmla="*/ 386638 w 12192000"/>
              <a:gd name="connsiteY1174" fmla="*/ 3225856 h 6858000"/>
              <a:gd name="connsiteX1175" fmla="*/ 11849703 w 12192000"/>
              <a:gd name="connsiteY1175" fmla="*/ 3224481 h 6858000"/>
              <a:gd name="connsiteX1176" fmla="*/ 11598660 w 12192000"/>
              <a:gd name="connsiteY1176" fmla="*/ 3231545 h 6858000"/>
              <a:gd name="connsiteX1177" fmla="*/ 11598660 w 12192000"/>
              <a:gd name="connsiteY1177" fmla="*/ 3628508 h 6858000"/>
              <a:gd name="connsiteX1178" fmla="*/ 12000685 w 12192000"/>
              <a:gd name="connsiteY1178" fmla="*/ 3628508 h 6858000"/>
              <a:gd name="connsiteX1179" fmla="*/ 12000685 w 12192000"/>
              <a:gd name="connsiteY1179" fmla="*/ 3229014 h 6858000"/>
              <a:gd name="connsiteX1180" fmla="*/ 11849703 w 12192000"/>
              <a:gd name="connsiteY1180" fmla="*/ 3224481 h 6858000"/>
              <a:gd name="connsiteX1181" fmla="*/ 5509684 w 12192000"/>
              <a:gd name="connsiteY1181" fmla="*/ 3222621 h 6858000"/>
              <a:gd name="connsiteX1182" fmla="*/ 5259876 w 12192000"/>
              <a:gd name="connsiteY1182" fmla="*/ 3229014 h 6858000"/>
              <a:gd name="connsiteX1183" fmla="*/ 5259876 w 12192000"/>
              <a:gd name="connsiteY1183" fmla="*/ 3625978 h 6858000"/>
              <a:gd name="connsiteX1184" fmla="*/ 5659370 w 12192000"/>
              <a:gd name="connsiteY1184" fmla="*/ 3628508 h 6858000"/>
              <a:gd name="connsiteX1185" fmla="*/ 5656845 w 12192000"/>
              <a:gd name="connsiteY1185" fmla="*/ 3226489 h 6858000"/>
              <a:gd name="connsiteX1186" fmla="*/ 5509684 w 12192000"/>
              <a:gd name="connsiteY1186" fmla="*/ 3222621 h 6858000"/>
              <a:gd name="connsiteX1187" fmla="*/ 8473813 w 12192000"/>
              <a:gd name="connsiteY1187" fmla="*/ 3221954 h 6858000"/>
              <a:gd name="connsiteX1188" fmla="*/ 8220673 w 12192000"/>
              <a:gd name="connsiteY1188" fmla="*/ 3229014 h 6858000"/>
              <a:gd name="connsiteX1189" fmla="*/ 8220673 w 12192000"/>
              <a:gd name="connsiteY1189" fmla="*/ 3628508 h 6858000"/>
              <a:gd name="connsiteX1190" fmla="*/ 8620167 w 12192000"/>
              <a:gd name="connsiteY1190" fmla="*/ 3628508 h 6858000"/>
              <a:gd name="connsiteX1191" fmla="*/ 8617636 w 12192000"/>
              <a:gd name="connsiteY1191" fmla="*/ 3226489 h 6858000"/>
              <a:gd name="connsiteX1192" fmla="*/ 8473813 w 12192000"/>
              <a:gd name="connsiteY1192" fmla="*/ 3221954 h 6858000"/>
              <a:gd name="connsiteX1193" fmla="*/ 11178945 w 12192000"/>
              <a:gd name="connsiteY1193" fmla="*/ 2806768 h 6858000"/>
              <a:gd name="connsiteX1194" fmla="*/ 11178945 w 12192000"/>
              <a:gd name="connsiteY1194" fmla="*/ 3206262 h 6858000"/>
              <a:gd name="connsiteX1195" fmla="*/ 11578433 w 12192000"/>
              <a:gd name="connsiteY1195" fmla="*/ 3206262 h 6858000"/>
              <a:gd name="connsiteX1196" fmla="*/ 11578433 w 12192000"/>
              <a:gd name="connsiteY1196" fmla="*/ 2806768 h 6858000"/>
              <a:gd name="connsiteX1197" fmla="*/ 11178945 w 12192000"/>
              <a:gd name="connsiteY1197" fmla="*/ 2806768 h 6858000"/>
              <a:gd name="connsiteX1198" fmla="*/ 10336971 w 12192000"/>
              <a:gd name="connsiteY1198" fmla="*/ 2806768 h 6858000"/>
              <a:gd name="connsiteX1199" fmla="*/ 10336971 w 12192000"/>
              <a:gd name="connsiteY1199" fmla="*/ 3208787 h 6858000"/>
              <a:gd name="connsiteX1200" fmla="*/ 10733940 w 12192000"/>
              <a:gd name="connsiteY1200" fmla="*/ 3208787 h 6858000"/>
              <a:gd name="connsiteX1201" fmla="*/ 10733940 w 12192000"/>
              <a:gd name="connsiteY1201" fmla="*/ 2806768 h 6858000"/>
              <a:gd name="connsiteX1202" fmla="*/ 10336971 w 12192000"/>
              <a:gd name="connsiteY1202" fmla="*/ 2806768 h 6858000"/>
              <a:gd name="connsiteX1203" fmla="*/ 9909669 w 12192000"/>
              <a:gd name="connsiteY1203" fmla="*/ 2806768 h 6858000"/>
              <a:gd name="connsiteX1204" fmla="*/ 9909669 w 12192000"/>
              <a:gd name="connsiteY1204" fmla="*/ 3208787 h 6858000"/>
              <a:gd name="connsiteX1205" fmla="*/ 10311688 w 12192000"/>
              <a:gd name="connsiteY1205" fmla="*/ 3208787 h 6858000"/>
              <a:gd name="connsiteX1206" fmla="*/ 10311688 w 12192000"/>
              <a:gd name="connsiteY1206" fmla="*/ 2806768 h 6858000"/>
              <a:gd name="connsiteX1207" fmla="*/ 9909669 w 12192000"/>
              <a:gd name="connsiteY1207" fmla="*/ 2806768 h 6858000"/>
              <a:gd name="connsiteX1208" fmla="*/ 6531682 w 12192000"/>
              <a:gd name="connsiteY1208" fmla="*/ 2806768 h 6858000"/>
              <a:gd name="connsiteX1209" fmla="*/ 6531682 w 12192000"/>
              <a:gd name="connsiteY1209" fmla="*/ 3208787 h 6858000"/>
              <a:gd name="connsiteX1210" fmla="*/ 6933701 w 12192000"/>
              <a:gd name="connsiteY1210" fmla="*/ 3208787 h 6858000"/>
              <a:gd name="connsiteX1211" fmla="*/ 6933701 w 12192000"/>
              <a:gd name="connsiteY1211" fmla="*/ 2806768 h 6858000"/>
              <a:gd name="connsiteX1212" fmla="*/ 6531682 w 12192000"/>
              <a:gd name="connsiteY1212" fmla="*/ 2806768 h 6858000"/>
              <a:gd name="connsiteX1213" fmla="*/ 1879363 w 12192000"/>
              <a:gd name="connsiteY1213" fmla="*/ 2806768 h 6858000"/>
              <a:gd name="connsiteX1214" fmla="*/ 1879363 w 12192000"/>
              <a:gd name="connsiteY1214" fmla="*/ 3208787 h 6858000"/>
              <a:gd name="connsiteX1215" fmla="*/ 2276327 w 12192000"/>
              <a:gd name="connsiteY1215" fmla="*/ 3208787 h 6858000"/>
              <a:gd name="connsiteX1216" fmla="*/ 2276327 w 12192000"/>
              <a:gd name="connsiteY1216" fmla="*/ 2806768 h 6858000"/>
              <a:gd name="connsiteX1217" fmla="*/ 1879363 w 12192000"/>
              <a:gd name="connsiteY1217" fmla="*/ 2806768 h 6858000"/>
              <a:gd name="connsiteX1218" fmla="*/ 1037395 w 12192000"/>
              <a:gd name="connsiteY1218" fmla="*/ 2806768 h 6858000"/>
              <a:gd name="connsiteX1219" fmla="*/ 1039920 w 12192000"/>
              <a:gd name="connsiteY1219" fmla="*/ 3206262 h 6858000"/>
              <a:gd name="connsiteX1220" fmla="*/ 1436884 w 12192000"/>
              <a:gd name="connsiteY1220" fmla="*/ 3203731 h 6858000"/>
              <a:gd name="connsiteX1221" fmla="*/ 1436884 w 12192000"/>
              <a:gd name="connsiteY1221" fmla="*/ 2806768 h 6858000"/>
              <a:gd name="connsiteX1222" fmla="*/ 1037395 w 12192000"/>
              <a:gd name="connsiteY1222" fmla="*/ 2806768 h 6858000"/>
              <a:gd name="connsiteX1223" fmla="*/ 192897 w 12192000"/>
              <a:gd name="connsiteY1223" fmla="*/ 2806768 h 6858000"/>
              <a:gd name="connsiteX1224" fmla="*/ 192897 w 12192000"/>
              <a:gd name="connsiteY1224" fmla="*/ 3208787 h 6858000"/>
              <a:gd name="connsiteX1225" fmla="*/ 592391 w 12192000"/>
              <a:gd name="connsiteY1225" fmla="*/ 3208787 h 6858000"/>
              <a:gd name="connsiteX1226" fmla="*/ 589860 w 12192000"/>
              <a:gd name="connsiteY1226" fmla="*/ 2806768 h 6858000"/>
              <a:gd name="connsiteX1227" fmla="*/ 192897 w 12192000"/>
              <a:gd name="connsiteY1227" fmla="*/ 2806768 h 6858000"/>
              <a:gd name="connsiteX1228" fmla="*/ 6364922 w 12192000"/>
              <a:gd name="connsiteY1228" fmla="*/ 2804763 h 6858000"/>
              <a:gd name="connsiteX1229" fmla="*/ 6104374 w 12192000"/>
              <a:gd name="connsiteY1229" fmla="*/ 2811824 h 6858000"/>
              <a:gd name="connsiteX1230" fmla="*/ 6104374 w 12192000"/>
              <a:gd name="connsiteY1230" fmla="*/ 3206262 h 6858000"/>
              <a:gd name="connsiteX1231" fmla="*/ 6508924 w 12192000"/>
              <a:gd name="connsiteY1231" fmla="*/ 3203731 h 6858000"/>
              <a:gd name="connsiteX1232" fmla="*/ 6508924 w 12192000"/>
              <a:gd name="connsiteY1232" fmla="*/ 2809299 h 6858000"/>
              <a:gd name="connsiteX1233" fmla="*/ 6364922 w 12192000"/>
              <a:gd name="connsiteY1233" fmla="*/ 2804763 h 6858000"/>
              <a:gd name="connsiteX1234" fmla="*/ 3830331 w 12192000"/>
              <a:gd name="connsiteY1234" fmla="*/ 2804763 h 6858000"/>
              <a:gd name="connsiteX1235" fmla="*/ 3573410 w 12192000"/>
              <a:gd name="connsiteY1235" fmla="*/ 2811824 h 6858000"/>
              <a:gd name="connsiteX1236" fmla="*/ 3575940 w 12192000"/>
              <a:gd name="connsiteY1236" fmla="*/ 3208787 h 6858000"/>
              <a:gd name="connsiteX1237" fmla="*/ 3970379 w 12192000"/>
              <a:gd name="connsiteY1237" fmla="*/ 3208787 h 6858000"/>
              <a:gd name="connsiteX1238" fmla="*/ 3970379 w 12192000"/>
              <a:gd name="connsiteY1238" fmla="*/ 2809299 h 6858000"/>
              <a:gd name="connsiteX1239" fmla="*/ 3830331 w 12192000"/>
              <a:gd name="connsiteY1239" fmla="*/ 2804763 h 6858000"/>
              <a:gd name="connsiteX1240" fmla="*/ 10756693 w 12192000"/>
              <a:gd name="connsiteY1240" fmla="*/ 2804237 h 6858000"/>
              <a:gd name="connsiteX1241" fmla="*/ 10756693 w 12192000"/>
              <a:gd name="connsiteY1241" fmla="*/ 3206262 h 6858000"/>
              <a:gd name="connsiteX1242" fmla="*/ 11153656 w 12192000"/>
              <a:gd name="connsiteY1242" fmla="*/ 3206262 h 6858000"/>
              <a:gd name="connsiteX1243" fmla="*/ 11153656 w 12192000"/>
              <a:gd name="connsiteY1243" fmla="*/ 2804237 h 6858000"/>
              <a:gd name="connsiteX1244" fmla="*/ 10756693 w 12192000"/>
              <a:gd name="connsiteY1244" fmla="*/ 2804237 h 6858000"/>
              <a:gd name="connsiteX1245" fmla="*/ 9487423 w 12192000"/>
              <a:gd name="connsiteY1245" fmla="*/ 2804237 h 6858000"/>
              <a:gd name="connsiteX1246" fmla="*/ 9487423 w 12192000"/>
              <a:gd name="connsiteY1246" fmla="*/ 3206262 h 6858000"/>
              <a:gd name="connsiteX1247" fmla="*/ 9886911 w 12192000"/>
              <a:gd name="connsiteY1247" fmla="*/ 3206262 h 6858000"/>
              <a:gd name="connsiteX1248" fmla="*/ 9884381 w 12192000"/>
              <a:gd name="connsiteY1248" fmla="*/ 2804237 h 6858000"/>
              <a:gd name="connsiteX1249" fmla="*/ 9487423 w 12192000"/>
              <a:gd name="connsiteY1249" fmla="*/ 2804237 h 6858000"/>
              <a:gd name="connsiteX1250" fmla="*/ 7798427 w 12192000"/>
              <a:gd name="connsiteY1250" fmla="*/ 2804237 h 6858000"/>
              <a:gd name="connsiteX1251" fmla="*/ 7798427 w 12192000"/>
              <a:gd name="connsiteY1251" fmla="*/ 3206262 h 6858000"/>
              <a:gd name="connsiteX1252" fmla="*/ 8197920 w 12192000"/>
              <a:gd name="connsiteY1252" fmla="*/ 3206262 h 6858000"/>
              <a:gd name="connsiteX1253" fmla="*/ 8195390 w 12192000"/>
              <a:gd name="connsiteY1253" fmla="*/ 2804237 h 6858000"/>
              <a:gd name="connsiteX1254" fmla="*/ 7798427 w 12192000"/>
              <a:gd name="connsiteY1254" fmla="*/ 2804237 h 6858000"/>
              <a:gd name="connsiteX1255" fmla="*/ 7376180 w 12192000"/>
              <a:gd name="connsiteY1255" fmla="*/ 2804237 h 6858000"/>
              <a:gd name="connsiteX1256" fmla="*/ 7376180 w 12192000"/>
              <a:gd name="connsiteY1256" fmla="*/ 3206262 h 6858000"/>
              <a:gd name="connsiteX1257" fmla="*/ 7778199 w 12192000"/>
              <a:gd name="connsiteY1257" fmla="*/ 3206262 h 6858000"/>
              <a:gd name="connsiteX1258" fmla="*/ 7778199 w 12192000"/>
              <a:gd name="connsiteY1258" fmla="*/ 2804237 h 6858000"/>
              <a:gd name="connsiteX1259" fmla="*/ 7376180 w 12192000"/>
              <a:gd name="connsiteY1259" fmla="*/ 2804237 h 6858000"/>
              <a:gd name="connsiteX1260" fmla="*/ 6951403 w 12192000"/>
              <a:gd name="connsiteY1260" fmla="*/ 2804237 h 6858000"/>
              <a:gd name="connsiteX1261" fmla="*/ 6951403 w 12192000"/>
              <a:gd name="connsiteY1261" fmla="*/ 3203731 h 6858000"/>
              <a:gd name="connsiteX1262" fmla="*/ 7353422 w 12192000"/>
              <a:gd name="connsiteY1262" fmla="*/ 3201201 h 6858000"/>
              <a:gd name="connsiteX1263" fmla="*/ 7350892 w 12192000"/>
              <a:gd name="connsiteY1263" fmla="*/ 2804237 h 6858000"/>
              <a:gd name="connsiteX1264" fmla="*/ 6951403 w 12192000"/>
              <a:gd name="connsiteY1264" fmla="*/ 2804237 h 6858000"/>
              <a:gd name="connsiteX1265" fmla="*/ 5262406 w 12192000"/>
              <a:gd name="connsiteY1265" fmla="*/ 2804237 h 6858000"/>
              <a:gd name="connsiteX1266" fmla="*/ 5259876 w 12192000"/>
              <a:gd name="connsiteY1266" fmla="*/ 3203731 h 6858000"/>
              <a:gd name="connsiteX1267" fmla="*/ 5661901 w 12192000"/>
              <a:gd name="connsiteY1267" fmla="*/ 3201201 h 6858000"/>
              <a:gd name="connsiteX1268" fmla="*/ 5659370 w 12192000"/>
              <a:gd name="connsiteY1268" fmla="*/ 2804237 h 6858000"/>
              <a:gd name="connsiteX1269" fmla="*/ 5262406 w 12192000"/>
              <a:gd name="connsiteY1269" fmla="*/ 2804237 h 6858000"/>
              <a:gd name="connsiteX1270" fmla="*/ 4837630 w 12192000"/>
              <a:gd name="connsiteY1270" fmla="*/ 2804237 h 6858000"/>
              <a:gd name="connsiteX1271" fmla="*/ 4837630 w 12192000"/>
              <a:gd name="connsiteY1271" fmla="*/ 3206262 h 6858000"/>
              <a:gd name="connsiteX1272" fmla="*/ 5237124 w 12192000"/>
              <a:gd name="connsiteY1272" fmla="*/ 3206262 h 6858000"/>
              <a:gd name="connsiteX1273" fmla="*/ 5234593 w 12192000"/>
              <a:gd name="connsiteY1273" fmla="*/ 2804237 h 6858000"/>
              <a:gd name="connsiteX1274" fmla="*/ 4837630 w 12192000"/>
              <a:gd name="connsiteY1274" fmla="*/ 2804237 h 6858000"/>
              <a:gd name="connsiteX1275" fmla="*/ 4415383 w 12192000"/>
              <a:gd name="connsiteY1275" fmla="*/ 2804237 h 6858000"/>
              <a:gd name="connsiteX1276" fmla="*/ 4415383 w 12192000"/>
              <a:gd name="connsiteY1276" fmla="*/ 3206262 h 6858000"/>
              <a:gd name="connsiteX1277" fmla="*/ 4812347 w 12192000"/>
              <a:gd name="connsiteY1277" fmla="*/ 3206262 h 6858000"/>
              <a:gd name="connsiteX1278" fmla="*/ 4812347 w 12192000"/>
              <a:gd name="connsiteY1278" fmla="*/ 2804237 h 6858000"/>
              <a:gd name="connsiteX1279" fmla="*/ 4415383 w 12192000"/>
              <a:gd name="connsiteY1279" fmla="*/ 2804237 h 6858000"/>
              <a:gd name="connsiteX1280" fmla="*/ 3146108 w 12192000"/>
              <a:gd name="connsiteY1280" fmla="*/ 2804237 h 6858000"/>
              <a:gd name="connsiteX1281" fmla="*/ 3146108 w 12192000"/>
              <a:gd name="connsiteY1281" fmla="*/ 3206262 h 6858000"/>
              <a:gd name="connsiteX1282" fmla="*/ 3548127 w 12192000"/>
              <a:gd name="connsiteY1282" fmla="*/ 3206262 h 6858000"/>
              <a:gd name="connsiteX1283" fmla="*/ 3548127 w 12192000"/>
              <a:gd name="connsiteY1283" fmla="*/ 2804237 h 6858000"/>
              <a:gd name="connsiteX1284" fmla="*/ 3146108 w 12192000"/>
              <a:gd name="connsiteY1284" fmla="*/ 2804237 h 6858000"/>
              <a:gd name="connsiteX1285" fmla="*/ 1459642 w 12192000"/>
              <a:gd name="connsiteY1285" fmla="*/ 2804237 h 6858000"/>
              <a:gd name="connsiteX1286" fmla="*/ 1462172 w 12192000"/>
              <a:gd name="connsiteY1286" fmla="*/ 3206262 h 6858000"/>
              <a:gd name="connsiteX1287" fmla="*/ 1856605 w 12192000"/>
              <a:gd name="connsiteY1287" fmla="*/ 3206262 h 6858000"/>
              <a:gd name="connsiteX1288" fmla="*/ 1854075 w 12192000"/>
              <a:gd name="connsiteY1288" fmla="*/ 2804237 h 6858000"/>
              <a:gd name="connsiteX1289" fmla="*/ 1459642 w 12192000"/>
              <a:gd name="connsiteY1289" fmla="*/ 2804237 h 6858000"/>
              <a:gd name="connsiteX1290" fmla="*/ 612619 w 12192000"/>
              <a:gd name="connsiteY1290" fmla="*/ 2804237 h 6858000"/>
              <a:gd name="connsiteX1291" fmla="*/ 612619 w 12192000"/>
              <a:gd name="connsiteY1291" fmla="*/ 3206262 h 6858000"/>
              <a:gd name="connsiteX1292" fmla="*/ 1012107 w 12192000"/>
              <a:gd name="connsiteY1292" fmla="*/ 3206262 h 6858000"/>
              <a:gd name="connsiteX1293" fmla="*/ 1009582 w 12192000"/>
              <a:gd name="connsiteY1293" fmla="*/ 2804237 h 6858000"/>
              <a:gd name="connsiteX1294" fmla="*/ 612619 w 12192000"/>
              <a:gd name="connsiteY1294" fmla="*/ 2804237 h 6858000"/>
              <a:gd name="connsiteX1295" fmla="*/ 9260493 w 12192000"/>
              <a:gd name="connsiteY1295" fmla="*/ 2803925 h 6858000"/>
              <a:gd name="connsiteX1296" fmla="*/ 9065171 w 12192000"/>
              <a:gd name="connsiteY1296" fmla="*/ 2811824 h 6858000"/>
              <a:gd name="connsiteX1297" fmla="*/ 9067702 w 12192000"/>
              <a:gd name="connsiteY1297" fmla="*/ 3208787 h 6858000"/>
              <a:gd name="connsiteX1298" fmla="*/ 9464665 w 12192000"/>
              <a:gd name="connsiteY1298" fmla="*/ 3208787 h 6858000"/>
              <a:gd name="connsiteX1299" fmla="*/ 9467190 w 12192000"/>
              <a:gd name="connsiteY1299" fmla="*/ 2809299 h 6858000"/>
              <a:gd name="connsiteX1300" fmla="*/ 9260493 w 12192000"/>
              <a:gd name="connsiteY1300" fmla="*/ 2803925 h 6858000"/>
              <a:gd name="connsiteX1301" fmla="*/ 5875552 w 12192000"/>
              <a:gd name="connsiteY1301" fmla="*/ 2803925 h 6858000"/>
              <a:gd name="connsiteX1302" fmla="*/ 5682128 w 12192000"/>
              <a:gd name="connsiteY1302" fmla="*/ 2811824 h 6858000"/>
              <a:gd name="connsiteX1303" fmla="*/ 5684653 w 12192000"/>
              <a:gd name="connsiteY1303" fmla="*/ 3208787 h 6858000"/>
              <a:gd name="connsiteX1304" fmla="*/ 6081622 w 12192000"/>
              <a:gd name="connsiteY1304" fmla="*/ 3208787 h 6858000"/>
              <a:gd name="connsiteX1305" fmla="*/ 6084147 w 12192000"/>
              <a:gd name="connsiteY1305" fmla="*/ 2809299 h 6858000"/>
              <a:gd name="connsiteX1306" fmla="*/ 5875552 w 12192000"/>
              <a:gd name="connsiteY1306" fmla="*/ 2803925 h 6858000"/>
              <a:gd name="connsiteX1307" fmla="*/ 2496932 w 12192000"/>
              <a:gd name="connsiteY1307" fmla="*/ 2803925 h 6858000"/>
              <a:gd name="connsiteX1308" fmla="*/ 2301610 w 12192000"/>
              <a:gd name="connsiteY1308" fmla="*/ 2811824 h 6858000"/>
              <a:gd name="connsiteX1309" fmla="*/ 2301610 w 12192000"/>
              <a:gd name="connsiteY1309" fmla="*/ 3206262 h 6858000"/>
              <a:gd name="connsiteX1310" fmla="*/ 2703634 w 12192000"/>
              <a:gd name="connsiteY1310" fmla="*/ 3203731 h 6858000"/>
              <a:gd name="connsiteX1311" fmla="*/ 2703634 w 12192000"/>
              <a:gd name="connsiteY1311" fmla="*/ 2809299 h 6858000"/>
              <a:gd name="connsiteX1312" fmla="*/ 2496932 w 12192000"/>
              <a:gd name="connsiteY1312" fmla="*/ 2803925 h 6858000"/>
              <a:gd name="connsiteX1313" fmla="*/ 8898285 w 12192000"/>
              <a:gd name="connsiteY1313" fmla="*/ 2802235 h 6858000"/>
              <a:gd name="connsiteX1314" fmla="*/ 8642925 w 12192000"/>
              <a:gd name="connsiteY1314" fmla="*/ 2809299 h 6858000"/>
              <a:gd name="connsiteX1315" fmla="*/ 8645449 w 12192000"/>
              <a:gd name="connsiteY1315" fmla="*/ 3206262 h 6858000"/>
              <a:gd name="connsiteX1316" fmla="*/ 9039888 w 12192000"/>
              <a:gd name="connsiteY1316" fmla="*/ 3208787 h 6858000"/>
              <a:gd name="connsiteX1317" fmla="*/ 9039888 w 12192000"/>
              <a:gd name="connsiteY1317" fmla="*/ 2806768 h 6858000"/>
              <a:gd name="connsiteX1318" fmla="*/ 8898285 w 12192000"/>
              <a:gd name="connsiteY1318" fmla="*/ 2802235 h 6858000"/>
              <a:gd name="connsiteX1319" fmla="*/ 8471725 w 12192000"/>
              <a:gd name="connsiteY1319" fmla="*/ 2802235 h 6858000"/>
              <a:gd name="connsiteX1320" fmla="*/ 8223203 w 12192000"/>
              <a:gd name="connsiteY1320" fmla="*/ 2809299 h 6858000"/>
              <a:gd name="connsiteX1321" fmla="*/ 8223203 w 12192000"/>
              <a:gd name="connsiteY1321" fmla="*/ 3206262 h 6858000"/>
              <a:gd name="connsiteX1322" fmla="*/ 8620167 w 12192000"/>
              <a:gd name="connsiteY1322" fmla="*/ 3208787 h 6858000"/>
              <a:gd name="connsiteX1323" fmla="*/ 8617636 w 12192000"/>
              <a:gd name="connsiteY1323" fmla="*/ 2806768 h 6858000"/>
              <a:gd name="connsiteX1324" fmla="*/ 8471725 w 12192000"/>
              <a:gd name="connsiteY1324" fmla="*/ 2802235 h 6858000"/>
              <a:gd name="connsiteX1325" fmla="*/ 11794932 w 12192000"/>
              <a:gd name="connsiteY1325" fmla="*/ 2801395 h 6858000"/>
              <a:gd name="connsiteX1326" fmla="*/ 11598660 w 12192000"/>
              <a:gd name="connsiteY1326" fmla="*/ 2809299 h 6858000"/>
              <a:gd name="connsiteX1327" fmla="*/ 11598660 w 12192000"/>
              <a:gd name="connsiteY1327" fmla="*/ 3206262 h 6858000"/>
              <a:gd name="connsiteX1328" fmla="*/ 12000685 w 12192000"/>
              <a:gd name="connsiteY1328" fmla="*/ 3206262 h 6858000"/>
              <a:gd name="connsiteX1329" fmla="*/ 12000685 w 12192000"/>
              <a:gd name="connsiteY1329" fmla="*/ 2806768 h 6858000"/>
              <a:gd name="connsiteX1330" fmla="*/ 11794932 w 12192000"/>
              <a:gd name="connsiteY1330" fmla="*/ 2801395 h 6858000"/>
              <a:gd name="connsiteX1331" fmla="*/ 2922026 w 12192000"/>
              <a:gd name="connsiteY1331" fmla="*/ 2801079 h 6858000"/>
              <a:gd name="connsiteX1332" fmla="*/ 2723862 w 12192000"/>
              <a:gd name="connsiteY1332" fmla="*/ 2806768 h 6858000"/>
              <a:gd name="connsiteX1333" fmla="*/ 2723862 w 12192000"/>
              <a:gd name="connsiteY1333" fmla="*/ 3206262 h 6858000"/>
              <a:gd name="connsiteX1334" fmla="*/ 3125881 w 12192000"/>
              <a:gd name="connsiteY1334" fmla="*/ 3206262 h 6858000"/>
              <a:gd name="connsiteX1335" fmla="*/ 3125881 w 12192000"/>
              <a:gd name="connsiteY1335" fmla="*/ 2806768 h 6858000"/>
              <a:gd name="connsiteX1336" fmla="*/ 2922026 w 12192000"/>
              <a:gd name="connsiteY1336" fmla="*/ 2801079 h 6858000"/>
              <a:gd name="connsiteX1337" fmla="*/ 4238322 w 12192000"/>
              <a:gd name="connsiteY1337" fmla="*/ 2799837 h 6858000"/>
              <a:gd name="connsiteX1338" fmla="*/ 3993131 w 12192000"/>
              <a:gd name="connsiteY1338" fmla="*/ 2809299 h 6858000"/>
              <a:gd name="connsiteX1339" fmla="*/ 3995662 w 12192000"/>
              <a:gd name="connsiteY1339" fmla="*/ 3206262 h 6858000"/>
              <a:gd name="connsiteX1340" fmla="*/ 4390100 w 12192000"/>
              <a:gd name="connsiteY1340" fmla="*/ 3206262 h 6858000"/>
              <a:gd name="connsiteX1341" fmla="*/ 4387570 w 12192000"/>
              <a:gd name="connsiteY1341" fmla="*/ 2804237 h 6858000"/>
              <a:gd name="connsiteX1342" fmla="*/ 4238322 w 12192000"/>
              <a:gd name="connsiteY1342" fmla="*/ 2799837 h 6858000"/>
              <a:gd name="connsiteX1343" fmla="*/ 10754168 w 12192000"/>
              <a:gd name="connsiteY1343" fmla="*/ 2384516 h 6858000"/>
              <a:gd name="connsiteX1344" fmla="*/ 10754168 w 12192000"/>
              <a:gd name="connsiteY1344" fmla="*/ 2784010 h 6858000"/>
              <a:gd name="connsiteX1345" fmla="*/ 11156187 w 12192000"/>
              <a:gd name="connsiteY1345" fmla="*/ 2784010 h 6858000"/>
              <a:gd name="connsiteX1346" fmla="*/ 11156187 w 12192000"/>
              <a:gd name="connsiteY1346" fmla="*/ 2384516 h 6858000"/>
              <a:gd name="connsiteX1347" fmla="*/ 10754168 w 12192000"/>
              <a:gd name="connsiteY1347" fmla="*/ 2384516 h 6858000"/>
              <a:gd name="connsiteX1348" fmla="*/ 7376180 w 12192000"/>
              <a:gd name="connsiteY1348" fmla="*/ 2384516 h 6858000"/>
              <a:gd name="connsiteX1349" fmla="*/ 7376180 w 12192000"/>
              <a:gd name="connsiteY1349" fmla="*/ 2781485 h 6858000"/>
              <a:gd name="connsiteX1350" fmla="*/ 7780730 w 12192000"/>
              <a:gd name="connsiteY1350" fmla="*/ 2778955 h 6858000"/>
              <a:gd name="connsiteX1351" fmla="*/ 7780730 w 12192000"/>
              <a:gd name="connsiteY1351" fmla="*/ 2384516 h 6858000"/>
              <a:gd name="connsiteX1352" fmla="*/ 7376180 w 12192000"/>
              <a:gd name="connsiteY1352" fmla="*/ 2384516 h 6858000"/>
              <a:gd name="connsiteX1353" fmla="*/ 6104374 w 12192000"/>
              <a:gd name="connsiteY1353" fmla="*/ 2384516 h 6858000"/>
              <a:gd name="connsiteX1354" fmla="*/ 6104374 w 12192000"/>
              <a:gd name="connsiteY1354" fmla="*/ 2781485 h 6858000"/>
              <a:gd name="connsiteX1355" fmla="*/ 6508924 w 12192000"/>
              <a:gd name="connsiteY1355" fmla="*/ 2778955 h 6858000"/>
              <a:gd name="connsiteX1356" fmla="*/ 6508924 w 12192000"/>
              <a:gd name="connsiteY1356" fmla="*/ 2384516 h 6858000"/>
              <a:gd name="connsiteX1357" fmla="*/ 6104374 w 12192000"/>
              <a:gd name="connsiteY1357" fmla="*/ 2384516 h 6858000"/>
              <a:gd name="connsiteX1358" fmla="*/ 4837630 w 12192000"/>
              <a:gd name="connsiteY1358" fmla="*/ 2384516 h 6858000"/>
              <a:gd name="connsiteX1359" fmla="*/ 4837630 w 12192000"/>
              <a:gd name="connsiteY1359" fmla="*/ 2784010 h 6858000"/>
              <a:gd name="connsiteX1360" fmla="*/ 5239648 w 12192000"/>
              <a:gd name="connsiteY1360" fmla="*/ 2784010 h 6858000"/>
              <a:gd name="connsiteX1361" fmla="*/ 5239648 w 12192000"/>
              <a:gd name="connsiteY1361" fmla="*/ 2384516 h 6858000"/>
              <a:gd name="connsiteX1362" fmla="*/ 4837630 w 12192000"/>
              <a:gd name="connsiteY1362" fmla="*/ 2384516 h 6858000"/>
              <a:gd name="connsiteX1363" fmla="*/ 3573410 w 12192000"/>
              <a:gd name="connsiteY1363" fmla="*/ 2384516 h 6858000"/>
              <a:gd name="connsiteX1364" fmla="*/ 3575940 w 12192000"/>
              <a:gd name="connsiteY1364" fmla="*/ 2784010 h 6858000"/>
              <a:gd name="connsiteX1365" fmla="*/ 3970379 w 12192000"/>
              <a:gd name="connsiteY1365" fmla="*/ 2784010 h 6858000"/>
              <a:gd name="connsiteX1366" fmla="*/ 3970379 w 12192000"/>
              <a:gd name="connsiteY1366" fmla="*/ 2384516 h 6858000"/>
              <a:gd name="connsiteX1367" fmla="*/ 3573410 w 12192000"/>
              <a:gd name="connsiteY1367" fmla="*/ 2384516 h 6858000"/>
              <a:gd name="connsiteX1368" fmla="*/ 3146108 w 12192000"/>
              <a:gd name="connsiteY1368" fmla="*/ 2384516 h 6858000"/>
              <a:gd name="connsiteX1369" fmla="*/ 3146108 w 12192000"/>
              <a:gd name="connsiteY1369" fmla="*/ 2781485 h 6858000"/>
              <a:gd name="connsiteX1370" fmla="*/ 3550657 w 12192000"/>
              <a:gd name="connsiteY1370" fmla="*/ 2778955 h 6858000"/>
              <a:gd name="connsiteX1371" fmla="*/ 3550657 w 12192000"/>
              <a:gd name="connsiteY1371" fmla="*/ 2384516 h 6858000"/>
              <a:gd name="connsiteX1372" fmla="*/ 3146108 w 12192000"/>
              <a:gd name="connsiteY1372" fmla="*/ 2384516 h 6858000"/>
              <a:gd name="connsiteX1373" fmla="*/ 1457117 w 12192000"/>
              <a:gd name="connsiteY1373" fmla="*/ 2384516 h 6858000"/>
              <a:gd name="connsiteX1374" fmla="*/ 1457117 w 12192000"/>
              <a:gd name="connsiteY1374" fmla="*/ 2784010 h 6858000"/>
              <a:gd name="connsiteX1375" fmla="*/ 1859136 w 12192000"/>
              <a:gd name="connsiteY1375" fmla="*/ 2784010 h 6858000"/>
              <a:gd name="connsiteX1376" fmla="*/ 1859136 w 12192000"/>
              <a:gd name="connsiteY1376" fmla="*/ 2384516 h 6858000"/>
              <a:gd name="connsiteX1377" fmla="*/ 1457117 w 12192000"/>
              <a:gd name="connsiteY1377" fmla="*/ 2384516 h 6858000"/>
              <a:gd name="connsiteX1378" fmla="*/ 1039920 w 12192000"/>
              <a:gd name="connsiteY1378" fmla="*/ 2384516 h 6858000"/>
              <a:gd name="connsiteX1379" fmla="*/ 1042451 w 12192000"/>
              <a:gd name="connsiteY1379" fmla="*/ 2784010 h 6858000"/>
              <a:gd name="connsiteX1380" fmla="*/ 1436884 w 12192000"/>
              <a:gd name="connsiteY1380" fmla="*/ 2784010 h 6858000"/>
              <a:gd name="connsiteX1381" fmla="*/ 1436884 w 12192000"/>
              <a:gd name="connsiteY1381" fmla="*/ 2384516 h 6858000"/>
              <a:gd name="connsiteX1382" fmla="*/ 1039920 w 12192000"/>
              <a:gd name="connsiteY1382" fmla="*/ 2384516 h 6858000"/>
              <a:gd name="connsiteX1383" fmla="*/ 612619 w 12192000"/>
              <a:gd name="connsiteY1383" fmla="*/ 2384516 h 6858000"/>
              <a:gd name="connsiteX1384" fmla="*/ 612619 w 12192000"/>
              <a:gd name="connsiteY1384" fmla="*/ 2781485 h 6858000"/>
              <a:gd name="connsiteX1385" fmla="*/ 1014637 w 12192000"/>
              <a:gd name="connsiteY1385" fmla="*/ 2778955 h 6858000"/>
              <a:gd name="connsiteX1386" fmla="*/ 1014637 w 12192000"/>
              <a:gd name="connsiteY1386" fmla="*/ 2384516 h 6858000"/>
              <a:gd name="connsiteX1387" fmla="*/ 612619 w 12192000"/>
              <a:gd name="connsiteY1387" fmla="*/ 2384516 h 6858000"/>
              <a:gd name="connsiteX1388" fmla="*/ 8473813 w 12192000"/>
              <a:gd name="connsiteY1388" fmla="*/ 2382513 h 6858000"/>
              <a:gd name="connsiteX1389" fmla="*/ 8220673 w 12192000"/>
              <a:gd name="connsiteY1389" fmla="*/ 2389577 h 6858000"/>
              <a:gd name="connsiteX1390" fmla="*/ 8220673 w 12192000"/>
              <a:gd name="connsiteY1390" fmla="*/ 2784010 h 6858000"/>
              <a:gd name="connsiteX1391" fmla="*/ 8620167 w 12192000"/>
              <a:gd name="connsiteY1391" fmla="*/ 2781485 h 6858000"/>
              <a:gd name="connsiteX1392" fmla="*/ 8617636 w 12192000"/>
              <a:gd name="connsiteY1392" fmla="*/ 2387047 h 6858000"/>
              <a:gd name="connsiteX1393" fmla="*/ 8473813 w 12192000"/>
              <a:gd name="connsiteY1393" fmla="*/ 2382513 h 6858000"/>
              <a:gd name="connsiteX1394" fmla="*/ 7213553 w 12192000"/>
              <a:gd name="connsiteY1394" fmla="*/ 2382513 h 6858000"/>
              <a:gd name="connsiteX1395" fmla="*/ 6951403 w 12192000"/>
              <a:gd name="connsiteY1395" fmla="*/ 2389577 h 6858000"/>
              <a:gd name="connsiteX1396" fmla="*/ 6953928 w 12192000"/>
              <a:gd name="connsiteY1396" fmla="*/ 2784010 h 6858000"/>
              <a:gd name="connsiteX1397" fmla="*/ 7353422 w 12192000"/>
              <a:gd name="connsiteY1397" fmla="*/ 2784010 h 6858000"/>
              <a:gd name="connsiteX1398" fmla="*/ 7353422 w 12192000"/>
              <a:gd name="connsiteY1398" fmla="*/ 2387047 h 6858000"/>
              <a:gd name="connsiteX1399" fmla="*/ 7213553 w 12192000"/>
              <a:gd name="connsiteY1399" fmla="*/ 2382513 h 6858000"/>
              <a:gd name="connsiteX1400" fmla="*/ 11601191 w 12192000"/>
              <a:gd name="connsiteY1400" fmla="*/ 2381991 h 6858000"/>
              <a:gd name="connsiteX1401" fmla="*/ 11601191 w 12192000"/>
              <a:gd name="connsiteY1401" fmla="*/ 2778955 h 6858000"/>
              <a:gd name="connsiteX1402" fmla="*/ 12005741 w 12192000"/>
              <a:gd name="connsiteY1402" fmla="*/ 2776424 h 6858000"/>
              <a:gd name="connsiteX1403" fmla="*/ 12005741 w 12192000"/>
              <a:gd name="connsiteY1403" fmla="*/ 2381991 h 6858000"/>
              <a:gd name="connsiteX1404" fmla="*/ 11601191 w 12192000"/>
              <a:gd name="connsiteY1404" fmla="*/ 2381991 h 6858000"/>
              <a:gd name="connsiteX1405" fmla="*/ 9487423 w 12192000"/>
              <a:gd name="connsiteY1405" fmla="*/ 2381991 h 6858000"/>
              <a:gd name="connsiteX1406" fmla="*/ 9487423 w 12192000"/>
              <a:gd name="connsiteY1406" fmla="*/ 2778955 h 6858000"/>
              <a:gd name="connsiteX1407" fmla="*/ 9889442 w 12192000"/>
              <a:gd name="connsiteY1407" fmla="*/ 2778955 h 6858000"/>
              <a:gd name="connsiteX1408" fmla="*/ 9889442 w 12192000"/>
              <a:gd name="connsiteY1408" fmla="*/ 2381991 h 6858000"/>
              <a:gd name="connsiteX1409" fmla="*/ 9487423 w 12192000"/>
              <a:gd name="connsiteY1409" fmla="*/ 2381991 h 6858000"/>
              <a:gd name="connsiteX1410" fmla="*/ 4415383 w 12192000"/>
              <a:gd name="connsiteY1410" fmla="*/ 2381991 h 6858000"/>
              <a:gd name="connsiteX1411" fmla="*/ 4415383 w 12192000"/>
              <a:gd name="connsiteY1411" fmla="*/ 2781485 h 6858000"/>
              <a:gd name="connsiteX1412" fmla="*/ 4814877 w 12192000"/>
              <a:gd name="connsiteY1412" fmla="*/ 2781485 h 6858000"/>
              <a:gd name="connsiteX1413" fmla="*/ 4814877 w 12192000"/>
              <a:gd name="connsiteY1413" fmla="*/ 2381991 h 6858000"/>
              <a:gd name="connsiteX1414" fmla="*/ 4415383 w 12192000"/>
              <a:gd name="connsiteY1414" fmla="*/ 2381991 h 6858000"/>
              <a:gd name="connsiteX1415" fmla="*/ 3993131 w 12192000"/>
              <a:gd name="connsiteY1415" fmla="*/ 2381991 h 6858000"/>
              <a:gd name="connsiteX1416" fmla="*/ 3993131 w 12192000"/>
              <a:gd name="connsiteY1416" fmla="*/ 2781485 h 6858000"/>
              <a:gd name="connsiteX1417" fmla="*/ 4395156 w 12192000"/>
              <a:gd name="connsiteY1417" fmla="*/ 2781485 h 6858000"/>
              <a:gd name="connsiteX1418" fmla="*/ 4395156 w 12192000"/>
              <a:gd name="connsiteY1418" fmla="*/ 2381991 h 6858000"/>
              <a:gd name="connsiteX1419" fmla="*/ 3993131 w 12192000"/>
              <a:gd name="connsiteY1419" fmla="*/ 2381991 h 6858000"/>
              <a:gd name="connsiteX1420" fmla="*/ 2723862 w 12192000"/>
              <a:gd name="connsiteY1420" fmla="*/ 2381991 h 6858000"/>
              <a:gd name="connsiteX1421" fmla="*/ 2723862 w 12192000"/>
              <a:gd name="connsiteY1421" fmla="*/ 2778955 h 6858000"/>
              <a:gd name="connsiteX1422" fmla="*/ 3125881 w 12192000"/>
              <a:gd name="connsiteY1422" fmla="*/ 2778955 h 6858000"/>
              <a:gd name="connsiteX1423" fmla="*/ 3125881 w 12192000"/>
              <a:gd name="connsiteY1423" fmla="*/ 2381991 h 6858000"/>
              <a:gd name="connsiteX1424" fmla="*/ 2723862 w 12192000"/>
              <a:gd name="connsiteY1424" fmla="*/ 2381991 h 6858000"/>
              <a:gd name="connsiteX1425" fmla="*/ 1881894 w 12192000"/>
              <a:gd name="connsiteY1425" fmla="*/ 2381991 h 6858000"/>
              <a:gd name="connsiteX1426" fmla="*/ 1881894 w 12192000"/>
              <a:gd name="connsiteY1426" fmla="*/ 2781485 h 6858000"/>
              <a:gd name="connsiteX1427" fmla="*/ 2281382 w 12192000"/>
              <a:gd name="connsiteY1427" fmla="*/ 2781485 h 6858000"/>
              <a:gd name="connsiteX1428" fmla="*/ 2281382 w 12192000"/>
              <a:gd name="connsiteY1428" fmla="*/ 2381991 h 6858000"/>
              <a:gd name="connsiteX1429" fmla="*/ 1881894 w 12192000"/>
              <a:gd name="connsiteY1429" fmla="*/ 2381991 h 6858000"/>
              <a:gd name="connsiteX1430" fmla="*/ 190366 w 12192000"/>
              <a:gd name="connsiteY1430" fmla="*/ 2381991 h 6858000"/>
              <a:gd name="connsiteX1431" fmla="*/ 190366 w 12192000"/>
              <a:gd name="connsiteY1431" fmla="*/ 2778955 h 6858000"/>
              <a:gd name="connsiteX1432" fmla="*/ 592391 w 12192000"/>
              <a:gd name="connsiteY1432" fmla="*/ 2778955 h 6858000"/>
              <a:gd name="connsiteX1433" fmla="*/ 589860 w 12192000"/>
              <a:gd name="connsiteY1433" fmla="*/ 2381991 h 6858000"/>
              <a:gd name="connsiteX1434" fmla="*/ 190366 w 12192000"/>
              <a:gd name="connsiteY1434" fmla="*/ 2381991 h 6858000"/>
              <a:gd name="connsiteX1435" fmla="*/ 6727319 w 12192000"/>
              <a:gd name="connsiteY1435" fmla="*/ 2381674 h 6858000"/>
              <a:gd name="connsiteX1436" fmla="*/ 6529151 w 12192000"/>
              <a:gd name="connsiteY1436" fmla="*/ 2389577 h 6858000"/>
              <a:gd name="connsiteX1437" fmla="*/ 6529151 w 12192000"/>
              <a:gd name="connsiteY1437" fmla="*/ 2784010 h 6858000"/>
              <a:gd name="connsiteX1438" fmla="*/ 6931176 w 12192000"/>
              <a:gd name="connsiteY1438" fmla="*/ 2784010 h 6858000"/>
              <a:gd name="connsiteX1439" fmla="*/ 6931176 w 12192000"/>
              <a:gd name="connsiteY1439" fmla="*/ 2387047 h 6858000"/>
              <a:gd name="connsiteX1440" fmla="*/ 6727319 w 12192000"/>
              <a:gd name="connsiteY1440" fmla="*/ 2381674 h 6858000"/>
              <a:gd name="connsiteX1441" fmla="*/ 10107201 w 12192000"/>
              <a:gd name="connsiteY1441" fmla="*/ 2381357 h 6858000"/>
              <a:gd name="connsiteX1442" fmla="*/ 9912200 w 12192000"/>
              <a:gd name="connsiteY1442" fmla="*/ 2387047 h 6858000"/>
              <a:gd name="connsiteX1443" fmla="*/ 9914725 w 12192000"/>
              <a:gd name="connsiteY1443" fmla="*/ 2784010 h 6858000"/>
              <a:gd name="connsiteX1444" fmla="*/ 10311688 w 12192000"/>
              <a:gd name="connsiteY1444" fmla="*/ 2784010 h 6858000"/>
              <a:gd name="connsiteX1445" fmla="*/ 10311688 w 12192000"/>
              <a:gd name="connsiteY1445" fmla="*/ 2387047 h 6858000"/>
              <a:gd name="connsiteX1446" fmla="*/ 10107201 w 12192000"/>
              <a:gd name="connsiteY1446" fmla="*/ 2381357 h 6858000"/>
              <a:gd name="connsiteX1447" fmla="*/ 9263338 w 12192000"/>
              <a:gd name="connsiteY1447" fmla="*/ 2381357 h 6858000"/>
              <a:gd name="connsiteX1448" fmla="*/ 9065171 w 12192000"/>
              <a:gd name="connsiteY1448" fmla="*/ 2387047 h 6858000"/>
              <a:gd name="connsiteX1449" fmla="*/ 9065171 w 12192000"/>
              <a:gd name="connsiteY1449" fmla="*/ 2784010 h 6858000"/>
              <a:gd name="connsiteX1450" fmla="*/ 9467190 w 12192000"/>
              <a:gd name="connsiteY1450" fmla="*/ 2784010 h 6858000"/>
              <a:gd name="connsiteX1451" fmla="*/ 9467190 w 12192000"/>
              <a:gd name="connsiteY1451" fmla="*/ 2387047 h 6858000"/>
              <a:gd name="connsiteX1452" fmla="*/ 9263338 w 12192000"/>
              <a:gd name="connsiteY1452" fmla="*/ 2381357 h 6858000"/>
              <a:gd name="connsiteX1453" fmla="*/ 5879344 w 12192000"/>
              <a:gd name="connsiteY1453" fmla="*/ 2381357 h 6858000"/>
              <a:gd name="connsiteX1454" fmla="*/ 5682128 w 12192000"/>
              <a:gd name="connsiteY1454" fmla="*/ 2387047 h 6858000"/>
              <a:gd name="connsiteX1455" fmla="*/ 5682128 w 12192000"/>
              <a:gd name="connsiteY1455" fmla="*/ 2784010 h 6858000"/>
              <a:gd name="connsiteX1456" fmla="*/ 6084147 w 12192000"/>
              <a:gd name="connsiteY1456" fmla="*/ 2784010 h 6858000"/>
              <a:gd name="connsiteX1457" fmla="*/ 6084147 w 12192000"/>
              <a:gd name="connsiteY1457" fmla="*/ 2387047 h 6858000"/>
              <a:gd name="connsiteX1458" fmla="*/ 5879344 w 12192000"/>
              <a:gd name="connsiteY1458" fmla="*/ 2381357 h 6858000"/>
              <a:gd name="connsiteX1459" fmla="*/ 10578515 w 12192000"/>
              <a:gd name="connsiteY1459" fmla="*/ 2380119 h 6858000"/>
              <a:gd name="connsiteX1460" fmla="*/ 10331916 w 12192000"/>
              <a:gd name="connsiteY1460" fmla="*/ 2389577 h 6858000"/>
              <a:gd name="connsiteX1461" fmla="*/ 10331916 w 12192000"/>
              <a:gd name="connsiteY1461" fmla="*/ 2781485 h 6858000"/>
              <a:gd name="connsiteX1462" fmla="*/ 10733940 w 12192000"/>
              <a:gd name="connsiteY1462" fmla="*/ 2778955 h 6858000"/>
              <a:gd name="connsiteX1463" fmla="*/ 10733940 w 12192000"/>
              <a:gd name="connsiteY1463" fmla="*/ 2384516 h 6858000"/>
              <a:gd name="connsiteX1464" fmla="*/ 10578515 w 12192000"/>
              <a:gd name="connsiteY1464" fmla="*/ 2380119 h 6858000"/>
              <a:gd name="connsiteX1465" fmla="*/ 8904763 w 12192000"/>
              <a:gd name="connsiteY1465" fmla="*/ 2379985 h 6858000"/>
              <a:gd name="connsiteX1466" fmla="*/ 8645449 w 12192000"/>
              <a:gd name="connsiteY1466" fmla="*/ 2387047 h 6858000"/>
              <a:gd name="connsiteX1467" fmla="*/ 8647980 w 12192000"/>
              <a:gd name="connsiteY1467" fmla="*/ 2784010 h 6858000"/>
              <a:gd name="connsiteX1468" fmla="*/ 9042419 w 12192000"/>
              <a:gd name="connsiteY1468" fmla="*/ 2784010 h 6858000"/>
              <a:gd name="connsiteX1469" fmla="*/ 9044944 w 12192000"/>
              <a:gd name="connsiteY1469" fmla="*/ 2384516 h 6858000"/>
              <a:gd name="connsiteX1470" fmla="*/ 8904763 w 12192000"/>
              <a:gd name="connsiteY1470" fmla="*/ 2379985 h 6858000"/>
              <a:gd name="connsiteX1471" fmla="*/ 8044850 w 12192000"/>
              <a:gd name="connsiteY1471" fmla="*/ 2379985 h 6858000"/>
              <a:gd name="connsiteX1472" fmla="*/ 7798427 w 12192000"/>
              <a:gd name="connsiteY1472" fmla="*/ 2387047 h 6858000"/>
              <a:gd name="connsiteX1473" fmla="*/ 7800957 w 12192000"/>
              <a:gd name="connsiteY1473" fmla="*/ 2781485 h 6858000"/>
              <a:gd name="connsiteX1474" fmla="*/ 8197920 w 12192000"/>
              <a:gd name="connsiteY1474" fmla="*/ 2778955 h 6858000"/>
              <a:gd name="connsiteX1475" fmla="*/ 8197920 w 12192000"/>
              <a:gd name="connsiteY1475" fmla="*/ 2384516 h 6858000"/>
              <a:gd name="connsiteX1476" fmla="*/ 8044850 w 12192000"/>
              <a:gd name="connsiteY1476" fmla="*/ 2379985 h 6858000"/>
              <a:gd name="connsiteX1477" fmla="*/ 2564875 w 12192000"/>
              <a:gd name="connsiteY1477" fmla="*/ 2379985 h 6858000"/>
              <a:gd name="connsiteX1478" fmla="*/ 2301610 w 12192000"/>
              <a:gd name="connsiteY1478" fmla="*/ 2387047 h 6858000"/>
              <a:gd name="connsiteX1479" fmla="*/ 2304140 w 12192000"/>
              <a:gd name="connsiteY1479" fmla="*/ 2781485 h 6858000"/>
              <a:gd name="connsiteX1480" fmla="*/ 2701103 w 12192000"/>
              <a:gd name="connsiteY1480" fmla="*/ 2781485 h 6858000"/>
              <a:gd name="connsiteX1481" fmla="*/ 2703634 w 12192000"/>
              <a:gd name="connsiteY1481" fmla="*/ 2384516 h 6858000"/>
              <a:gd name="connsiteX1482" fmla="*/ 2564875 w 12192000"/>
              <a:gd name="connsiteY1482" fmla="*/ 2379985 h 6858000"/>
              <a:gd name="connsiteX1483" fmla="*/ 11573378 w 12192000"/>
              <a:gd name="connsiteY1483" fmla="*/ 2379461 h 6858000"/>
              <a:gd name="connsiteX1484" fmla="*/ 11178945 w 12192000"/>
              <a:gd name="connsiteY1484" fmla="*/ 2381991 h 6858000"/>
              <a:gd name="connsiteX1485" fmla="*/ 11178945 w 12192000"/>
              <a:gd name="connsiteY1485" fmla="*/ 2778955 h 6858000"/>
              <a:gd name="connsiteX1486" fmla="*/ 11575908 w 12192000"/>
              <a:gd name="connsiteY1486" fmla="*/ 2776424 h 6858000"/>
              <a:gd name="connsiteX1487" fmla="*/ 11573378 w 12192000"/>
              <a:gd name="connsiteY1487" fmla="*/ 2379461 h 6858000"/>
              <a:gd name="connsiteX1488" fmla="*/ 5455199 w 12192000"/>
              <a:gd name="connsiteY1488" fmla="*/ 2379147 h 6858000"/>
              <a:gd name="connsiteX1489" fmla="*/ 5259876 w 12192000"/>
              <a:gd name="connsiteY1489" fmla="*/ 2387047 h 6858000"/>
              <a:gd name="connsiteX1490" fmla="*/ 5262406 w 12192000"/>
              <a:gd name="connsiteY1490" fmla="*/ 2784010 h 6858000"/>
              <a:gd name="connsiteX1491" fmla="*/ 5659370 w 12192000"/>
              <a:gd name="connsiteY1491" fmla="*/ 2784010 h 6858000"/>
              <a:gd name="connsiteX1492" fmla="*/ 5661901 w 12192000"/>
              <a:gd name="connsiteY1492" fmla="*/ 2384516 h 6858000"/>
              <a:gd name="connsiteX1493" fmla="*/ 5455199 w 12192000"/>
              <a:gd name="connsiteY1493" fmla="*/ 2379147 h 6858000"/>
              <a:gd name="connsiteX1494" fmla="*/ 10756693 w 12192000"/>
              <a:gd name="connsiteY1494" fmla="*/ 1962270 h 6858000"/>
              <a:gd name="connsiteX1495" fmla="*/ 10756693 w 12192000"/>
              <a:gd name="connsiteY1495" fmla="*/ 2361764 h 6858000"/>
              <a:gd name="connsiteX1496" fmla="*/ 11156187 w 12192000"/>
              <a:gd name="connsiteY1496" fmla="*/ 2359233 h 6858000"/>
              <a:gd name="connsiteX1497" fmla="*/ 11153656 w 12192000"/>
              <a:gd name="connsiteY1497" fmla="*/ 1962270 h 6858000"/>
              <a:gd name="connsiteX1498" fmla="*/ 10756693 w 12192000"/>
              <a:gd name="connsiteY1498" fmla="*/ 1962270 h 6858000"/>
              <a:gd name="connsiteX1499" fmla="*/ 9487423 w 12192000"/>
              <a:gd name="connsiteY1499" fmla="*/ 1962270 h 6858000"/>
              <a:gd name="connsiteX1500" fmla="*/ 9487423 w 12192000"/>
              <a:gd name="connsiteY1500" fmla="*/ 2361764 h 6858000"/>
              <a:gd name="connsiteX1501" fmla="*/ 9889442 w 12192000"/>
              <a:gd name="connsiteY1501" fmla="*/ 2361764 h 6858000"/>
              <a:gd name="connsiteX1502" fmla="*/ 9889442 w 12192000"/>
              <a:gd name="connsiteY1502" fmla="*/ 1962270 h 6858000"/>
              <a:gd name="connsiteX1503" fmla="*/ 9487423 w 12192000"/>
              <a:gd name="connsiteY1503" fmla="*/ 1962270 h 6858000"/>
              <a:gd name="connsiteX1504" fmla="*/ 9065171 w 12192000"/>
              <a:gd name="connsiteY1504" fmla="*/ 1959739 h 6858000"/>
              <a:gd name="connsiteX1505" fmla="*/ 9065171 w 12192000"/>
              <a:gd name="connsiteY1505" fmla="*/ 2359233 h 6858000"/>
              <a:gd name="connsiteX1506" fmla="*/ 9467190 w 12192000"/>
              <a:gd name="connsiteY1506" fmla="*/ 2356708 h 6858000"/>
              <a:gd name="connsiteX1507" fmla="*/ 9467190 w 12192000"/>
              <a:gd name="connsiteY1507" fmla="*/ 1962270 h 6858000"/>
              <a:gd name="connsiteX1508" fmla="*/ 9065171 w 12192000"/>
              <a:gd name="connsiteY1508" fmla="*/ 1959739 h 6858000"/>
              <a:gd name="connsiteX1509" fmla="*/ 8645449 w 12192000"/>
              <a:gd name="connsiteY1509" fmla="*/ 1959739 h 6858000"/>
              <a:gd name="connsiteX1510" fmla="*/ 8645449 w 12192000"/>
              <a:gd name="connsiteY1510" fmla="*/ 2359233 h 6858000"/>
              <a:gd name="connsiteX1511" fmla="*/ 9044944 w 12192000"/>
              <a:gd name="connsiteY1511" fmla="*/ 2359233 h 6858000"/>
              <a:gd name="connsiteX1512" fmla="*/ 9044944 w 12192000"/>
              <a:gd name="connsiteY1512" fmla="*/ 1959739 h 6858000"/>
              <a:gd name="connsiteX1513" fmla="*/ 8645449 w 12192000"/>
              <a:gd name="connsiteY1513" fmla="*/ 1959739 h 6858000"/>
              <a:gd name="connsiteX1514" fmla="*/ 8220673 w 12192000"/>
              <a:gd name="connsiteY1514" fmla="*/ 1959739 h 6858000"/>
              <a:gd name="connsiteX1515" fmla="*/ 8220673 w 12192000"/>
              <a:gd name="connsiteY1515" fmla="*/ 2361764 h 6858000"/>
              <a:gd name="connsiteX1516" fmla="*/ 8617636 w 12192000"/>
              <a:gd name="connsiteY1516" fmla="*/ 2361764 h 6858000"/>
              <a:gd name="connsiteX1517" fmla="*/ 8615111 w 12192000"/>
              <a:gd name="connsiteY1517" fmla="*/ 1959739 h 6858000"/>
              <a:gd name="connsiteX1518" fmla="*/ 8220673 w 12192000"/>
              <a:gd name="connsiteY1518" fmla="*/ 1959739 h 6858000"/>
              <a:gd name="connsiteX1519" fmla="*/ 6953928 w 12192000"/>
              <a:gd name="connsiteY1519" fmla="*/ 1959739 h 6858000"/>
              <a:gd name="connsiteX1520" fmla="*/ 6953928 w 12192000"/>
              <a:gd name="connsiteY1520" fmla="*/ 2359233 h 6858000"/>
              <a:gd name="connsiteX1521" fmla="*/ 7355953 w 12192000"/>
              <a:gd name="connsiteY1521" fmla="*/ 2356708 h 6858000"/>
              <a:gd name="connsiteX1522" fmla="*/ 7355953 w 12192000"/>
              <a:gd name="connsiteY1522" fmla="*/ 1962270 h 6858000"/>
              <a:gd name="connsiteX1523" fmla="*/ 6953928 w 12192000"/>
              <a:gd name="connsiteY1523" fmla="*/ 1959739 h 6858000"/>
              <a:gd name="connsiteX1524" fmla="*/ 6104374 w 12192000"/>
              <a:gd name="connsiteY1524" fmla="*/ 1959739 h 6858000"/>
              <a:gd name="connsiteX1525" fmla="*/ 6104374 w 12192000"/>
              <a:gd name="connsiteY1525" fmla="*/ 2361764 h 6858000"/>
              <a:gd name="connsiteX1526" fmla="*/ 6508924 w 12192000"/>
              <a:gd name="connsiteY1526" fmla="*/ 2361764 h 6858000"/>
              <a:gd name="connsiteX1527" fmla="*/ 6508924 w 12192000"/>
              <a:gd name="connsiteY1527" fmla="*/ 1959739 h 6858000"/>
              <a:gd name="connsiteX1528" fmla="*/ 6104374 w 12192000"/>
              <a:gd name="connsiteY1528" fmla="*/ 1959739 h 6858000"/>
              <a:gd name="connsiteX1529" fmla="*/ 5682128 w 12192000"/>
              <a:gd name="connsiteY1529" fmla="*/ 1959739 h 6858000"/>
              <a:gd name="connsiteX1530" fmla="*/ 5682128 w 12192000"/>
              <a:gd name="connsiteY1530" fmla="*/ 2359233 h 6858000"/>
              <a:gd name="connsiteX1531" fmla="*/ 6084147 w 12192000"/>
              <a:gd name="connsiteY1531" fmla="*/ 2356708 h 6858000"/>
              <a:gd name="connsiteX1532" fmla="*/ 6084147 w 12192000"/>
              <a:gd name="connsiteY1532" fmla="*/ 1959739 h 6858000"/>
              <a:gd name="connsiteX1533" fmla="*/ 5682128 w 12192000"/>
              <a:gd name="connsiteY1533" fmla="*/ 1959739 h 6858000"/>
              <a:gd name="connsiteX1534" fmla="*/ 4415383 w 12192000"/>
              <a:gd name="connsiteY1534" fmla="*/ 1959739 h 6858000"/>
              <a:gd name="connsiteX1535" fmla="*/ 4415383 w 12192000"/>
              <a:gd name="connsiteY1535" fmla="*/ 2361764 h 6858000"/>
              <a:gd name="connsiteX1536" fmla="*/ 4814877 w 12192000"/>
              <a:gd name="connsiteY1536" fmla="*/ 2361764 h 6858000"/>
              <a:gd name="connsiteX1537" fmla="*/ 4814877 w 12192000"/>
              <a:gd name="connsiteY1537" fmla="*/ 1959739 h 6858000"/>
              <a:gd name="connsiteX1538" fmla="*/ 4415383 w 12192000"/>
              <a:gd name="connsiteY1538" fmla="*/ 1959739 h 6858000"/>
              <a:gd name="connsiteX1539" fmla="*/ 2304140 w 12192000"/>
              <a:gd name="connsiteY1539" fmla="*/ 1959739 h 6858000"/>
              <a:gd name="connsiteX1540" fmla="*/ 2304140 w 12192000"/>
              <a:gd name="connsiteY1540" fmla="*/ 2361764 h 6858000"/>
              <a:gd name="connsiteX1541" fmla="*/ 2703634 w 12192000"/>
              <a:gd name="connsiteY1541" fmla="*/ 2361764 h 6858000"/>
              <a:gd name="connsiteX1542" fmla="*/ 2701103 w 12192000"/>
              <a:gd name="connsiteY1542" fmla="*/ 1959739 h 6858000"/>
              <a:gd name="connsiteX1543" fmla="*/ 2304140 w 12192000"/>
              <a:gd name="connsiteY1543" fmla="*/ 1959739 h 6858000"/>
              <a:gd name="connsiteX1544" fmla="*/ 1881894 w 12192000"/>
              <a:gd name="connsiteY1544" fmla="*/ 1959739 h 6858000"/>
              <a:gd name="connsiteX1545" fmla="*/ 1881894 w 12192000"/>
              <a:gd name="connsiteY1545" fmla="*/ 2361764 h 6858000"/>
              <a:gd name="connsiteX1546" fmla="*/ 2281382 w 12192000"/>
              <a:gd name="connsiteY1546" fmla="*/ 2361764 h 6858000"/>
              <a:gd name="connsiteX1547" fmla="*/ 2281382 w 12192000"/>
              <a:gd name="connsiteY1547" fmla="*/ 1959739 h 6858000"/>
              <a:gd name="connsiteX1548" fmla="*/ 1881894 w 12192000"/>
              <a:gd name="connsiteY1548" fmla="*/ 1959739 h 6858000"/>
              <a:gd name="connsiteX1549" fmla="*/ 1037395 w 12192000"/>
              <a:gd name="connsiteY1549" fmla="*/ 1959739 h 6858000"/>
              <a:gd name="connsiteX1550" fmla="*/ 1037395 w 12192000"/>
              <a:gd name="connsiteY1550" fmla="*/ 2359233 h 6858000"/>
              <a:gd name="connsiteX1551" fmla="*/ 1436884 w 12192000"/>
              <a:gd name="connsiteY1551" fmla="*/ 2359233 h 6858000"/>
              <a:gd name="connsiteX1552" fmla="*/ 1436884 w 12192000"/>
              <a:gd name="connsiteY1552" fmla="*/ 1959739 h 6858000"/>
              <a:gd name="connsiteX1553" fmla="*/ 1037395 w 12192000"/>
              <a:gd name="connsiteY1553" fmla="*/ 1959739 h 6858000"/>
              <a:gd name="connsiteX1554" fmla="*/ 615143 w 12192000"/>
              <a:gd name="connsiteY1554" fmla="*/ 1959739 h 6858000"/>
              <a:gd name="connsiteX1555" fmla="*/ 612619 w 12192000"/>
              <a:gd name="connsiteY1555" fmla="*/ 2359233 h 6858000"/>
              <a:gd name="connsiteX1556" fmla="*/ 1014637 w 12192000"/>
              <a:gd name="connsiteY1556" fmla="*/ 2356708 h 6858000"/>
              <a:gd name="connsiteX1557" fmla="*/ 1012107 w 12192000"/>
              <a:gd name="connsiteY1557" fmla="*/ 1959739 h 6858000"/>
              <a:gd name="connsiteX1558" fmla="*/ 615143 w 12192000"/>
              <a:gd name="connsiteY1558" fmla="*/ 1959739 h 6858000"/>
              <a:gd name="connsiteX1559" fmla="*/ 190366 w 12192000"/>
              <a:gd name="connsiteY1559" fmla="*/ 1959739 h 6858000"/>
              <a:gd name="connsiteX1560" fmla="*/ 190366 w 12192000"/>
              <a:gd name="connsiteY1560" fmla="*/ 2361764 h 6858000"/>
              <a:gd name="connsiteX1561" fmla="*/ 592391 w 12192000"/>
              <a:gd name="connsiteY1561" fmla="*/ 2361764 h 6858000"/>
              <a:gd name="connsiteX1562" fmla="*/ 592391 w 12192000"/>
              <a:gd name="connsiteY1562" fmla="*/ 1959739 h 6858000"/>
              <a:gd name="connsiteX1563" fmla="*/ 190366 w 12192000"/>
              <a:gd name="connsiteY1563" fmla="*/ 1959739 h 6858000"/>
              <a:gd name="connsiteX1564" fmla="*/ 6725423 w 12192000"/>
              <a:gd name="connsiteY1564" fmla="*/ 1959426 h 6858000"/>
              <a:gd name="connsiteX1565" fmla="*/ 6529151 w 12192000"/>
              <a:gd name="connsiteY1565" fmla="*/ 1967325 h 6858000"/>
              <a:gd name="connsiteX1566" fmla="*/ 6529151 w 12192000"/>
              <a:gd name="connsiteY1566" fmla="*/ 2361764 h 6858000"/>
              <a:gd name="connsiteX1567" fmla="*/ 6931176 w 12192000"/>
              <a:gd name="connsiteY1567" fmla="*/ 2361764 h 6858000"/>
              <a:gd name="connsiteX1568" fmla="*/ 6931176 w 12192000"/>
              <a:gd name="connsiteY1568" fmla="*/ 1964800 h 6858000"/>
              <a:gd name="connsiteX1569" fmla="*/ 6725423 w 12192000"/>
              <a:gd name="connsiteY1569" fmla="*/ 1959426 h 6858000"/>
              <a:gd name="connsiteX1570" fmla="*/ 4186875 w 12192000"/>
              <a:gd name="connsiteY1570" fmla="*/ 1959426 h 6858000"/>
              <a:gd name="connsiteX1571" fmla="*/ 3990606 w 12192000"/>
              <a:gd name="connsiteY1571" fmla="*/ 1967325 h 6858000"/>
              <a:gd name="connsiteX1572" fmla="*/ 3990606 w 12192000"/>
              <a:gd name="connsiteY1572" fmla="*/ 2361764 h 6858000"/>
              <a:gd name="connsiteX1573" fmla="*/ 4392625 w 12192000"/>
              <a:gd name="connsiteY1573" fmla="*/ 2361764 h 6858000"/>
              <a:gd name="connsiteX1574" fmla="*/ 4392625 w 12192000"/>
              <a:gd name="connsiteY1574" fmla="*/ 1964800 h 6858000"/>
              <a:gd name="connsiteX1575" fmla="*/ 4186875 w 12192000"/>
              <a:gd name="connsiteY1575" fmla="*/ 1959426 h 6858000"/>
              <a:gd name="connsiteX1576" fmla="*/ 3344591 w 12192000"/>
              <a:gd name="connsiteY1576" fmla="*/ 1959426 h 6858000"/>
              <a:gd name="connsiteX1577" fmla="*/ 3146108 w 12192000"/>
              <a:gd name="connsiteY1577" fmla="*/ 1967325 h 6858000"/>
              <a:gd name="connsiteX1578" fmla="*/ 3146108 w 12192000"/>
              <a:gd name="connsiteY1578" fmla="*/ 2364288 h 6858000"/>
              <a:gd name="connsiteX1579" fmla="*/ 3550657 w 12192000"/>
              <a:gd name="connsiteY1579" fmla="*/ 2361764 h 6858000"/>
              <a:gd name="connsiteX1580" fmla="*/ 3550657 w 12192000"/>
              <a:gd name="connsiteY1580" fmla="*/ 1964800 h 6858000"/>
              <a:gd name="connsiteX1581" fmla="*/ 3344591 w 12192000"/>
              <a:gd name="connsiteY1581" fmla="*/ 1959426 h 6858000"/>
              <a:gd name="connsiteX1582" fmla="*/ 1653384 w 12192000"/>
              <a:gd name="connsiteY1582" fmla="*/ 1959426 h 6858000"/>
              <a:gd name="connsiteX1583" fmla="*/ 1457117 w 12192000"/>
              <a:gd name="connsiteY1583" fmla="*/ 1967325 h 6858000"/>
              <a:gd name="connsiteX1584" fmla="*/ 1457117 w 12192000"/>
              <a:gd name="connsiteY1584" fmla="*/ 2361764 h 6858000"/>
              <a:gd name="connsiteX1585" fmla="*/ 1859136 w 12192000"/>
              <a:gd name="connsiteY1585" fmla="*/ 2361764 h 6858000"/>
              <a:gd name="connsiteX1586" fmla="*/ 1859136 w 12192000"/>
              <a:gd name="connsiteY1586" fmla="*/ 1964800 h 6858000"/>
              <a:gd name="connsiteX1587" fmla="*/ 1653384 w 12192000"/>
              <a:gd name="connsiteY1587" fmla="*/ 1959426 h 6858000"/>
              <a:gd name="connsiteX1588" fmla="*/ 11802200 w 12192000"/>
              <a:gd name="connsiteY1588" fmla="*/ 1959111 h 6858000"/>
              <a:gd name="connsiteX1589" fmla="*/ 11601191 w 12192000"/>
              <a:gd name="connsiteY1589" fmla="*/ 1964800 h 6858000"/>
              <a:gd name="connsiteX1590" fmla="*/ 11601191 w 12192000"/>
              <a:gd name="connsiteY1590" fmla="*/ 2361764 h 6858000"/>
              <a:gd name="connsiteX1591" fmla="*/ 12003210 w 12192000"/>
              <a:gd name="connsiteY1591" fmla="*/ 2361764 h 6858000"/>
              <a:gd name="connsiteX1592" fmla="*/ 12003210 w 12192000"/>
              <a:gd name="connsiteY1592" fmla="*/ 1964800 h 6858000"/>
              <a:gd name="connsiteX1593" fmla="*/ 11802200 w 12192000"/>
              <a:gd name="connsiteY1593" fmla="*/ 1959111 h 6858000"/>
              <a:gd name="connsiteX1594" fmla="*/ 5034848 w 12192000"/>
              <a:gd name="connsiteY1594" fmla="*/ 1959111 h 6858000"/>
              <a:gd name="connsiteX1595" fmla="*/ 4837630 w 12192000"/>
              <a:gd name="connsiteY1595" fmla="*/ 1964800 h 6858000"/>
              <a:gd name="connsiteX1596" fmla="*/ 4837630 w 12192000"/>
              <a:gd name="connsiteY1596" fmla="*/ 2361764 h 6858000"/>
              <a:gd name="connsiteX1597" fmla="*/ 5239648 w 12192000"/>
              <a:gd name="connsiteY1597" fmla="*/ 2361764 h 6858000"/>
              <a:gd name="connsiteX1598" fmla="*/ 5239648 w 12192000"/>
              <a:gd name="connsiteY1598" fmla="*/ 1964800 h 6858000"/>
              <a:gd name="connsiteX1599" fmla="*/ 5034848 w 12192000"/>
              <a:gd name="connsiteY1599" fmla="*/ 1959111 h 6858000"/>
              <a:gd name="connsiteX1600" fmla="*/ 2927399 w 12192000"/>
              <a:gd name="connsiteY1600" fmla="*/ 1959111 h 6858000"/>
              <a:gd name="connsiteX1601" fmla="*/ 2726387 w 12192000"/>
              <a:gd name="connsiteY1601" fmla="*/ 1964800 h 6858000"/>
              <a:gd name="connsiteX1602" fmla="*/ 2726387 w 12192000"/>
              <a:gd name="connsiteY1602" fmla="*/ 2361764 h 6858000"/>
              <a:gd name="connsiteX1603" fmla="*/ 3128411 w 12192000"/>
              <a:gd name="connsiteY1603" fmla="*/ 2361764 h 6858000"/>
              <a:gd name="connsiteX1604" fmla="*/ 3128411 w 12192000"/>
              <a:gd name="connsiteY1604" fmla="*/ 1964800 h 6858000"/>
              <a:gd name="connsiteX1605" fmla="*/ 2927399 w 12192000"/>
              <a:gd name="connsiteY1605" fmla="*/ 1959111 h 6858000"/>
              <a:gd name="connsiteX1606" fmla="*/ 11434440 w 12192000"/>
              <a:gd name="connsiteY1606" fmla="*/ 1957736 h 6858000"/>
              <a:gd name="connsiteX1607" fmla="*/ 11181470 w 12192000"/>
              <a:gd name="connsiteY1607" fmla="*/ 1964800 h 6858000"/>
              <a:gd name="connsiteX1608" fmla="*/ 11184000 w 12192000"/>
              <a:gd name="connsiteY1608" fmla="*/ 2361764 h 6858000"/>
              <a:gd name="connsiteX1609" fmla="*/ 11575908 w 12192000"/>
              <a:gd name="connsiteY1609" fmla="*/ 2361764 h 6858000"/>
              <a:gd name="connsiteX1610" fmla="*/ 11575908 w 12192000"/>
              <a:gd name="connsiteY1610" fmla="*/ 1962270 h 6858000"/>
              <a:gd name="connsiteX1611" fmla="*/ 11434440 w 12192000"/>
              <a:gd name="connsiteY1611" fmla="*/ 1957736 h 6858000"/>
              <a:gd name="connsiteX1612" fmla="*/ 10593626 w 12192000"/>
              <a:gd name="connsiteY1612" fmla="*/ 1957736 h 6858000"/>
              <a:gd name="connsiteX1613" fmla="*/ 10331916 w 12192000"/>
              <a:gd name="connsiteY1613" fmla="*/ 1964800 h 6858000"/>
              <a:gd name="connsiteX1614" fmla="*/ 10331916 w 12192000"/>
              <a:gd name="connsiteY1614" fmla="*/ 2359233 h 6858000"/>
              <a:gd name="connsiteX1615" fmla="*/ 10733940 w 12192000"/>
              <a:gd name="connsiteY1615" fmla="*/ 2356708 h 6858000"/>
              <a:gd name="connsiteX1616" fmla="*/ 10733940 w 12192000"/>
              <a:gd name="connsiteY1616" fmla="*/ 1962270 h 6858000"/>
              <a:gd name="connsiteX1617" fmla="*/ 10593626 w 12192000"/>
              <a:gd name="connsiteY1617" fmla="*/ 1957736 h 6858000"/>
              <a:gd name="connsiteX1618" fmla="*/ 8056010 w 12192000"/>
              <a:gd name="connsiteY1618" fmla="*/ 1957736 h 6858000"/>
              <a:gd name="connsiteX1619" fmla="*/ 7798427 w 12192000"/>
              <a:gd name="connsiteY1619" fmla="*/ 1964800 h 6858000"/>
              <a:gd name="connsiteX1620" fmla="*/ 7798427 w 12192000"/>
              <a:gd name="connsiteY1620" fmla="*/ 2361764 h 6858000"/>
              <a:gd name="connsiteX1621" fmla="*/ 8197920 w 12192000"/>
              <a:gd name="connsiteY1621" fmla="*/ 2361764 h 6858000"/>
              <a:gd name="connsiteX1622" fmla="*/ 8195390 w 12192000"/>
              <a:gd name="connsiteY1622" fmla="*/ 1962270 h 6858000"/>
              <a:gd name="connsiteX1623" fmla="*/ 8056010 w 12192000"/>
              <a:gd name="connsiteY1623" fmla="*/ 1957736 h 6858000"/>
              <a:gd name="connsiteX1624" fmla="*/ 3829086 w 12192000"/>
              <a:gd name="connsiteY1624" fmla="*/ 1957736 h 6858000"/>
              <a:gd name="connsiteX1625" fmla="*/ 3570885 w 12192000"/>
              <a:gd name="connsiteY1625" fmla="*/ 1964800 h 6858000"/>
              <a:gd name="connsiteX1626" fmla="*/ 3570885 w 12192000"/>
              <a:gd name="connsiteY1626" fmla="*/ 2359233 h 6858000"/>
              <a:gd name="connsiteX1627" fmla="*/ 3970379 w 12192000"/>
              <a:gd name="connsiteY1627" fmla="*/ 2356708 h 6858000"/>
              <a:gd name="connsiteX1628" fmla="*/ 3970379 w 12192000"/>
              <a:gd name="connsiteY1628" fmla="*/ 1962270 h 6858000"/>
              <a:gd name="connsiteX1629" fmla="*/ 3829086 w 12192000"/>
              <a:gd name="connsiteY1629" fmla="*/ 1957736 h 6858000"/>
              <a:gd name="connsiteX1630" fmla="*/ 9909669 w 12192000"/>
              <a:gd name="connsiteY1630" fmla="*/ 1957214 h 6858000"/>
              <a:gd name="connsiteX1631" fmla="*/ 9909669 w 12192000"/>
              <a:gd name="connsiteY1631" fmla="*/ 2359233 h 6858000"/>
              <a:gd name="connsiteX1632" fmla="*/ 10311688 w 12192000"/>
              <a:gd name="connsiteY1632" fmla="*/ 2356708 h 6858000"/>
              <a:gd name="connsiteX1633" fmla="*/ 10311688 w 12192000"/>
              <a:gd name="connsiteY1633" fmla="*/ 1957214 h 6858000"/>
              <a:gd name="connsiteX1634" fmla="*/ 9909669 w 12192000"/>
              <a:gd name="connsiteY1634" fmla="*/ 1957214 h 6858000"/>
              <a:gd name="connsiteX1635" fmla="*/ 5259876 w 12192000"/>
              <a:gd name="connsiteY1635" fmla="*/ 1957214 h 6858000"/>
              <a:gd name="connsiteX1636" fmla="*/ 5259876 w 12192000"/>
              <a:gd name="connsiteY1636" fmla="*/ 2361764 h 6858000"/>
              <a:gd name="connsiteX1637" fmla="*/ 5661901 w 12192000"/>
              <a:gd name="connsiteY1637" fmla="*/ 2361764 h 6858000"/>
              <a:gd name="connsiteX1638" fmla="*/ 5661901 w 12192000"/>
              <a:gd name="connsiteY1638" fmla="*/ 1957214 h 6858000"/>
              <a:gd name="connsiteX1639" fmla="*/ 5259876 w 12192000"/>
              <a:gd name="connsiteY1639" fmla="*/ 1957214 h 6858000"/>
              <a:gd name="connsiteX1640" fmla="*/ 7575292 w 12192000"/>
              <a:gd name="connsiteY1640" fmla="*/ 1956580 h 6858000"/>
              <a:gd name="connsiteX1641" fmla="*/ 7376180 w 12192000"/>
              <a:gd name="connsiteY1641" fmla="*/ 1962270 h 6858000"/>
              <a:gd name="connsiteX1642" fmla="*/ 7376180 w 12192000"/>
              <a:gd name="connsiteY1642" fmla="*/ 2356708 h 6858000"/>
              <a:gd name="connsiteX1643" fmla="*/ 7778199 w 12192000"/>
              <a:gd name="connsiteY1643" fmla="*/ 2354178 h 6858000"/>
              <a:gd name="connsiteX1644" fmla="*/ 7778199 w 12192000"/>
              <a:gd name="connsiteY1644" fmla="*/ 1962270 h 6858000"/>
              <a:gd name="connsiteX1645" fmla="*/ 7575292 w 12192000"/>
              <a:gd name="connsiteY1645" fmla="*/ 1956580 h 6858000"/>
              <a:gd name="connsiteX1646" fmla="*/ 11601191 w 12192000"/>
              <a:gd name="connsiteY1646" fmla="*/ 1537493 h 6858000"/>
              <a:gd name="connsiteX1647" fmla="*/ 11601191 w 12192000"/>
              <a:gd name="connsiteY1647" fmla="*/ 1936987 h 6858000"/>
              <a:gd name="connsiteX1648" fmla="*/ 12003210 w 12192000"/>
              <a:gd name="connsiteY1648" fmla="*/ 1934456 h 6858000"/>
              <a:gd name="connsiteX1649" fmla="*/ 12003210 w 12192000"/>
              <a:gd name="connsiteY1649" fmla="*/ 1537493 h 6858000"/>
              <a:gd name="connsiteX1650" fmla="*/ 11601191 w 12192000"/>
              <a:gd name="connsiteY1650" fmla="*/ 1537493 h 6858000"/>
              <a:gd name="connsiteX1651" fmla="*/ 10759223 w 12192000"/>
              <a:gd name="connsiteY1651" fmla="*/ 1537493 h 6858000"/>
              <a:gd name="connsiteX1652" fmla="*/ 10761754 w 12192000"/>
              <a:gd name="connsiteY1652" fmla="*/ 1939511 h 6858000"/>
              <a:gd name="connsiteX1653" fmla="*/ 11153656 w 12192000"/>
              <a:gd name="connsiteY1653" fmla="*/ 1939511 h 6858000"/>
              <a:gd name="connsiteX1654" fmla="*/ 11153656 w 12192000"/>
              <a:gd name="connsiteY1654" fmla="*/ 1537493 h 6858000"/>
              <a:gd name="connsiteX1655" fmla="*/ 10759223 w 12192000"/>
              <a:gd name="connsiteY1655" fmla="*/ 1537493 h 6858000"/>
              <a:gd name="connsiteX1656" fmla="*/ 10334446 w 12192000"/>
              <a:gd name="connsiteY1656" fmla="*/ 1537493 h 6858000"/>
              <a:gd name="connsiteX1657" fmla="*/ 10334446 w 12192000"/>
              <a:gd name="connsiteY1657" fmla="*/ 1939511 h 6858000"/>
              <a:gd name="connsiteX1658" fmla="*/ 10731410 w 12192000"/>
              <a:gd name="connsiteY1658" fmla="*/ 1936987 h 6858000"/>
              <a:gd name="connsiteX1659" fmla="*/ 10731410 w 12192000"/>
              <a:gd name="connsiteY1659" fmla="*/ 1537493 h 6858000"/>
              <a:gd name="connsiteX1660" fmla="*/ 10334446 w 12192000"/>
              <a:gd name="connsiteY1660" fmla="*/ 1537493 h 6858000"/>
              <a:gd name="connsiteX1661" fmla="*/ 9909669 w 12192000"/>
              <a:gd name="connsiteY1661" fmla="*/ 1537493 h 6858000"/>
              <a:gd name="connsiteX1662" fmla="*/ 9909669 w 12192000"/>
              <a:gd name="connsiteY1662" fmla="*/ 1936987 h 6858000"/>
              <a:gd name="connsiteX1663" fmla="*/ 10311688 w 12192000"/>
              <a:gd name="connsiteY1663" fmla="*/ 1934456 h 6858000"/>
              <a:gd name="connsiteX1664" fmla="*/ 10311688 w 12192000"/>
              <a:gd name="connsiteY1664" fmla="*/ 1537493 h 6858000"/>
              <a:gd name="connsiteX1665" fmla="*/ 9909669 w 12192000"/>
              <a:gd name="connsiteY1665" fmla="*/ 1537493 h 6858000"/>
              <a:gd name="connsiteX1666" fmla="*/ 9067702 w 12192000"/>
              <a:gd name="connsiteY1666" fmla="*/ 1537493 h 6858000"/>
              <a:gd name="connsiteX1667" fmla="*/ 9070226 w 12192000"/>
              <a:gd name="connsiteY1667" fmla="*/ 1939511 h 6858000"/>
              <a:gd name="connsiteX1668" fmla="*/ 9464665 w 12192000"/>
              <a:gd name="connsiteY1668" fmla="*/ 1939511 h 6858000"/>
              <a:gd name="connsiteX1669" fmla="*/ 9462134 w 12192000"/>
              <a:gd name="connsiteY1669" fmla="*/ 1537493 h 6858000"/>
              <a:gd name="connsiteX1670" fmla="*/ 9067702 w 12192000"/>
              <a:gd name="connsiteY1670" fmla="*/ 1537493 h 6858000"/>
              <a:gd name="connsiteX1671" fmla="*/ 8645449 w 12192000"/>
              <a:gd name="connsiteY1671" fmla="*/ 1537493 h 6858000"/>
              <a:gd name="connsiteX1672" fmla="*/ 8645449 w 12192000"/>
              <a:gd name="connsiteY1672" fmla="*/ 1939511 h 6858000"/>
              <a:gd name="connsiteX1673" fmla="*/ 9042419 w 12192000"/>
              <a:gd name="connsiteY1673" fmla="*/ 1939511 h 6858000"/>
              <a:gd name="connsiteX1674" fmla="*/ 9039888 w 12192000"/>
              <a:gd name="connsiteY1674" fmla="*/ 1537493 h 6858000"/>
              <a:gd name="connsiteX1675" fmla="*/ 8645449 w 12192000"/>
              <a:gd name="connsiteY1675" fmla="*/ 1537493 h 6858000"/>
              <a:gd name="connsiteX1676" fmla="*/ 7800957 w 12192000"/>
              <a:gd name="connsiteY1676" fmla="*/ 1537493 h 6858000"/>
              <a:gd name="connsiteX1677" fmla="*/ 7800957 w 12192000"/>
              <a:gd name="connsiteY1677" fmla="*/ 1939511 h 6858000"/>
              <a:gd name="connsiteX1678" fmla="*/ 8197920 w 12192000"/>
              <a:gd name="connsiteY1678" fmla="*/ 1936987 h 6858000"/>
              <a:gd name="connsiteX1679" fmla="*/ 8197920 w 12192000"/>
              <a:gd name="connsiteY1679" fmla="*/ 1537493 h 6858000"/>
              <a:gd name="connsiteX1680" fmla="*/ 7800957 w 12192000"/>
              <a:gd name="connsiteY1680" fmla="*/ 1537493 h 6858000"/>
              <a:gd name="connsiteX1681" fmla="*/ 6534212 w 12192000"/>
              <a:gd name="connsiteY1681" fmla="*/ 1537493 h 6858000"/>
              <a:gd name="connsiteX1682" fmla="*/ 6536737 w 12192000"/>
              <a:gd name="connsiteY1682" fmla="*/ 1939511 h 6858000"/>
              <a:gd name="connsiteX1683" fmla="*/ 6931176 w 12192000"/>
              <a:gd name="connsiteY1683" fmla="*/ 1939511 h 6858000"/>
              <a:gd name="connsiteX1684" fmla="*/ 6928645 w 12192000"/>
              <a:gd name="connsiteY1684" fmla="*/ 1537493 h 6858000"/>
              <a:gd name="connsiteX1685" fmla="*/ 6534212 w 12192000"/>
              <a:gd name="connsiteY1685" fmla="*/ 1537493 h 6858000"/>
              <a:gd name="connsiteX1686" fmla="*/ 6104374 w 12192000"/>
              <a:gd name="connsiteY1686" fmla="*/ 1537493 h 6858000"/>
              <a:gd name="connsiteX1687" fmla="*/ 6104374 w 12192000"/>
              <a:gd name="connsiteY1687" fmla="*/ 1939511 h 6858000"/>
              <a:gd name="connsiteX1688" fmla="*/ 6508924 w 12192000"/>
              <a:gd name="connsiteY1688" fmla="*/ 1939511 h 6858000"/>
              <a:gd name="connsiteX1689" fmla="*/ 6508924 w 12192000"/>
              <a:gd name="connsiteY1689" fmla="*/ 1537493 h 6858000"/>
              <a:gd name="connsiteX1690" fmla="*/ 6104374 w 12192000"/>
              <a:gd name="connsiteY1690" fmla="*/ 1537493 h 6858000"/>
              <a:gd name="connsiteX1691" fmla="*/ 5682128 w 12192000"/>
              <a:gd name="connsiteY1691" fmla="*/ 1537493 h 6858000"/>
              <a:gd name="connsiteX1692" fmla="*/ 5682128 w 12192000"/>
              <a:gd name="connsiteY1692" fmla="*/ 1939511 h 6858000"/>
              <a:gd name="connsiteX1693" fmla="*/ 6081622 w 12192000"/>
              <a:gd name="connsiteY1693" fmla="*/ 1939511 h 6858000"/>
              <a:gd name="connsiteX1694" fmla="*/ 6079091 w 12192000"/>
              <a:gd name="connsiteY1694" fmla="*/ 1537493 h 6858000"/>
              <a:gd name="connsiteX1695" fmla="*/ 5682128 w 12192000"/>
              <a:gd name="connsiteY1695" fmla="*/ 1537493 h 6858000"/>
              <a:gd name="connsiteX1696" fmla="*/ 3995662 w 12192000"/>
              <a:gd name="connsiteY1696" fmla="*/ 1537493 h 6858000"/>
              <a:gd name="connsiteX1697" fmla="*/ 3993131 w 12192000"/>
              <a:gd name="connsiteY1697" fmla="*/ 1939511 h 6858000"/>
              <a:gd name="connsiteX1698" fmla="*/ 4392625 w 12192000"/>
              <a:gd name="connsiteY1698" fmla="*/ 1939511 h 6858000"/>
              <a:gd name="connsiteX1699" fmla="*/ 4390100 w 12192000"/>
              <a:gd name="connsiteY1699" fmla="*/ 1537493 h 6858000"/>
              <a:gd name="connsiteX1700" fmla="*/ 3995662 w 12192000"/>
              <a:gd name="connsiteY1700" fmla="*/ 1537493 h 6858000"/>
              <a:gd name="connsiteX1701" fmla="*/ 3570885 w 12192000"/>
              <a:gd name="connsiteY1701" fmla="*/ 1537493 h 6858000"/>
              <a:gd name="connsiteX1702" fmla="*/ 3570885 w 12192000"/>
              <a:gd name="connsiteY1702" fmla="*/ 1939511 h 6858000"/>
              <a:gd name="connsiteX1703" fmla="*/ 3970379 w 12192000"/>
              <a:gd name="connsiteY1703" fmla="*/ 1939511 h 6858000"/>
              <a:gd name="connsiteX1704" fmla="*/ 3970379 w 12192000"/>
              <a:gd name="connsiteY1704" fmla="*/ 1537493 h 6858000"/>
              <a:gd name="connsiteX1705" fmla="*/ 3570885 w 12192000"/>
              <a:gd name="connsiteY1705" fmla="*/ 1537493 h 6858000"/>
              <a:gd name="connsiteX1706" fmla="*/ 1881894 w 12192000"/>
              <a:gd name="connsiteY1706" fmla="*/ 1537493 h 6858000"/>
              <a:gd name="connsiteX1707" fmla="*/ 1881894 w 12192000"/>
              <a:gd name="connsiteY1707" fmla="*/ 1939511 h 6858000"/>
              <a:gd name="connsiteX1708" fmla="*/ 2281382 w 12192000"/>
              <a:gd name="connsiteY1708" fmla="*/ 1939511 h 6858000"/>
              <a:gd name="connsiteX1709" fmla="*/ 2281382 w 12192000"/>
              <a:gd name="connsiteY1709" fmla="*/ 1537493 h 6858000"/>
              <a:gd name="connsiteX1710" fmla="*/ 1881894 w 12192000"/>
              <a:gd name="connsiteY1710" fmla="*/ 1537493 h 6858000"/>
              <a:gd name="connsiteX1711" fmla="*/ 1462172 w 12192000"/>
              <a:gd name="connsiteY1711" fmla="*/ 1537493 h 6858000"/>
              <a:gd name="connsiteX1712" fmla="*/ 1464697 w 12192000"/>
              <a:gd name="connsiteY1712" fmla="*/ 1939511 h 6858000"/>
              <a:gd name="connsiteX1713" fmla="*/ 1859136 w 12192000"/>
              <a:gd name="connsiteY1713" fmla="*/ 1939511 h 6858000"/>
              <a:gd name="connsiteX1714" fmla="*/ 1859136 w 12192000"/>
              <a:gd name="connsiteY1714" fmla="*/ 1537493 h 6858000"/>
              <a:gd name="connsiteX1715" fmla="*/ 1462172 w 12192000"/>
              <a:gd name="connsiteY1715" fmla="*/ 1537493 h 6858000"/>
              <a:gd name="connsiteX1716" fmla="*/ 1037395 w 12192000"/>
              <a:gd name="connsiteY1716" fmla="*/ 1537493 h 6858000"/>
              <a:gd name="connsiteX1717" fmla="*/ 1037395 w 12192000"/>
              <a:gd name="connsiteY1717" fmla="*/ 1939511 h 6858000"/>
              <a:gd name="connsiteX1718" fmla="*/ 1434359 w 12192000"/>
              <a:gd name="connsiteY1718" fmla="*/ 1939511 h 6858000"/>
              <a:gd name="connsiteX1719" fmla="*/ 1431828 w 12192000"/>
              <a:gd name="connsiteY1719" fmla="*/ 1537493 h 6858000"/>
              <a:gd name="connsiteX1720" fmla="*/ 1037395 w 12192000"/>
              <a:gd name="connsiteY1720" fmla="*/ 1537493 h 6858000"/>
              <a:gd name="connsiteX1721" fmla="*/ 9747795 w 12192000"/>
              <a:gd name="connsiteY1721" fmla="*/ 1535488 h 6858000"/>
              <a:gd name="connsiteX1722" fmla="*/ 9487423 w 12192000"/>
              <a:gd name="connsiteY1722" fmla="*/ 1542548 h 6858000"/>
              <a:gd name="connsiteX1723" fmla="*/ 9487423 w 12192000"/>
              <a:gd name="connsiteY1723" fmla="*/ 1936987 h 6858000"/>
              <a:gd name="connsiteX1724" fmla="*/ 9889442 w 12192000"/>
              <a:gd name="connsiteY1724" fmla="*/ 1934456 h 6858000"/>
              <a:gd name="connsiteX1725" fmla="*/ 9889442 w 12192000"/>
              <a:gd name="connsiteY1725" fmla="*/ 1540023 h 6858000"/>
              <a:gd name="connsiteX1726" fmla="*/ 9747795 w 12192000"/>
              <a:gd name="connsiteY1726" fmla="*/ 1535488 h 6858000"/>
              <a:gd name="connsiteX1727" fmla="*/ 7210664 w 12192000"/>
              <a:gd name="connsiteY1727" fmla="*/ 1535488 h 6858000"/>
              <a:gd name="connsiteX1728" fmla="*/ 6951403 w 12192000"/>
              <a:gd name="connsiteY1728" fmla="*/ 1542548 h 6858000"/>
              <a:gd name="connsiteX1729" fmla="*/ 6951403 w 12192000"/>
              <a:gd name="connsiteY1729" fmla="*/ 1936987 h 6858000"/>
              <a:gd name="connsiteX1730" fmla="*/ 7353422 w 12192000"/>
              <a:gd name="connsiteY1730" fmla="*/ 1934456 h 6858000"/>
              <a:gd name="connsiteX1731" fmla="*/ 7353422 w 12192000"/>
              <a:gd name="connsiteY1731" fmla="*/ 1540023 h 6858000"/>
              <a:gd name="connsiteX1732" fmla="*/ 7210664 w 12192000"/>
              <a:gd name="connsiteY1732" fmla="*/ 1535488 h 6858000"/>
              <a:gd name="connsiteX1733" fmla="*/ 3404434 w 12192000"/>
              <a:gd name="connsiteY1733" fmla="*/ 1535488 h 6858000"/>
              <a:gd name="connsiteX1734" fmla="*/ 3146108 w 12192000"/>
              <a:gd name="connsiteY1734" fmla="*/ 1542548 h 6858000"/>
              <a:gd name="connsiteX1735" fmla="*/ 3146108 w 12192000"/>
              <a:gd name="connsiteY1735" fmla="*/ 1936987 h 6858000"/>
              <a:gd name="connsiteX1736" fmla="*/ 3550657 w 12192000"/>
              <a:gd name="connsiteY1736" fmla="*/ 1934456 h 6858000"/>
              <a:gd name="connsiteX1737" fmla="*/ 3550657 w 12192000"/>
              <a:gd name="connsiteY1737" fmla="*/ 1540023 h 6858000"/>
              <a:gd name="connsiteX1738" fmla="*/ 3404434 w 12192000"/>
              <a:gd name="connsiteY1738" fmla="*/ 1535488 h 6858000"/>
              <a:gd name="connsiteX1739" fmla="*/ 8223203 w 12192000"/>
              <a:gd name="connsiteY1739" fmla="*/ 1534962 h 6858000"/>
              <a:gd name="connsiteX1740" fmla="*/ 8220673 w 12192000"/>
              <a:gd name="connsiteY1740" fmla="*/ 1936987 h 6858000"/>
              <a:gd name="connsiteX1741" fmla="*/ 8620167 w 12192000"/>
              <a:gd name="connsiteY1741" fmla="*/ 1936987 h 6858000"/>
              <a:gd name="connsiteX1742" fmla="*/ 8617636 w 12192000"/>
              <a:gd name="connsiteY1742" fmla="*/ 1534962 h 6858000"/>
              <a:gd name="connsiteX1743" fmla="*/ 8223203 w 12192000"/>
              <a:gd name="connsiteY1743" fmla="*/ 1534962 h 6858000"/>
              <a:gd name="connsiteX1744" fmla="*/ 7376180 w 12192000"/>
              <a:gd name="connsiteY1744" fmla="*/ 1534962 h 6858000"/>
              <a:gd name="connsiteX1745" fmla="*/ 7376180 w 12192000"/>
              <a:gd name="connsiteY1745" fmla="*/ 1936987 h 6858000"/>
              <a:gd name="connsiteX1746" fmla="*/ 7778199 w 12192000"/>
              <a:gd name="connsiteY1746" fmla="*/ 1936987 h 6858000"/>
              <a:gd name="connsiteX1747" fmla="*/ 7778199 w 12192000"/>
              <a:gd name="connsiteY1747" fmla="*/ 1534962 h 6858000"/>
              <a:gd name="connsiteX1748" fmla="*/ 7376180 w 12192000"/>
              <a:gd name="connsiteY1748" fmla="*/ 1534962 h 6858000"/>
              <a:gd name="connsiteX1749" fmla="*/ 4837630 w 12192000"/>
              <a:gd name="connsiteY1749" fmla="*/ 1534962 h 6858000"/>
              <a:gd name="connsiteX1750" fmla="*/ 4837630 w 12192000"/>
              <a:gd name="connsiteY1750" fmla="*/ 1936987 h 6858000"/>
              <a:gd name="connsiteX1751" fmla="*/ 5239648 w 12192000"/>
              <a:gd name="connsiteY1751" fmla="*/ 1936987 h 6858000"/>
              <a:gd name="connsiteX1752" fmla="*/ 5239648 w 12192000"/>
              <a:gd name="connsiteY1752" fmla="*/ 1534962 h 6858000"/>
              <a:gd name="connsiteX1753" fmla="*/ 4837630 w 12192000"/>
              <a:gd name="connsiteY1753" fmla="*/ 1534962 h 6858000"/>
              <a:gd name="connsiteX1754" fmla="*/ 4415383 w 12192000"/>
              <a:gd name="connsiteY1754" fmla="*/ 1534962 h 6858000"/>
              <a:gd name="connsiteX1755" fmla="*/ 4415383 w 12192000"/>
              <a:gd name="connsiteY1755" fmla="*/ 1939511 h 6858000"/>
              <a:gd name="connsiteX1756" fmla="*/ 4812347 w 12192000"/>
              <a:gd name="connsiteY1756" fmla="*/ 1939511 h 6858000"/>
              <a:gd name="connsiteX1757" fmla="*/ 4809816 w 12192000"/>
              <a:gd name="connsiteY1757" fmla="*/ 1534962 h 6858000"/>
              <a:gd name="connsiteX1758" fmla="*/ 4415383 w 12192000"/>
              <a:gd name="connsiteY1758" fmla="*/ 1534962 h 6858000"/>
              <a:gd name="connsiteX1759" fmla="*/ 615143 w 12192000"/>
              <a:gd name="connsiteY1759" fmla="*/ 1534962 h 6858000"/>
              <a:gd name="connsiteX1760" fmla="*/ 615143 w 12192000"/>
              <a:gd name="connsiteY1760" fmla="*/ 1936987 h 6858000"/>
              <a:gd name="connsiteX1761" fmla="*/ 1009582 w 12192000"/>
              <a:gd name="connsiteY1761" fmla="*/ 1936987 h 6858000"/>
              <a:gd name="connsiteX1762" fmla="*/ 1007051 w 12192000"/>
              <a:gd name="connsiteY1762" fmla="*/ 1534962 h 6858000"/>
              <a:gd name="connsiteX1763" fmla="*/ 615143 w 12192000"/>
              <a:gd name="connsiteY1763" fmla="*/ 1534962 h 6858000"/>
              <a:gd name="connsiteX1764" fmla="*/ 5456148 w 12192000"/>
              <a:gd name="connsiteY1764" fmla="*/ 1534334 h 6858000"/>
              <a:gd name="connsiteX1765" fmla="*/ 5259876 w 12192000"/>
              <a:gd name="connsiteY1765" fmla="*/ 1540023 h 6858000"/>
              <a:gd name="connsiteX1766" fmla="*/ 5259876 w 12192000"/>
              <a:gd name="connsiteY1766" fmla="*/ 1934456 h 6858000"/>
              <a:gd name="connsiteX1767" fmla="*/ 5661901 w 12192000"/>
              <a:gd name="connsiteY1767" fmla="*/ 1931931 h 6858000"/>
              <a:gd name="connsiteX1768" fmla="*/ 5661901 w 12192000"/>
              <a:gd name="connsiteY1768" fmla="*/ 1540023 h 6858000"/>
              <a:gd name="connsiteX1769" fmla="*/ 5456148 w 12192000"/>
              <a:gd name="connsiteY1769" fmla="*/ 1534334 h 6858000"/>
              <a:gd name="connsiteX1770" fmla="*/ 2920128 w 12192000"/>
              <a:gd name="connsiteY1770" fmla="*/ 1534334 h 6858000"/>
              <a:gd name="connsiteX1771" fmla="*/ 2723862 w 12192000"/>
              <a:gd name="connsiteY1771" fmla="*/ 1540023 h 6858000"/>
              <a:gd name="connsiteX1772" fmla="*/ 2723862 w 12192000"/>
              <a:gd name="connsiteY1772" fmla="*/ 1936987 h 6858000"/>
              <a:gd name="connsiteX1773" fmla="*/ 3125881 w 12192000"/>
              <a:gd name="connsiteY1773" fmla="*/ 1939511 h 6858000"/>
              <a:gd name="connsiteX1774" fmla="*/ 3125881 w 12192000"/>
              <a:gd name="connsiteY1774" fmla="*/ 1540023 h 6858000"/>
              <a:gd name="connsiteX1775" fmla="*/ 2920128 w 12192000"/>
              <a:gd name="connsiteY1775" fmla="*/ 1534334 h 6858000"/>
              <a:gd name="connsiteX1776" fmla="*/ 386638 w 12192000"/>
              <a:gd name="connsiteY1776" fmla="*/ 1534334 h 6858000"/>
              <a:gd name="connsiteX1777" fmla="*/ 190366 w 12192000"/>
              <a:gd name="connsiteY1777" fmla="*/ 1540023 h 6858000"/>
              <a:gd name="connsiteX1778" fmla="*/ 190366 w 12192000"/>
              <a:gd name="connsiteY1778" fmla="*/ 1934456 h 6858000"/>
              <a:gd name="connsiteX1779" fmla="*/ 592391 w 12192000"/>
              <a:gd name="connsiteY1779" fmla="*/ 1931931 h 6858000"/>
              <a:gd name="connsiteX1780" fmla="*/ 592391 w 12192000"/>
              <a:gd name="connsiteY1780" fmla="*/ 1540023 h 6858000"/>
              <a:gd name="connsiteX1781" fmla="*/ 386638 w 12192000"/>
              <a:gd name="connsiteY1781" fmla="*/ 1534334 h 6858000"/>
              <a:gd name="connsiteX1782" fmla="*/ 2557098 w 12192000"/>
              <a:gd name="connsiteY1782" fmla="*/ 1532959 h 6858000"/>
              <a:gd name="connsiteX1783" fmla="*/ 2301610 w 12192000"/>
              <a:gd name="connsiteY1783" fmla="*/ 1540023 h 6858000"/>
              <a:gd name="connsiteX1784" fmla="*/ 2301610 w 12192000"/>
              <a:gd name="connsiteY1784" fmla="*/ 1939511 h 6858000"/>
              <a:gd name="connsiteX1785" fmla="*/ 2703634 w 12192000"/>
              <a:gd name="connsiteY1785" fmla="*/ 1939511 h 6858000"/>
              <a:gd name="connsiteX1786" fmla="*/ 2703634 w 12192000"/>
              <a:gd name="connsiteY1786" fmla="*/ 1537493 h 6858000"/>
              <a:gd name="connsiteX1787" fmla="*/ 2557098 w 12192000"/>
              <a:gd name="connsiteY1787" fmla="*/ 1532959 h 6858000"/>
              <a:gd name="connsiteX1788" fmla="*/ 11178945 w 12192000"/>
              <a:gd name="connsiteY1788" fmla="*/ 1532437 h 6858000"/>
              <a:gd name="connsiteX1789" fmla="*/ 11178945 w 12192000"/>
              <a:gd name="connsiteY1789" fmla="*/ 1936987 h 6858000"/>
              <a:gd name="connsiteX1790" fmla="*/ 11578433 w 12192000"/>
              <a:gd name="connsiteY1790" fmla="*/ 1936987 h 6858000"/>
              <a:gd name="connsiteX1791" fmla="*/ 11578433 w 12192000"/>
              <a:gd name="connsiteY1791" fmla="*/ 1532437 h 6858000"/>
              <a:gd name="connsiteX1792" fmla="*/ 11178945 w 12192000"/>
              <a:gd name="connsiteY1792" fmla="*/ 1532437 h 6858000"/>
              <a:gd name="connsiteX1793" fmla="*/ 9909669 w 12192000"/>
              <a:gd name="connsiteY1793" fmla="*/ 1117771 h 6858000"/>
              <a:gd name="connsiteX1794" fmla="*/ 9909669 w 12192000"/>
              <a:gd name="connsiteY1794" fmla="*/ 1517265 h 6858000"/>
              <a:gd name="connsiteX1795" fmla="*/ 10311688 w 12192000"/>
              <a:gd name="connsiteY1795" fmla="*/ 1517265 h 6858000"/>
              <a:gd name="connsiteX1796" fmla="*/ 10311688 w 12192000"/>
              <a:gd name="connsiteY1796" fmla="*/ 1117771 h 6858000"/>
              <a:gd name="connsiteX1797" fmla="*/ 9909669 w 12192000"/>
              <a:gd name="connsiteY1797" fmla="*/ 1117771 h 6858000"/>
              <a:gd name="connsiteX1798" fmla="*/ 612619 w 12192000"/>
              <a:gd name="connsiteY1798" fmla="*/ 1117771 h 6858000"/>
              <a:gd name="connsiteX1799" fmla="*/ 612619 w 12192000"/>
              <a:gd name="connsiteY1799" fmla="*/ 1514734 h 6858000"/>
              <a:gd name="connsiteX1800" fmla="*/ 1014637 w 12192000"/>
              <a:gd name="connsiteY1800" fmla="*/ 1514734 h 6858000"/>
              <a:gd name="connsiteX1801" fmla="*/ 1014637 w 12192000"/>
              <a:gd name="connsiteY1801" fmla="*/ 1117771 h 6858000"/>
              <a:gd name="connsiteX1802" fmla="*/ 612619 w 12192000"/>
              <a:gd name="connsiteY1802" fmla="*/ 1117771 h 6858000"/>
              <a:gd name="connsiteX1803" fmla="*/ 10334446 w 12192000"/>
              <a:gd name="connsiteY1803" fmla="*/ 1115246 h 6858000"/>
              <a:gd name="connsiteX1804" fmla="*/ 10334446 w 12192000"/>
              <a:gd name="connsiteY1804" fmla="*/ 1517265 h 6858000"/>
              <a:gd name="connsiteX1805" fmla="*/ 10733940 w 12192000"/>
              <a:gd name="connsiteY1805" fmla="*/ 1517265 h 6858000"/>
              <a:gd name="connsiteX1806" fmla="*/ 10733940 w 12192000"/>
              <a:gd name="connsiteY1806" fmla="*/ 1115246 h 6858000"/>
              <a:gd name="connsiteX1807" fmla="*/ 10334446 w 12192000"/>
              <a:gd name="connsiteY1807" fmla="*/ 1115246 h 6858000"/>
              <a:gd name="connsiteX1808" fmla="*/ 9489948 w 12192000"/>
              <a:gd name="connsiteY1808" fmla="*/ 1115246 h 6858000"/>
              <a:gd name="connsiteX1809" fmla="*/ 9492479 w 12192000"/>
              <a:gd name="connsiteY1809" fmla="*/ 1514734 h 6858000"/>
              <a:gd name="connsiteX1810" fmla="*/ 9889442 w 12192000"/>
              <a:gd name="connsiteY1810" fmla="*/ 1514734 h 6858000"/>
              <a:gd name="connsiteX1811" fmla="*/ 9889442 w 12192000"/>
              <a:gd name="connsiteY1811" fmla="*/ 1115246 h 6858000"/>
              <a:gd name="connsiteX1812" fmla="*/ 9489948 w 12192000"/>
              <a:gd name="connsiteY1812" fmla="*/ 1115246 h 6858000"/>
              <a:gd name="connsiteX1813" fmla="*/ 9067702 w 12192000"/>
              <a:gd name="connsiteY1813" fmla="*/ 1115246 h 6858000"/>
              <a:gd name="connsiteX1814" fmla="*/ 9070226 w 12192000"/>
              <a:gd name="connsiteY1814" fmla="*/ 1517265 h 6858000"/>
              <a:gd name="connsiteX1815" fmla="*/ 9467190 w 12192000"/>
              <a:gd name="connsiteY1815" fmla="*/ 1514734 h 6858000"/>
              <a:gd name="connsiteX1816" fmla="*/ 9467190 w 12192000"/>
              <a:gd name="connsiteY1816" fmla="*/ 1117771 h 6858000"/>
              <a:gd name="connsiteX1817" fmla="*/ 9067702 w 12192000"/>
              <a:gd name="connsiteY1817" fmla="*/ 1115246 h 6858000"/>
              <a:gd name="connsiteX1818" fmla="*/ 8220673 w 12192000"/>
              <a:gd name="connsiteY1818" fmla="*/ 1115246 h 6858000"/>
              <a:gd name="connsiteX1819" fmla="*/ 8220673 w 12192000"/>
              <a:gd name="connsiteY1819" fmla="*/ 1517265 h 6858000"/>
              <a:gd name="connsiteX1820" fmla="*/ 8620167 w 12192000"/>
              <a:gd name="connsiteY1820" fmla="*/ 1517265 h 6858000"/>
              <a:gd name="connsiteX1821" fmla="*/ 8620167 w 12192000"/>
              <a:gd name="connsiteY1821" fmla="*/ 1115246 h 6858000"/>
              <a:gd name="connsiteX1822" fmla="*/ 8220673 w 12192000"/>
              <a:gd name="connsiteY1822" fmla="*/ 1115246 h 6858000"/>
              <a:gd name="connsiteX1823" fmla="*/ 7798427 w 12192000"/>
              <a:gd name="connsiteY1823" fmla="*/ 1115246 h 6858000"/>
              <a:gd name="connsiteX1824" fmla="*/ 7798427 w 12192000"/>
              <a:gd name="connsiteY1824" fmla="*/ 1517265 h 6858000"/>
              <a:gd name="connsiteX1825" fmla="*/ 8197920 w 12192000"/>
              <a:gd name="connsiteY1825" fmla="*/ 1517265 h 6858000"/>
              <a:gd name="connsiteX1826" fmla="*/ 8197920 w 12192000"/>
              <a:gd name="connsiteY1826" fmla="*/ 1115246 h 6858000"/>
              <a:gd name="connsiteX1827" fmla="*/ 7798427 w 12192000"/>
              <a:gd name="connsiteY1827" fmla="*/ 1115246 h 6858000"/>
              <a:gd name="connsiteX1828" fmla="*/ 6104374 w 12192000"/>
              <a:gd name="connsiteY1828" fmla="*/ 1115246 h 6858000"/>
              <a:gd name="connsiteX1829" fmla="*/ 6104374 w 12192000"/>
              <a:gd name="connsiteY1829" fmla="*/ 1517265 h 6858000"/>
              <a:gd name="connsiteX1830" fmla="*/ 6508924 w 12192000"/>
              <a:gd name="connsiteY1830" fmla="*/ 1517265 h 6858000"/>
              <a:gd name="connsiteX1831" fmla="*/ 6508924 w 12192000"/>
              <a:gd name="connsiteY1831" fmla="*/ 1115246 h 6858000"/>
              <a:gd name="connsiteX1832" fmla="*/ 6104374 w 12192000"/>
              <a:gd name="connsiteY1832" fmla="*/ 1115246 h 6858000"/>
              <a:gd name="connsiteX1833" fmla="*/ 5682128 w 12192000"/>
              <a:gd name="connsiteY1833" fmla="*/ 1115246 h 6858000"/>
              <a:gd name="connsiteX1834" fmla="*/ 5682128 w 12192000"/>
              <a:gd name="connsiteY1834" fmla="*/ 1512210 h 6858000"/>
              <a:gd name="connsiteX1835" fmla="*/ 6084147 w 12192000"/>
              <a:gd name="connsiteY1835" fmla="*/ 1509679 h 6858000"/>
              <a:gd name="connsiteX1836" fmla="*/ 6084147 w 12192000"/>
              <a:gd name="connsiteY1836" fmla="*/ 1115246 h 6858000"/>
              <a:gd name="connsiteX1837" fmla="*/ 5682128 w 12192000"/>
              <a:gd name="connsiteY1837" fmla="*/ 1115246 h 6858000"/>
              <a:gd name="connsiteX1838" fmla="*/ 4840160 w 12192000"/>
              <a:gd name="connsiteY1838" fmla="*/ 1115246 h 6858000"/>
              <a:gd name="connsiteX1839" fmla="*/ 4840160 w 12192000"/>
              <a:gd name="connsiteY1839" fmla="*/ 1517265 h 6858000"/>
              <a:gd name="connsiteX1840" fmla="*/ 5237124 w 12192000"/>
              <a:gd name="connsiteY1840" fmla="*/ 1517265 h 6858000"/>
              <a:gd name="connsiteX1841" fmla="*/ 5237124 w 12192000"/>
              <a:gd name="connsiteY1841" fmla="*/ 1115246 h 6858000"/>
              <a:gd name="connsiteX1842" fmla="*/ 4840160 w 12192000"/>
              <a:gd name="connsiteY1842" fmla="*/ 1115246 h 6858000"/>
              <a:gd name="connsiteX1843" fmla="*/ 4415383 w 12192000"/>
              <a:gd name="connsiteY1843" fmla="*/ 1115246 h 6858000"/>
              <a:gd name="connsiteX1844" fmla="*/ 4415383 w 12192000"/>
              <a:gd name="connsiteY1844" fmla="*/ 1517265 h 6858000"/>
              <a:gd name="connsiteX1845" fmla="*/ 4814877 w 12192000"/>
              <a:gd name="connsiteY1845" fmla="*/ 1517265 h 6858000"/>
              <a:gd name="connsiteX1846" fmla="*/ 4814877 w 12192000"/>
              <a:gd name="connsiteY1846" fmla="*/ 1115246 h 6858000"/>
              <a:gd name="connsiteX1847" fmla="*/ 4415383 w 12192000"/>
              <a:gd name="connsiteY1847" fmla="*/ 1115246 h 6858000"/>
              <a:gd name="connsiteX1848" fmla="*/ 3993131 w 12192000"/>
              <a:gd name="connsiteY1848" fmla="*/ 1115246 h 6858000"/>
              <a:gd name="connsiteX1849" fmla="*/ 3993131 w 12192000"/>
              <a:gd name="connsiteY1849" fmla="*/ 1517265 h 6858000"/>
              <a:gd name="connsiteX1850" fmla="*/ 4392625 w 12192000"/>
              <a:gd name="connsiteY1850" fmla="*/ 1517265 h 6858000"/>
              <a:gd name="connsiteX1851" fmla="*/ 4392625 w 12192000"/>
              <a:gd name="connsiteY1851" fmla="*/ 1115246 h 6858000"/>
              <a:gd name="connsiteX1852" fmla="*/ 3993131 w 12192000"/>
              <a:gd name="connsiteY1852" fmla="*/ 1115246 h 6858000"/>
              <a:gd name="connsiteX1853" fmla="*/ 3570885 w 12192000"/>
              <a:gd name="connsiteY1853" fmla="*/ 1115246 h 6858000"/>
              <a:gd name="connsiteX1854" fmla="*/ 3570885 w 12192000"/>
              <a:gd name="connsiteY1854" fmla="*/ 1517265 h 6858000"/>
              <a:gd name="connsiteX1855" fmla="*/ 3970379 w 12192000"/>
              <a:gd name="connsiteY1855" fmla="*/ 1517265 h 6858000"/>
              <a:gd name="connsiteX1856" fmla="*/ 3970379 w 12192000"/>
              <a:gd name="connsiteY1856" fmla="*/ 1115246 h 6858000"/>
              <a:gd name="connsiteX1857" fmla="*/ 3570885 w 12192000"/>
              <a:gd name="connsiteY1857" fmla="*/ 1115246 h 6858000"/>
              <a:gd name="connsiteX1858" fmla="*/ 3151163 w 12192000"/>
              <a:gd name="connsiteY1858" fmla="*/ 1115246 h 6858000"/>
              <a:gd name="connsiteX1859" fmla="*/ 3153694 w 12192000"/>
              <a:gd name="connsiteY1859" fmla="*/ 1514734 h 6858000"/>
              <a:gd name="connsiteX1860" fmla="*/ 3553188 w 12192000"/>
              <a:gd name="connsiteY1860" fmla="*/ 1514734 h 6858000"/>
              <a:gd name="connsiteX1861" fmla="*/ 3550657 w 12192000"/>
              <a:gd name="connsiteY1861" fmla="*/ 1115246 h 6858000"/>
              <a:gd name="connsiteX1862" fmla="*/ 3151163 w 12192000"/>
              <a:gd name="connsiteY1862" fmla="*/ 1115246 h 6858000"/>
              <a:gd name="connsiteX1863" fmla="*/ 2728917 w 12192000"/>
              <a:gd name="connsiteY1863" fmla="*/ 1115246 h 6858000"/>
              <a:gd name="connsiteX1864" fmla="*/ 2731442 w 12192000"/>
              <a:gd name="connsiteY1864" fmla="*/ 1519796 h 6858000"/>
              <a:gd name="connsiteX1865" fmla="*/ 3128411 w 12192000"/>
              <a:gd name="connsiteY1865" fmla="*/ 1519796 h 6858000"/>
              <a:gd name="connsiteX1866" fmla="*/ 3128411 w 12192000"/>
              <a:gd name="connsiteY1866" fmla="*/ 1115246 h 6858000"/>
              <a:gd name="connsiteX1867" fmla="*/ 2728917 w 12192000"/>
              <a:gd name="connsiteY1867" fmla="*/ 1115246 h 6858000"/>
              <a:gd name="connsiteX1868" fmla="*/ 2301610 w 12192000"/>
              <a:gd name="connsiteY1868" fmla="*/ 1115246 h 6858000"/>
              <a:gd name="connsiteX1869" fmla="*/ 2301610 w 12192000"/>
              <a:gd name="connsiteY1869" fmla="*/ 1517265 h 6858000"/>
              <a:gd name="connsiteX1870" fmla="*/ 2703634 w 12192000"/>
              <a:gd name="connsiteY1870" fmla="*/ 1517265 h 6858000"/>
              <a:gd name="connsiteX1871" fmla="*/ 2703634 w 12192000"/>
              <a:gd name="connsiteY1871" fmla="*/ 1115246 h 6858000"/>
              <a:gd name="connsiteX1872" fmla="*/ 2301610 w 12192000"/>
              <a:gd name="connsiteY1872" fmla="*/ 1115246 h 6858000"/>
              <a:gd name="connsiteX1873" fmla="*/ 1881894 w 12192000"/>
              <a:gd name="connsiteY1873" fmla="*/ 1115246 h 6858000"/>
              <a:gd name="connsiteX1874" fmla="*/ 1881894 w 12192000"/>
              <a:gd name="connsiteY1874" fmla="*/ 1517265 h 6858000"/>
              <a:gd name="connsiteX1875" fmla="*/ 2281382 w 12192000"/>
              <a:gd name="connsiteY1875" fmla="*/ 1517265 h 6858000"/>
              <a:gd name="connsiteX1876" fmla="*/ 2281382 w 12192000"/>
              <a:gd name="connsiteY1876" fmla="*/ 1115246 h 6858000"/>
              <a:gd name="connsiteX1877" fmla="*/ 1881894 w 12192000"/>
              <a:gd name="connsiteY1877" fmla="*/ 1115246 h 6858000"/>
              <a:gd name="connsiteX1878" fmla="*/ 1457117 w 12192000"/>
              <a:gd name="connsiteY1878" fmla="*/ 1115246 h 6858000"/>
              <a:gd name="connsiteX1879" fmla="*/ 1457117 w 12192000"/>
              <a:gd name="connsiteY1879" fmla="*/ 1517265 h 6858000"/>
              <a:gd name="connsiteX1880" fmla="*/ 1859136 w 12192000"/>
              <a:gd name="connsiteY1880" fmla="*/ 1517265 h 6858000"/>
              <a:gd name="connsiteX1881" fmla="*/ 1859136 w 12192000"/>
              <a:gd name="connsiteY1881" fmla="*/ 1115246 h 6858000"/>
              <a:gd name="connsiteX1882" fmla="*/ 1457117 w 12192000"/>
              <a:gd name="connsiteY1882" fmla="*/ 1115246 h 6858000"/>
              <a:gd name="connsiteX1883" fmla="*/ 1039920 w 12192000"/>
              <a:gd name="connsiteY1883" fmla="*/ 1115246 h 6858000"/>
              <a:gd name="connsiteX1884" fmla="*/ 1042451 w 12192000"/>
              <a:gd name="connsiteY1884" fmla="*/ 1517265 h 6858000"/>
              <a:gd name="connsiteX1885" fmla="*/ 1436884 w 12192000"/>
              <a:gd name="connsiteY1885" fmla="*/ 1517265 h 6858000"/>
              <a:gd name="connsiteX1886" fmla="*/ 1436884 w 12192000"/>
              <a:gd name="connsiteY1886" fmla="*/ 1115246 h 6858000"/>
              <a:gd name="connsiteX1887" fmla="*/ 1039920 w 12192000"/>
              <a:gd name="connsiteY1887" fmla="*/ 1115246 h 6858000"/>
              <a:gd name="connsiteX1888" fmla="*/ 11435549 w 12192000"/>
              <a:gd name="connsiteY1888" fmla="*/ 1113238 h 6858000"/>
              <a:gd name="connsiteX1889" fmla="*/ 11181470 w 12192000"/>
              <a:gd name="connsiteY1889" fmla="*/ 1120302 h 6858000"/>
              <a:gd name="connsiteX1890" fmla="*/ 11181470 w 12192000"/>
              <a:gd name="connsiteY1890" fmla="*/ 1517265 h 6858000"/>
              <a:gd name="connsiteX1891" fmla="*/ 11575908 w 12192000"/>
              <a:gd name="connsiteY1891" fmla="*/ 1517265 h 6858000"/>
              <a:gd name="connsiteX1892" fmla="*/ 11575908 w 12192000"/>
              <a:gd name="connsiteY1892" fmla="*/ 1117771 h 6858000"/>
              <a:gd name="connsiteX1893" fmla="*/ 11435549 w 12192000"/>
              <a:gd name="connsiteY1893" fmla="*/ 1113238 h 6858000"/>
              <a:gd name="connsiteX1894" fmla="*/ 8899530 w 12192000"/>
              <a:gd name="connsiteY1894" fmla="*/ 1113238 h 6858000"/>
              <a:gd name="connsiteX1895" fmla="*/ 8645449 w 12192000"/>
              <a:gd name="connsiteY1895" fmla="*/ 1120302 h 6858000"/>
              <a:gd name="connsiteX1896" fmla="*/ 8645449 w 12192000"/>
              <a:gd name="connsiteY1896" fmla="*/ 1517265 h 6858000"/>
              <a:gd name="connsiteX1897" fmla="*/ 9039888 w 12192000"/>
              <a:gd name="connsiteY1897" fmla="*/ 1517265 h 6858000"/>
              <a:gd name="connsiteX1898" fmla="*/ 9039888 w 12192000"/>
              <a:gd name="connsiteY1898" fmla="*/ 1117771 h 6858000"/>
              <a:gd name="connsiteX1899" fmla="*/ 8899530 w 12192000"/>
              <a:gd name="connsiteY1899" fmla="*/ 1113238 h 6858000"/>
              <a:gd name="connsiteX1900" fmla="*/ 11793983 w 12192000"/>
              <a:gd name="connsiteY1900" fmla="*/ 1112398 h 6858000"/>
              <a:gd name="connsiteX1901" fmla="*/ 11598660 w 12192000"/>
              <a:gd name="connsiteY1901" fmla="*/ 1120302 h 6858000"/>
              <a:gd name="connsiteX1902" fmla="*/ 11601191 w 12192000"/>
              <a:gd name="connsiteY1902" fmla="*/ 1517265 h 6858000"/>
              <a:gd name="connsiteX1903" fmla="*/ 11998154 w 12192000"/>
              <a:gd name="connsiteY1903" fmla="*/ 1517265 h 6858000"/>
              <a:gd name="connsiteX1904" fmla="*/ 12000685 w 12192000"/>
              <a:gd name="connsiteY1904" fmla="*/ 1117771 h 6858000"/>
              <a:gd name="connsiteX1905" fmla="*/ 11793983 w 12192000"/>
              <a:gd name="connsiteY1905" fmla="*/ 1112398 h 6858000"/>
              <a:gd name="connsiteX1906" fmla="*/ 7572447 w 12192000"/>
              <a:gd name="connsiteY1906" fmla="*/ 1112398 h 6858000"/>
              <a:gd name="connsiteX1907" fmla="*/ 7376180 w 12192000"/>
              <a:gd name="connsiteY1907" fmla="*/ 1120302 h 6858000"/>
              <a:gd name="connsiteX1908" fmla="*/ 7376180 w 12192000"/>
              <a:gd name="connsiteY1908" fmla="*/ 1517265 h 6858000"/>
              <a:gd name="connsiteX1909" fmla="*/ 7778199 w 12192000"/>
              <a:gd name="connsiteY1909" fmla="*/ 1517265 h 6858000"/>
              <a:gd name="connsiteX1910" fmla="*/ 7778199 w 12192000"/>
              <a:gd name="connsiteY1910" fmla="*/ 1117771 h 6858000"/>
              <a:gd name="connsiteX1911" fmla="*/ 7572447 w 12192000"/>
              <a:gd name="connsiteY1911" fmla="*/ 1112398 h 6858000"/>
              <a:gd name="connsiteX1912" fmla="*/ 7146406 w 12192000"/>
              <a:gd name="connsiteY1912" fmla="*/ 1112398 h 6858000"/>
              <a:gd name="connsiteX1913" fmla="*/ 6953928 w 12192000"/>
              <a:gd name="connsiteY1913" fmla="*/ 1120302 h 6858000"/>
              <a:gd name="connsiteX1914" fmla="*/ 6958989 w 12192000"/>
              <a:gd name="connsiteY1914" fmla="*/ 1517265 h 6858000"/>
              <a:gd name="connsiteX1915" fmla="*/ 7355953 w 12192000"/>
              <a:gd name="connsiteY1915" fmla="*/ 1517265 h 6858000"/>
              <a:gd name="connsiteX1916" fmla="*/ 7355953 w 12192000"/>
              <a:gd name="connsiteY1916" fmla="*/ 1117771 h 6858000"/>
              <a:gd name="connsiteX1917" fmla="*/ 7146406 w 12192000"/>
              <a:gd name="connsiteY1917" fmla="*/ 1112398 h 6858000"/>
              <a:gd name="connsiteX1918" fmla="*/ 386322 w 12192000"/>
              <a:gd name="connsiteY1918" fmla="*/ 1112398 h 6858000"/>
              <a:gd name="connsiteX1919" fmla="*/ 190366 w 12192000"/>
              <a:gd name="connsiteY1919" fmla="*/ 1120302 h 6858000"/>
              <a:gd name="connsiteX1920" fmla="*/ 190366 w 12192000"/>
              <a:gd name="connsiteY1920" fmla="*/ 1517265 h 6858000"/>
              <a:gd name="connsiteX1921" fmla="*/ 587330 w 12192000"/>
              <a:gd name="connsiteY1921" fmla="*/ 1517265 h 6858000"/>
              <a:gd name="connsiteX1922" fmla="*/ 589860 w 12192000"/>
              <a:gd name="connsiteY1922" fmla="*/ 1117771 h 6858000"/>
              <a:gd name="connsiteX1923" fmla="*/ 386322 w 12192000"/>
              <a:gd name="connsiteY1923" fmla="*/ 1112398 h 6858000"/>
              <a:gd name="connsiteX1924" fmla="*/ 5456148 w 12192000"/>
              <a:gd name="connsiteY1924" fmla="*/ 1112082 h 6858000"/>
              <a:gd name="connsiteX1925" fmla="*/ 5259876 w 12192000"/>
              <a:gd name="connsiteY1925" fmla="*/ 1117771 h 6858000"/>
              <a:gd name="connsiteX1926" fmla="*/ 5259876 w 12192000"/>
              <a:gd name="connsiteY1926" fmla="*/ 1514734 h 6858000"/>
              <a:gd name="connsiteX1927" fmla="*/ 5661901 w 12192000"/>
              <a:gd name="connsiteY1927" fmla="*/ 1517265 h 6858000"/>
              <a:gd name="connsiteX1928" fmla="*/ 5661901 w 12192000"/>
              <a:gd name="connsiteY1928" fmla="*/ 1117771 h 6858000"/>
              <a:gd name="connsiteX1929" fmla="*/ 5456148 w 12192000"/>
              <a:gd name="connsiteY1929" fmla="*/ 1112082 h 6858000"/>
              <a:gd name="connsiteX1930" fmla="*/ 6780070 w 12192000"/>
              <a:gd name="connsiteY1930" fmla="*/ 1110844 h 6858000"/>
              <a:gd name="connsiteX1931" fmla="*/ 6529151 w 12192000"/>
              <a:gd name="connsiteY1931" fmla="*/ 1120302 h 6858000"/>
              <a:gd name="connsiteX1932" fmla="*/ 6529151 w 12192000"/>
              <a:gd name="connsiteY1932" fmla="*/ 1517265 h 6858000"/>
              <a:gd name="connsiteX1933" fmla="*/ 6928645 w 12192000"/>
              <a:gd name="connsiteY1933" fmla="*/ 1517265 h 6858000"/>
              <a:gd name="connsiteX1934" fmla="*/ 6926115 w 12192000"/>
              <a:gd name="connsiteY1934" fmla="*/ 1115246 h 6858000"/>
              <a:gd name="connsiteX1935" fmla="*/ 6780070 w 12192000"/>
              <a:gd name="connsiteY1935" fmla="*/ 1110844 h 6858000"/>
              <a:gd name="connsiteX1936" fmla="*/ 11005083 w 12192000"/>
              <a:gd name="connsiteY1936" fmla="*/ 1110711 h 6858000"/>
              <a:gd name="connsiteX1937" fmla="*/ 10754168 w 12192000"/>
              <a:gd name="connsiteY1937" fmla="*/ 1117771 h 6858000"/>
              <a:gd name="connsiteX1938" fmla="*/ 10754168 w 12192000"/>
              <a:gd name="connsiteY1938" fmla="*/ 1514734 h 6858000"/>
              <a:gd name="connsiteX1939" fmla="*/ 11153656 w 12192000"/>
              <a:gd name="connsiteY1939" fmla="*/ 1517265 h 6858000"/>
              <a:gd name="connsiteX1940" fmla="*/ 11151131 w 12192000"/>
              <a:gd name="connsiteY1940" fmla="*/ 1115246 h 6858000"/>
              <a:gd name="connsiteX1941" fmla="*/ 11005083 w 12192000"/>
              <a:gd name="connsiteY1941" fmla="*/ 1110711 h 6858000"/>
              <a:gd name="connsiteX1942" fmla="*/ 11178945 w 12192000"/>
              <a:gd name="connsiteY1942" fmla="*/ 695525 h 6858000"/>
              <a:gd name="connsiteX1943" fmla="*/ 11178945 w 12192000"/>
              <a:gd name="connsiteY1943" fmla="*/ 1095019 h 6858000"/>
              <a:gd name="connsiteX1944" fmla="*/ 11578433 w 12192000"/>
              <a:gd name="connsiteY1944" fmla="*/ 1095019 h 6858000"/>
              <a:gd name="connsiteX1945" fmla="*/ 11578433 w 12192000"/>
              <a:gd name="connsiteY1945" fmla="*/ 695525 h 6858000"/>
              <a:gd name="connsiteX1946" fmla="*/ 11178945 w 12192000"/>
              <a:gd name="connsiteY1946" fmla="*/ 695525 h 6858000"/>
              <a:gd name="connsiteX1947" fmla="*/ 6529151 w 12192000"/>
              <a:gd name="connsiteY1947" fmla="*/ 695525 h 6858000"/>
              <a:gd name="connsiteX1948" fmla="*/ 6529151 w 12192000"/>
              <a:gd name="connsiteY1948" fmla="*/ 1095019 h 6858000"/>
              <a:gd name="connsiteX1949" fmla="*/ 6928645 w 12192000"/>
              <a:gd name="connsiteY1949" fmla="*/ 1095019 h 6858000"/>
              <a:gd name="connsiteX1950" fmla="*/ 6926115 w 12192000"/>
              <a:gd name="connsiteY1950" fmla="*/ 695525 h 6858000"/>
              <a:gd name="connsiteX1951" fmla="*/ 6529151 w 12192000"/>
              <a:gd name="connsiteY1951" fmla="*/ 695525 h 6858000"/>
              <a:gd name="connsiteX1952" fmla="*/ 5259876 w 12192000"/>
              <a:gd name="connsiteY1952" fmla="*/ 695525 h 6858000"/>
              <a:gd name="connsiteX1953" fmla="*/ 5259876 w 12192000"/>
              <a:gd name="connsiteY1953" fmla="*/ 1095019 h 6858000"/>
              <a:gd name="connsiteX1954" fmla="*/ 5659370 w 12192000"/>
              <a:gd name="connsiteY1954" fmla="*/ 1095019 h 6858000"/>
              <a:gd name="connsiteX1955" fmla="*/ 5656845 w 12192000"/>
              <a:gd name="connsiteY1955" fmla="*/ 695525 h 6858000"/>
              <a:gd name="connsiteX1956" fmla="*/ 5259876 w 12192000"/>
              <a:gd name="connsiteY1956" fmla="*/ 695525 h 6858000"/>
              <a:gd name="connsiteX1957" fmla="*/ 10756693 w 12192000"/>
              <a:gd name="connsiteY1957" fmla="*/ 692994 h 6858000"/>
              <a:gd name="connsiteX1958" fmla="*/ 10756693 w 12192000"/>
              <a:gd name="connsiteY1958" fmla="*/ 1095019 h 6858000"/>
              <a:gd name="connsiteX1959" fmla="*/ 11153656 w 12192000"/>
              <a:gd name="connsiteY1959" fmla="*/ 1095019 h 6858000"/>
              <a:gd name="connsiteX1960" fmla="*/ 11153656 w 12192000"/>
              <a:gd name="connsiteY1960" fmla="*/ 692994 h 6858000"/>
              <a:gd name="connsiteX1961" fmla="*/ 10756693 w 12192000"/>
              <a:gd name="connsiteY1961" fmla="*/ 692994 h 6858000"/>
              <a:gd name="connsiteX1962" fmla="*/ 10334446 w 12192000"/>
              <a:gd name="connsiteY1962" fmla="*/ 692994 h 6858000"/>
              <a:gd name="connsiteX1963" fmla="*/ 10336971 w 12192000"/>
              <a:gd name="connsiteY1963" fmla="*/ 1097543 h 6858000"/>
              <a:gd name="connsiteX1964" fmla="*/ 10733940 w 12192000"/>
              <a:gd name="connsiteY1964" fmla="*/ 1097543 h 6858000"/>
              <a:gd name="connsiteX1965" fmla="*/ 10733940 w 12192000"/>
              <a:gd name="connsiteY1965" fmla="*/ 692994 h 6858000"/>
              <a:gd name="connsiteX1966" fmla="*/ 10334446 w 12192000"/>
              <a:gd name="connsiteY1966" fmla="*/ 692994 h 6858000"/>
              <a:gd name="connsiteX1967" fmla="*/ 8220673 w 12192000"/>
              <a:gd name="connsiteY1967" fmla="*/ 692994 h 6858000"/>
              <a:gd name="connsiteX1968" fmla="*/ 8220673 w 12192000"/>
              <a:gd name="connsiteY1968" fmla="*/ 1095019 h 6858000"/>
              <a:gd name="connsiteX1969" fmla="*/ 8620167 w 12192000"/>
              <a:gd name="connsiteY1969" fmla="*/ 1095019 h 6858000"/>
              <a:gd name="connsiteX1970" fmla="*/ 8620167 w 12192000"/>
              <a:gd name="connsiteY1970" fmla="*/ 692994 h 6858000"/>
              <a:gd name="connsiteX1971" fmla="*/ 8220673 w 12192000"/>
              <a:gd name="connsiteY1971" fmla="*/ 692994 h 6858000"/>
              <a:gd name="connsiteX1972" fmla="*/ 7800957 w 12192000"/>
              <a:gd name="connsiteY1972" fmla="*/ 692994 h 6858000"/>
              <a:gd name="connsiteX1973" fmla="*/ 7800957 w 12192000"/>
              <a:gd name="connsiteY1973" fmla="*/ 1095019 h 6858000"/>
              <a:gd name="connsiteX1974" fmla="*/ 8195390 w 12192000"/>
              <a:gd name="connsiteY1974" fmla="*/ 1095019 h 6858000"/>
              <a:gd name="connsiteX1975" fmla="*/ 8192859 w 12192000"/>
              <a:gd name="connsiteY1975" fmla="*/ 692994 h 6858000"/>
              <a:gd name="connsiteX1976" fmla="*/ 7800957 w 12192000"/>
              <a:gd name="connsiteY1976" fmla="*/ 692994 h 6858000"/>
              <a:gd name="connsiteX1977" fmla="*/ 7376180 w 12192000"/>
              <a:gd name="connsiteY1977" fmla="*/ 692994 h 6858000"/>
              <a:gd name="connsiteX1978" fmla="*/ 7376180 w 12192000"/>
              <a:gd name="connsiteY1978" fmla="*/ 1092488 h 6858000"/>
              <a:gd name="connsiteX1979" fmla="*/ 7778199 w 12192000"/>
              <a:gd name="connsiteY1979" fmla="*/ 1092488 h 6858000"/>
              <a:gd name="connsiteX1980" fmla="*/ 7775668 w 12192000"/>
              <a:gd name="connsiteY1980" fmla="*/ 695525 h 6858000"/>
              <a:gd name="connsiteX1981" fmla="*/ 7376180 w 12192000"/>
              <a:gd name="connsiteY1981" fmla="*/ 692994 h 6858000"/>
              <a:gd name="connsiteX1982" fmla="*/ 6951403 w 12192000"/>
              <a:gd name="connsiteY1982" fmla="*/ 692994 h 6858000"/>
              <a:gd name="connsiteX1983" fmla="*/ 6951403 w 12192000"/>
              <a:gd name="connsiteY1983" fmla="*/ 1092488 h 6858000"/>
              <a:gd name="connsiteX1984" fmla="*/ 7353422 w 12192000"/>
              <a:gd name="connsiteY1984" fmla="*/ 1089964 h 6858000"/>
              <a:gd name="connsiteX1985" fmla="*/ 7348367 w 12192000"/>
              <a:gd name="connsiteY1985" fmla="*/ 692994 h 6858000"/>
              <a:gd name="connsiteX1986" fmla="*/ 6951403 w 12192000"/>
              <a:gd name="connsiteY1986" fmla="*/ 692994 h 6858000"/>
              <a:gd name="connsiteX1987" fmla="*/ 6106905 w 12192000"/>
              <a:gd name="connsiteY1987" fmla="*/ 692994 h 6858000"/>
              <a:gd name="connsiteX1988" fmla="*/ 6109436 w 12192000"/>
              <a:gd name="connsiteY1988" fmla="*/ 1095019 h 6858000"/>
              <a:gd name="connsiteX1989" fmla="*/ 6506399 w 12192000"/>
              <a:gd name="connsiteY1989" fmla="*/ 1095019 h 6858000"/>
              <a:gd name="connsiteX1990" fmla="*/ 6503868 w 12192000"/>
              <a:gd name="connsiteY1990" fmla="*/ 692994 h 6858000"/>
              <a:gd name="connsiteX1991" fmla="*/ 6106905 w 12192000"/>
              <a:gd name="connsiteY1991" fmla="*/ 692994 h 6858000"/>
              <a:gd name="connsiteX1992" fmla="*/ 5684653 w 12192000"/>
              <a:gd name="connsiteY1992" fmla="*/ 692994 h 6858000"/>
              <a:gd name="connsiteX1993" fmla="*/ 5687184 w 12192000"/>
              <a:gd name="connsiteY1993" fmla="*/ 1095019 h 6858000"/>
              <a:gd name="connsiteX1994" fmla="*/ 6084147 w 12192000"/>
              <a:gd name="connsiteY1994" fmla="*/ 1089964 h 6858000"/>
              <a:gd name="connsiteX1995" fmla="*/ 6084147 w 12192000"/>
              <a:gd name="connsiteY1995" fmla="*/ 692994 h 6858000"/>
              <a:gd name="connsiteX1996" fmla="*/ 5684653 w 12192000"/>
              <a:gd name="connsiteY1996" fmla="*/ 692994 h 6858000"/>
              <a:gd name="connsiteX1997" fmla="*/ 4417908 w 12192000"/>
              <a:gd name="connsiteY1997" fmla="*/ 692994 h 6858000"/>
              <a:gd name="connsiteX1998" fmla="*/ 4420439 w 12192000"/>
              <a:gd name="connsiteY1998" fmla="*/ 1095019 h 6858000"/>
              <a:gd name="connsiteX1999" fmla="*/ 4812347 w 12192000"/>
              <a:gd name="connsiteY1999" fmla="*/ 1095019 h 6858000"/>
              <a:gd name="connsiteX2000" fmla="*/ 4809816 w 12192000"/>
              <a:gd name="connsiteY2000" fmla="*/ 692994 h 6858000"/>
              <a:gd name="connsiteX2001" fmla="*/ 4417908 w 12192000"/>
              <a:gd name="connsiteY2001" fmla="*/ 692994 h 6858000"/>
              <a:gd name="connsiteX2002" fmla="*/ 3570885 w 12192000"/>
              <a:gd name="connsiteY2002" fmla="*/ 692994 h 6858000"/>
              <a:gd name="connsiteX2003" fmla="*/ 3570885 w 12192000"/>
              <a:gd name="connsiteY2003" fmla="*/ 1095019 h 6858000"/>
              <a:gd name="connsiteX2004" fmla="*/ 3970379 w 12192000"/>
              <a:gd name="connsiteY2004" fmla="*/ 1095019 h 6858000"/>
              <a:gd name="connsiteX2005" fmla="*/ 3970379 w 12192000"/>
              <a:gd name="connsiteY2005" fmla="*/ 692994 h 6858000"/>
              <a:gd name="connsiteX2006" fmla="*/ 3570885 w 12192000"/>
              <a:gd name="connsiteY2006" fmla="*/ 692994 h 6858000"/>
              <a:gd name="connsiteX2007" fmla="*/ 3148639 w 12192000"/>
              <a:gd name="connsiteY2007" fmla="*/ 692994 h 6858000"/>
              <a:gd name="connsiteX2008" fmla="*/ 3148639 w 12192000"/>
              <a:gd name="connsiteY2008" fmla="*/ 1092488 h 6858000"/>
              <a:gd name="connsiteX2009" fmla="*/ 3550657 w 12192000"/>
              <a:gd name="connsiteY2009" fmla="*/ 1089964 h 6858000"/>
              <a:gd name="connsiteX2010" fmla="*/ 3545602 w 12192000"/>
              <a:gd name="connsiteY2010" fmla="*/ 692994 h 6858000"/>
              <a:gd name="connsiteX2011" fmla="*/ 3148639 w 12192000"/>
              <a:gd name="connsiteY2011" fmla="*/ 692994 h 6858000"/>
              <a:gd name="connsiteX2012" fmla="*/ 2304140 w 12192000"/>
              <a:gd name="connsiteY2012" fmla="*/ 692994 h 6858000"/>
              <a:gd name="connsiteX2013" fmla="*/ 2304140 w 12192000"/>
              <a:gd name="connsiteY2013" fmla="*/ 1089964 h 6858000"/>
              <a:gd name="connsiteX2014" fmla="*/ 2706159 w 12192000"/>
              <a:gd name="connsiteY2014" fmla="*/ 1087433 h 6858000"/>
              <a:gd name="connsiteX2015" fmla="*/ 2706159 w 12192000"/>
              <a:gd name="connsiteY2015" fmla="*/ 692994 h 6858000"/>
              <a:gd name="connsiteX2016" fmla="*/ 2304140 w 12192000"/>
              <a:gd name="connsiteY2016" fmla="*/ 692994 h 6858000"/>
              <a:gd name="connsiteX2017" fmla="*/ 1879363 w 12192000"/>
              <a:gd name="connsiteY2017" fmla="*/ 692994 h 6858000"/>
              <a:gd name="connsiteX2018" fmla="*/ 1879363 w 12192000"/>
              <a:gd name="connsiteY2018" fmla="*/ 1095019 h 6858000"/>
              <a:gd name="connsiteX2019" fmla="*/ 2278857 w 12192000"/>
              <a:gd name="connsiteY2019" fmla="*/ 1095019 h 6858000"/>
              <a:gd name="connsiteX2020" fmla="*/ 2278857 w 12192000"/>
              <a:gd name="connsiteY2020" fmla="*/ 692994 h 6858000"/>
              <a:gd name="connsiteX2021" fmla="*/ 1879363 w 12192000"/>
              <a:gd name="connsiteY2021" fmla="*/ 692994 h 6858000"/>
              <a:gd name="connsiteX2022" fmla="*/ 1462172 w 12192000"/>
              <a:gd name="connsiteY2022" fmla="*/ 692994 h 6858000"/>
              <a:gd name="connsiteX2023" fmla="*/ 1462172 w 12192000"/>
              <a:gd name="connsiteY2023" fmla="*/ 1095019 h 6858000"/>
              <a:gd name="connsiteX2024" fmla="*/ 1859136 w 12192000"/>
              <a:gd name="connsiteY2024" fmla="*/ 1095019 h 6858000"/>
              <a:gd name="connsiteX2025" fmla="*/ 1859136 w 12192000"/>
              <a:gd name="connsiteY2025" fmla="*/ 692994 h 6858000"/>
              <a:gd name="connsiteX2026" fmla="*/ 1462172 w 12192000"/>
              <a:gd name="connsiteY2026" fmla="*/ 692994 h 6858000"/>
              <a:gd name="connsiteX2027" fmla="*/ 1039920 w 12192000"/>
              <a:gd name="connsiteY2027" fmla="*/ 692994 h 6858000"/>
              <a:gd name="connsiteX2028" fmla="*/ 1042451 w 12192000"/>
              <a:gd name="connsiteY2028" fmla="*/ 1095019 h 6858000"/>
              <a:gd name="connsiteX2029" fmla="*/ 1434359 w 12192000"/>
              <a:gd name="connsiteY2029" fmla="*/ 1095019 h 6858000"/>
              <a:gd name="connsiteX2030" fmla="*/ 1431828 w 12192000"/>
              <a:gd name="connsiteY2030" fmla="*/ 692994 h 6858000"/>
              <a:gd name="connsiteX2031" fmla="*/ 1039920 w 12192000"/>
              <a:gd name="connsiteY2031" fmla="*/ 692994 h 6858000"/>
              <a:gd name="connsiteX2032" fmla="*/ 615143 w 12192000"/>
              <a:gd name="connsiteY2032" fmla="*/ 692994 h 6858000"/>
              <a:gd name="connsiteX2033" fmla="*/ 617674 w 12192000"/>
              <a:gd name="connsiteY2033" fmla="*/ 1095019 h 6858000"/>
              <a:gd name="connsiteX2034" fmla="*/ 1014637 w 12192000"/>
              <a:gd name="connsiteY2034" fmla="*/ 1089964 h 6858000"/>
              <a:gd name="connsiteX2035" fmla="*/ 1014637 w 12192000"/>
              <a:gd name="connsiteY2035" fmla="*/ 692994 h 6858000"/>
              <a:gd name="connsiteX2036" fmla="*/ 615143 w 12192000"/>
              <a:gd name="connsiteY2036" fmla="*/ 692994 h 6858000"/>
              <a:gd name="connsiteX2037" fmla="*/ 5032952 w 12192000"/>
              <a:gd name="connsiteY2037" fmla="*/ 692682 h 6858000"/>
              <a:gd name="connsiteX2038" fmla="*/ 4837630 w 12192000"/>
              <a:gd name="connsiteY2038" fmla="*/ 700580 h 6858000"/>
              <a:gd name="connsiteX2039" fmla="*/ 4837630 w 12192000"/>
              <a:gd name="connsiteY2039" fmla="*/ 1095019 h 6858000"/>
              <a:gd name="connsiteX2040" fmla="*/ 5239648 w 12192000"/>
              <a:gd name="connsiteY2040" fmla="*/ 1095019 h 6858000"/>
              <a:gd name="connsiteX2041" fmla="*/ 5239648 w 12192000"/>
              <a:gd name="connsiteY2041" fmla="*/ 698056 h 6858000"/>
              <a:gd name="connsiteX2042" fmla="*/ 5032952 w 12192000"/>
              <a:gd name="connsiteY2042" fmla="*/ 692682 h 6858000"/>
              <a:gd name="connsiteX2043" fmla="*/ 4246890 w 12192000"/>
              <a:gd name="connsiteY2043" fmla="*/ 690992 h 6858000"/>
              <a:gd name="connsiteX2044" fmla="*/ 3993131 w 12192000"/>
              <a:gd name="connsiteY2044" fmla="*/ 698056 h 6858000"/>
              <a:gd name="connsiteX2045" fmla="*/ 3993131 w 12192000"/>
              <a:gd name="connsiteY2045" fmla="*/ 1095019 h 6858000"/>
              <a:gd name="connsiteX2046" fmla="*/ 4392625 w 12192000"/>
              <a:gd name="connsiteY2046" fmla="*/ 1095019 h 6858000"/>
              <a:gd name="connsiteX2047" fmla="*/ 4392625 w 12192000"/>
              <a:gd name="connsiteY2047" fmla="*/ 695525 h 6858000"/>
              <a:gd name="connsiteX2048" fmla="*/ 4246890 w 12192000"/>
              <a:gd name="connsiteY2048" fmla="*/ 690992 h 6858000"/>
              <a:gd name="connsiteX2049" fmla="*/ 11794932 w 12192000"/>
              <a:gd name="connsiteY2049" fmla="*/ 689835 h 6858000"/>
              <a:gd name="connsiteX2050" fmla="*/ 11598660 w 12192000"/>
              <a:gd name="connsiteY2050" fmla="*/ 695525 h 6858000"/>
              <a:gd name="connsiteX2051" fmla="*/ 11601191 w 12192000"/>
              <a:gd name="connsiteY2051" fmla="*/ 1092488 h 6858000"/>
              <a:gd name="connsiteX2052" fmla="*/ 12000685 w 12192000"/>
              <a:gd name="connsiteY2052" fmla="*/ 1095019 h 6858000"/>
              <a:gd name="connsiteX2053" fmla="*/ 12000685 w 12192000"/>
              <a:gd name="connsiteY2053" fmla="*/ 695525 h 6858000"/>
              <a:gd name="connsiteX2054" fmla="*/ 11794932 w 12192000"/>
              <a:gd name="connsiteY2054" fmla="*/ 689835 h 6858000"/>
              <a:gd name="connsiteX2055" fmla="*/ 9261440 w 12192000"/>
              <a:gd name="connsiteY2055" fmla="*/ 689835 h 6858000"/>
              <a:gd name="connsiteX2056" fmla="*/ 9065171 w 12192000"/>
              <a:gd name="connsiteY2056" fmla="*/ 695525 h 6858000"/>
              <a:gd name="connsiteX2057" fmla="*/ 9067702 w 12192000"/>
              <a:gd name="connsiteY2057" fmla="*/ 1092488 h 6858000"/>
              <a:gd name="connsiteX2058" fmla="*/ 9467190 w 12192000"/>
              <a:gd name="connsiteY2058" fmla="*/ 1095019 h 6858000"/>
              <a:gd name="connsiteX2059" fmla="*/ 9467190 w 12192000"/>
              <a:gd name="connsiteY2059" fmla="*/ 695525 h 6858000"/>
              <a:gd name="connsiteX2060" fmla="*/ 9261440 w 12192000"/>
              <a:gd name="connsiteY2060" fmla="*/ 689835 h 6858000"/>
              <a:gd name="connsiteX2061" fmla="*/ 2920128 w 12192000"/>
              <a:gd name="connsiteY2061" fmla="*/ 689835 h 6858000"/>
              <a:gd name="connsiteX2062" fmla="*/ 2723862 w 12192000"/>
              <a:gd name="connsiteY2062" fmla="*/ 695525 h 6858000"/>
              <a:gd name="connsiteX2063" fmla="*/ 2726387 w 12192000"/>
              <a:gd name="connsiteY2063" fmla="*/ 1092488 h 6858000"/>
              <a:gd name="connsiteX2064" fmla="*/ 3125881 w 12192000"/>
              <a:gd name="connsiteY2064" fmla="*/ 1095019 h 6858000"/>
              <a:gd name="connsiteX2065" fmla="*/ 3125881 w 12192000"/>
              <a:gd name="connsiteY2065" fmla="*/ 695525 h 6858000"/>
              <a:gd name="connsiteX2066" fmla="*/ 2920128 w 12192000"/>
              <a:gd name="connsiteY2066" fmla="*/ 689835 h 6858000"/>
              <a:gd name="connsiteX2067" fmla="*/ 386638 w 12192000"/>
              <a:gd name="connsiteY2067" fmla="*/ 689835 h 6858000"/>
              <a:gd name="connsiteX2068" fmla="*/ 190366 w 12192000"/>
              <a:gd name="connsiteY2068" fmla="*/ 695525 h 6858000"/>
              <a:gd name="connsiteX2069" fmla="*/ 192897 w 12192000"/>
              <a:gd name="connsiteY2069" fmla="*/ 1092488 h 6858000"/>
              <a:gd name="connsiteX2070" fmla="*/ 589860 w 12192000"/>
              <a:gd name="connsiteY2070" fmla="*/ 1092488 h 6858000"/>
              <a:gd name="connsiteX2071" fmla="*/ 592391 w 12192000"/>
              <a:gd name="connsiteY2071" fmla="*/ 695525 h 6858000"/>
              <a:gd name="connsiteX2072" fmla="*/ 386638 w 12192000"/>
              <a:gd name="connsiteY2072" fmla="*/ 689835 h 6858000"/>
              <a:gd name="connsiteX2073" fmla="*/ 9733893 w 12192000"/>
              <a:gd name="connsiteY2073" fmla="*/ 689262 h 6858000"/>
              <a:gd name="connsiteX2074" fmla="*/ 9487423 w 12192000"/>
              <a:gd name="connsiteY2074" fmla="*/ 698056 h 6858000"/>
              <a:gd name="connsiteX2075" fmla="*/ 9487423 w 12192000"/>
              <a:gd name="connsiteY2075" fmla="*/ 1095019 h 6858000"/>
              <a:gd name="connsiteX2076" fmla="*/ 9886911 w 12192000"/>
              <a:gd name="connsiteY2076" fmla="*/ 1095019 h 6858000"/>
              <a:gd name="connsiteX2077" fmla="*/ 9884381 w 12192000"/>
              <a:gd name="connsiteY2077" fmla="*/ 692994 h 6858000"/>
              <a:gd name="connsiteX2078" fmla="*/ 9733893 w 12192000"/>
              <a:gd name="connsiteY2078" fmla="*/ 689262 h 6858000"/>
              <a:gd name="connsiteX2079" fmla="*/ 8893972 w 12192000"/>
              <a:gd name="connsiteY2079" fmla="*/ 688595 h 6858000"/>
              <a:gd name="connsiteX2080" fmla="*/ 8645449 w 12192000"/>
              <a:gd name="connsiteY2080" fmla="*/ 698056 h 6858000"/>
              <a:gd name="connsiteX2081" fmla="*/ 8650511 w 12192000"/>
              <a:gd name="connsiteY2081" fmla="*/ 1095019 h 6858000"/>
              <a:gd name="connsiteX2082" fmla="*/ 9039888 w 12192000"/>
              <a:gd name="connsiteY2082" fmla="*/ 1095019 h 6858000"/>
              <a:gd name="connsiteX2083" fmla="*/ 9039888 w 12192000"/>
              <a:gd name="connsiteY2083" fmla="*/ 692994 h 6858000"/>
              <a:gd name="connsiteX2084" fmla="*/ 8893972 w 12192000"/>
              <a:gd name="connsiteY2084" fmla="*/ 688595 h 6858000"/>
              <a:gd name="connsiteX2085" fmla="*/ 10160586 w 12192000"/>
              <a:gd name="connsiteY2085" fmla="*/ 688461 h 6858000"/>
              <a:gd name="connsiteX2086" fmla="*/ 9909669 w 12192000"/>
              <a:gd name="connsiteY2086" fmla="*/ 695525 h 6858000"/>
              <a:gd name="connsiteX2087" fmla="*/ 9912200 w 12192000"/>
              <a:gd name="connsiteY2087" fmla="*/ 1092488 h 6858000"/>
              <a:gd name="connsiteX2088" fmla="*/ 10309164 w 12192000"/>
              <a:gd name="connsiteY2088" fmla="*/ 1095019 h 6858000"/>
              <a:gd name="connsiteX2089" fmla="*/ 10306633 w 12192000"/>
              <a:gd name="connsiteY2089" fmla="*/ 692994 h 6858000"/>
              <a:gd name="connsiteX2090" fmla="*/ 10160586 w 12192000"/>
              <a:gd name="connsiteY2090" fmla="*/ 688461 h 6858000"/>
              <a:gd name="connsiteX2091" fmla="*/ 7376180 w 12192000"/>
              <a:gd name="connsiteY2091" fmla="*/ 273279 h 6858000"/>
              <a:gd name="connsiteX2092" fmla="*/ 7376180 w 12192000"/>
              <a:gd name="connsiteY2092" fmla="*/ 672767 h 6858000"/>
              <a:gd name="connsiteX2093" fmla="*/ 7778199 w 12192000"/>
              <a:gd name="connsiteY2093" fmla="*/ 670242 h 6858000"/>
              <a:gd name="connsiteX2094" fmla="*/ 7778199 w 12192000"/>
              <a:gd name="connsiteY2094" fmla="*/ 273279 h 6858000"/>
              <a:gd name="connsiteX2095" fmla="*/ 7376180 w 12192000"/>
              <a:gd name="connsiteY2095" fmla="*/ 273279 h 6858000"/>
              <a:gd name="connsiteX2096" fmla="*/ 3570885 w 12192000"/>
              <a:gd name="connsiteY2096" fmla="*/ 273279 h 6858000"/>
              <a:gd name="connsiteX2097" fmla="*/ 3570885 w 12192000"/>
              <a:gd name="connsiteY2097" fmla="*/ 675297 h 6858000"/>
              <a:gd name="connsiteX2098" fmla="*/ 3970379 w 12192000"/>
              <a:gd name="connsiteY2098" fmla="*/ 675297 h 6858000"/>
              <a:gd name="connsiteX2099" fmla="*/ 3970379 w 12192000"/>
              <a:gd name="connsiteY2099" fmla="*/ 273279 h 6858000"/>
              <a:gd name="connsiteX2100" fmla="*/ 3570885 w 12192000"/>
              <a:gd name="connsiteY2100" fmla="*/ 273279 h 6858000"/>
              <a:gd name="connsiteX2101" fmla="*/ 11601191 w 12192000"/>
              <a:gd name="connsiteY2101" fmla="*/ 270748 h 6858000"/>
              <a:gd name="connsiteX2102" fmla="*/ 11603716 w 12192000"/>
              <a:gd name="connsiteY2102" fmla="*/ 672767 h 6858000"/>
              <a:gd name="connsiteX2103" fmla="*/ 12003210 w 12192000"/>
              <a:gd name="connsiteY2103" fmla="*/ 672767 h 6858000"/>
              <a:gd name="connsiteX2104" fmla="*/ 12003210 w 12192000"/>
              <a:gd name="connsiteY2104" fmla="*/ 270748 h 6858000"/>
              <a:gd name="connsiteX2105" fmla="*/ 11601191 w 12192000"/>
              <a:gd name="connsiteY2105" fmla="*/ 270748 h 6858000"/>
              <a:gd name="connsiteX2106" fmla="*/ 11178945 w 12192000"/>
              <a:gd name="connsiteY2106" fmla="*/ 270748 h 6858000"/>
              <a:gd name="connsiteX2107" fmla="*/ 11178945 w 12192000"/>
              <a:gd name="connsiteY2107" fmla="*/ 672767 h 6858000"/>
              <a:gd name="connsiteX2108" fmla="*/ 11580964 w 12192000"/>
              <a:gd name="connsiteY2108" fmla="*/ 672767 h 6858000"/>
              <a:gd name="connsiteX2109" fmla="*/ 11580964 w 12192000"/>
              <a:gd name="connsiteY2109" fmla="*/ 270748 h 6858000"/>
              <a:gd name="connsiteX2110" fmla="*/ 11178945 w 12192000"/>
              <a:gd name="connsiteY2110" fmla="*/ 270748 h 6858000"/>
              <a:gd name="connsiteX2111" fmla="*/ 10756693 w 12192000"/>
              <a:gd name="connsiteY2111" fmla="*/ 270748 h 6858000"/>
              <a:gd name="connsiteX2112" fmla="*/ 10756693 w 12192000"/>
              <a:gd name="connsiteY2112" fmla="*/ 672767 h 6858000"/>
              <a:gd name="connsiteX2113" fmla="*/ 11153656 w 12192000"/>
              <a:gd name="connsiteY2113" fmla="*/ 672767 h 6858000"/>
              <a:gd name="connsiteX2114" fmla="*/ 11151131 w 12192000"/>
              <a:gd name="connsiteY2114" fmla="*/ 270748 h 6858000"/>
              <a:gd name="connsiteX2115" fmla="*/ 10756693 w 12192000"/>
              <a:gd name="connsiteY2115" fmla="*/ 270748 h 6858000"/>
              <a:gd name="connsiteX2116" fmla="*/ 10334446 w 12192000"/>
              <a:gd name="connsiteY2116" fmla="*/ 270748 h 6858000"/>
              <a:gd name="connsiteX2117" fmla="*/ 10336971 w 12192000"/>
              <a:gd name="connsiteY2117" fmla="*/ 672767 h 6858000"/>
              <a:gd name="connsiteX2118" fmla="*/ 10731410 w 12192000"/>
              <a:gd name="connsiteY2118" fmla="*/ 672767 h 6858000"/>
              <a:gd name="connsiteX2119" fmla="*/ 10728879 w 12192000"/>
              <a:gd name="connsiteY2119" fmla="*/ 270748 h 6858000"/>
              <a:gd name="connsiteX2120" fmla="*/ 10334446 w 12192000"/>
              <a:gd name="connsiteY2120" fmla="*/ 270748 h 6858000"/>
              <a:gd name="connsiteX2121" fmla="*/ 9909669 w 12192000"/>
              <a:gd name="connsiteY2121" fmla="*/ 270748 h 6858000"/>
              <a:gd name="connsiteX2122" fmla="*/ 9909669 w 12192000"/>
              <a:gd name="connsiteY2122" fmla="*/ 667711 h 6858000"/>
              <a:gd name="connsiteX2123" fmla="*/ 10311688 w 12192000"/>
              <a:gd name="connsiteY2123" fmla="*/ 665181 h 6858000"/>
              <a:gd name="connsiteX2124" fmla="*/ 10311688 w 12192000"/>
              <a:gd name="connsiteY2124" fmla="*/ 270748 h 6858000"/>
              <a:gd name="connsiteX2125" fmla="*/ 9909669 w 12192000"/>
              <a:gd name="connsiteY2125" fmla="*/ 270748 h 6858000"/>
              <a:gd name="connsiteX2126" fmla="*/ 8642925 w 12192000"/>
              <a:gd name="connsiteY2126" fmla="*/ 270748 h 6858000"/>
              <a:gd name="connsiteX2127" fmla="*/ 8642925 w 12192000"/>
              <a:gd name="connsiteY2127" fmla="*/ 670242 h 6858000"/>
              <a:gd name="connsiteX2128" fmla="*/ 9042419 w 12192000"/>
              <a:gd name="connsiteY2128" fmla="*/ 667711 h 6858000"/>
              <a:gd name="connsiteX2129" fmla="*/ 9042419 w 12192000"/>
              <a:gd name="connsiteY2129" fmla="*/ 270748 h 6858000"/>
              <a:gd name="connsiteX2130" fmla="*/ 8642925 w 12192000"/>
              <a:gd name="connsiteY2130" fmla="*/ 270748 h 6858000"/>
              <a:gd name="connsiteX2131" fmla="*/ 7800957 w 12192000"/>
              <a:gd name="connsiteY2131" fmla="*/ 270748 h 6858000"/>
              <a:gd name="connsiteX2132" fmla="*/ 7800957 w 12192000"/>
              <a:gd name="connsiteY2132" fmla="*/ 672767 h 6858000"/>
              <a:gd name="connsiteX2133" fmla="*/ 8195390 w 12192000"/>
              <a:gd name="connsiteY2133" fmla="*/ 672767 h 6858000"/>
              <a:gd name="connsiteX2134" fmla="*/ 8192859 w 12192000"/>
              <a:gd name="connsiteY2134" fmla="*/ 270748 h 6858000"/>
              <a:gd name="connsiteX2135" fmla="*/ 7800957 w 12192000"/>
              <a:gd name="connsiteY2135" fmla="*/ 270748 h 6858000"/>
              <a:gd name="connsiteX2136" fmla="*/ 6953928 w 12192000"/>
              <a:gd name="connsiteY2136" fmla="*/ 270748 h 6858000"/>
              <a:gd name="connsiteX2137" fmla="*/ 6953928 w 12192000"/>
              <a:gd name="connsiteY2137" fmla="*/ 672767 h 6858000"/>
              <a:gd name="connsiteX2138" fmla="*/ 7353422 w 12192000"/>
              <a:gd name="connsiteY2138" fmla="*/ 672767 h 6858000"/>
              <a:gd name="connsiteX2139" fmla="*/ 7350892 w 12192000"/>
              <a:gd name="connsiteY2139" fmla="*/ 270748 h 6858000"/>
              <a:gd name="connsiteX2140" fmla="*/ 6953928 w 12192000"/>
              <a:gd name="connsiteY2140" fmla="*/ 270748 h 6858000"/>
              <a:gd name="connsiteX2141" fmla="*/ 4837630 w 12192000"/>
              <a:gd name="connsiteY2141" fmla="*/ 270748 h 6858000"/>
              <a:gd name="connsiteX2142" fmla="*/ 4837630 w 12192000"/>
              <a:gd name="connsiteY2142" fmla="*/ 672767 h 6858000"/>
              <a:gd name="connsiteX2143" fmla="*/ 5237124 w 12192000"/>
              <a:gd name="connsiteY2143" fmla="*/ 672767 h 6858000"/>
              <a:gd name="connsiteX2144" fmla="*/ 5234593 w 12192000"/>
              <a:gd name="connsiteY2144" fmla="*/ 270748 h 6858000"/>
              <a:gd name="connsiteX2145" fmla="*/ 4837630 w 12192000"/>
              <a:gd name="connsiteY2145" fmla="*/ 270748 h 6858000"/>
              <a:gd name="connsiteX2146" fmla="*/ 4417908 w 12192000"/>
              <a:gd name="connsiteY2146" fmla="*/ 270748 h 6858000"/>
              <a:gd name="connsiteX2147" fmla="*/ 4417908 w 12192000"/>
              <a:gd name="connsiteY2147" fmla="*/ 670242 h 6858000"/>
              <a:gd name="connsiteX2148" fmla="*/ 4814877 w 12192000"/>
              <a:gd name="connsiteY2148" fmla="*/ 667711 h 6858000"/>
              <a:gd name="connsiteX2149" fmla="*/ 4814877 w 12192000"/>
              <a:gd name="connsiteY2149" fmla="*/ 270748 h 6858000"/>
              <a:gd name="connsiteX2150" fmla="*/ 4417908 w 12192000"/>
              <a:gd name="connsiteY2150" fmla="*/ 270748 h 6858000"/>
              <a:gd name="connsiteX2151" fmla="*/ 3993131 w 12192000"/>
              <a:gd name="connsiteY2151" fmla="*/ 270748 h 6858000"/>
              <a:gd name="connsiteX2152" fmla="*/ 3993131 w 12192000"/>
              <a:gd name="connsiteY2152" fmla="*/ 672767 h 6858000"/>
              <a:gd name="connsiteX2153" fmla="*/ 4390100 w 12192000"/>
              <a:gd name="connsiteY2153" fmla="*/ 672767 h 6858000"/>
              <a:gd name="connsiteX2154" fmla="*/ 4390100 w 12192000"/>
              <a:gd name="connsiteY2154" fmla="*/ 270748 h 6858000"/>
              <a:gd name="connsiteX2155" fmla="*/ 3993131 w 12192000"/>
              <a:gd name="connsiteY2155" fmla="*/ 270748 h 6858000"/>
              <a:gd name="connsiteX2156" fmla="*/ 3148639 w 12192000"/>
              <a:gd name="connsiteY2156" fmla="*/ 270748 h 6858000"/>
              <a:gd name="connsiteX2157" fmla="*/ 3148639 w 12192000"/>
              <a:gd name="connsiteY2157" fmla="*/ 672767 h 6858000"/>
              <a:gd name="connsiteX2158" fmla="*/ 3548127 w 12192000"/>
              <a:gd name="connsiteY2158" fmla="*/ 672767 h 6858000"/>
              <a:gd name="connsiteX2159" fmla="*/ 3545602 w 12192000"/>
              <a:gd name="connsiteY2159" fmla="*/ 270748 h 6858000"/>
              <a:gd name="connsiteX2160" fmla="*/ 3148639 w 12192000"/>
              <a:gd name="connsiteY2160" fmla="*/ 270748 h 6858000"/>
              <a:gd name="connsiteX2161" fmla="*/ 2726387 w 12192000"/>
              <a:gd name="connsiteY2161" fmla="*/ 270748 h 6858000"/>
              <a:gd name="connsiteX2162" fmla="*/ 2728917 w 12192000"/>
              <a:gd name="connsiteY2162" fmla="*/ 672767 h 6858000"/>
              <a:gd name="connsiteX2163" fmla="*/ 3125881 w 12192000"/>
              <a:gd name="connsiteY2163" fmla="*/ 672767 h 6858000"/>
              <a:gd name="connsiteX2164" fmla="*/ 3125881 w 12192000"/>
              <a:gd name="connsiteY2164" fmla="*/ 270748 h 6858000"/>
              <a:gd name="connsiteX2165" fmla="*/ 2726387 w 12192000"/>
              <a:gd name="connsiteY2165" fmla="*/ 270748 h 6858000"/>
              <a:gd name="connsiteX2166" fmla="*/ 2304140 w 12192000"/>
              <a:gd name="connsiteY2166" fmla="*/ 270748 h 6858000"/>
              <a:gd name="connsiteX2167" fmla="*/ 2304140 w 12192000"/>
              <a:gd name="connsiteY2167" fmla="*/ 672767 h 6858000"/>
              <a:gd name="connsiteX2168" fmla="*/ 2703634 w 12192000"/>
              <a:gd name="connsiteY2168" fmla="*/ 672767 h 6858000"/>
              <a:gd name="connsiteX2169" fmla="*/ 2701103 w 12192000"/>
              <a:gd name="connsiteY2169" fmla="*/ 270748 h 6858000"/>
              <a:gd name="connsiteX2170" fmla="*/ 2304140 w 12192000"/>
              <a:gd name="connsiteY2170" fmla="*/ 270748 h 6858000"/>
              <a:gd name="connsiteX2171" fmla="*/ 1881894 w 12192000"/>
              <a:gd name="connsiteY2171" fmla="*/ 270748 h 6858000"/>
              <a:gd name="connsiteX2172" fmla="*/ 1881894 w 12192000"/>
              <a:gd name="connsiteY2172" fmla="*/ 672767 h 6858000"/>
              <a:gd name="connsiteX2173" fmla="*/ 2283913 w 12192000"/>
              <a:gd name="connsiteY2173" fmla="*/ 672767 h 6858000"/>
              <a:gd name="connsiteX2174" fmla="*/ 2283913 w 12192000"/>
              <a:gd name="connsiteY2174" fmla="*/ 270748 h 6858000"/>
              <a:gd name="connsiteX2175" fmla="*/ 1881894 w 12192000"/>
              <a:gd name="connsiteY2175" fmla="*/ 270748 h 6858000"/>
              <a:gd name="connsiteX2176" fmla="*/ 1462172 w 12192000"/>
              <a:gd name="connsiteY2176" fmla="*/ 270748 h 6858000"/>
              <a:gd name="connsiteX2177" fmla="*/ 1464697 w 12192000"/>
              <a:gd name="connsiteY2177" fmla="*/ 672767 h 6858000"/>
              <a:gd name="connsiteX2178" fmla="*/ 1859136 w 12192000"/>
              <a:gd name="connsiteY2178" fmla="*/ 672767 h 6858000"/>
              <a:gd name="connsiteX2179" fmla="*/ 1859136 w 12192000"/>
              <a:gd name="connsiteY2179" fmla="*/ 270748 h 6858000"/>
              <a:gd name="connsiteX2180" fmla="*/ 1462172 w 12192000"/>
              <a:gd name="connsiteY2180" fmla="*/ 270748 h 6858000"/>
              <a:gd name="connsiteX2181" fmla="*/ 612619 w 12192000"/>
              <a:gd name="connsiteY2181" fmla="*/ 270748 h 6858000"/>
              <a:gd name="connsiteX2182" fmla="*/ 612619 w 12192000"/>
              <a:gd name="connsiteY2182" fmla="*/ 672767 h 6858000"/>
              <a:gd name="connsiteX2183" fmla="*/ 1012107 w 12192000"/>
              <a:gd name="connsiteY2183" fmla="*/ 672767 h 6858000"/>
              <a:gd name="connsiteX2184" fmla="*/ 1009582 w 12192000"/>
              <a:gd name="connsiteY2184" fmla="*/ 270748 h 6858000"/>
              <a:gd name="connsiteX2185" fmla="*/ 612619 w 12192000"/>
              <a:gd name="connsiteY2185" fmla="*/ 270748 h 6858000"/>
              <a:gd name="connsiteX2186" fmla="*/ 190366 w 12192000"/>
              <a:gd name="connsiteY2186" fmla="*/ 270748 h 6858000"/>
              <a:gd name="connsiteX2187" fmla="*/ 190366 w 12192000"/>
              <a:gd name="connsiteY2187" fmla="*/ 672767 h 6858000"/>
              <a:gd name="connsiteX2188" fmla="*/ 592391 w 12192000"/>
              <a:gd name="connsiteY2188" fmla="*/ 672767 h 6858000"/>
              <a:gd name="connsiteX2189" fmla="*/ 592391 w 12192000"/>
              <a:gd name="connsiteY2189" fmla="*/ 270748 h 6858000"/>
              <a:gd name="connsiteX2190" fmla="*/ 190366 w 12192000"/>
              <a:gd name="connsiteY2190" fmla="*/ 270748 h 6858000"/>
              <a:gd name="connsiteX2191" fmla="*/ 9747795 w 12192000"/>
              <a:gd name="connsiteY2191" fmla="*/ 268744 h 6858000"/>
              <a:gd name="connsiteX2192" fmla="*/ 9487423 w 12192000"/>
              <a:gd name="connsiteY2192" fmla="*/ 275803 h 6858000"/>
              <a:gd name="connsiteX2193" fmla="*/ 9492479 w 12192000"/>
              <a:gd name="connsiteY2193" fmla="*/ 672767 h 6858000"/>
              <a:gd name="connsiteX2194" fmla="*/ 9889442 w 12192000"/>
              <a:gd name="connsiteY2194" fmla="*/ 670242 h 6858000"/>
              <a:gd name="connsiteX2195" fmla="*/ 9889442 w 12192000"/>
              <a:gd name="connsiteY2195" fmla="*/ 273279 h 6858000"/>
              <a:gd name="connsiteX2196" fmla="*/ 9747795 w 12192000"/>
              <a:gd name="connsiteY2196" fmla="*/ 268744 h 6858000"/>
              <a:gd name="connsiteX2197" fmla="*/ 8484299 w 12192000"/>
              <a:gd name="connsiteY2197" fmla="*/ 268744 h 6858000"/>
              <a:gd name="connsiteX2198" fmla="*/ 8218148 w 12192000"/>
              <a:gd name="connsiteY2198" fmla="*/ 275803 h 6858000"/>
              <a:gd name="connsiteX2199" fmla="*/ 8218148 w 12192000"/>
              <a:gd name="connsiteY2199" fmla="*/ 672767 h 6858000"/>
              <a:gd name="connsiteX2200" fmla="*/ 8617636 w 12192000"/>
              <a:gd name="connsiteY2200" fmla="*/ 672767 h 6858000"/>
              <a:gd name="connsiteX2201" fmla="*/ 8620167 w 12192000"/>
              <a:gd name="connsiteY2201" fmla="*/ 273279 h 6858000"/>
              <a:gd name="connsiteX2202" fmla="*/ 8484299 w 12192000"/>
              <a:gd name="connsiteY2202" fmla="*/ 268744 h 6858000"/>
              <a:gd name="connsiteX2203" fmla="*/ 6364922 w 12192000"/>
              <a:gd name="connsiteY2203" fmla="*/ 268744 h 6858000"/>
              <a:gd name="connsiteX2204" fmla="*/ 6104374 w 12192000"/>
              <a:gd name="connsiteY2204" fmla="*/ 275803 h 6858000"/>
              <a:gd name="connsiteX2205" fmla="*/ 6104374 w 12192000"/>
              <a:gd name="connsiteY2205" fmla="*/ 670242 h 6858000"/>
              <a:gd name="connsiteX2206" fmla="*/ 6508924 w 12192000"/>
              <a:gd name="connsiteY2206" fmla="*/ 667711 h 6858000"/>
              <a:gd name="connsiteX2207" fmla="*/ 6508924 w 12192000"/>
              <a:gd name="connsiteY2207" fmla="*/ 273279 h 6858000"/>
              <a:gd name="connsiteX2208" fmla="*/ 6364922 w 12192000"/>
              <a:gd name="connsiteY2208" fmla="*/ 268744 h 6858000"/>
              <a:gd name="connsiteX2209" fmla="*/ 5941391 w 12192000"/>
              <a:gd name="connsiteY2209" fmla="*/ 268744 h 6858000"/>
              <a:gd name="connsiteX2210" fmla="*/ 5682128 w 12192000"/>
              <a:gd name="connsiteY2210" fmla="*/ 275803 h 6858000"/>
              <a:gd name="connsiteX2211" fmla="*/ 5687184 w 12192000"/>
              <a:gd name="connsiteY2211" fmla="*/ 672767 h 6858000"/>
              <a:gd name="connsiteX2212" fmla="*/ 6084147 w 12192000"/>
              <a:gd name="connsiteY2212" fmla="*/ 672767 h 6858000"/>
              <a:gd name="connsiteX2213" fmla="*/ 6084147 w 12192000"/>
              <a:gd name="connsiteY2213" fmla="*/ 273279 h 6858000"/>
              <a:gd name="connsiteX2214" fmla="*/ 5941391 w 12192000"/>
              <a:gd name="connsiteY2214" fmla="*/ 268744 h 6858000"/>
              <a:gd name="connsiteX2215" fmla="*/ 1293816 w 12192000"/>
              <a:gd name="connsiteY2215" fmla="*/ 268744 h 6858000"/>
              <a:gd name="connsiteX2216" fmla="*/ 1037395 w 12192000"/>
              <a:gd name="connsiteY2216" fmla="*/ 275803 h 6858000"/>
              <a:gd name="connsiteX2217" fmla="*/ 1039920 w 12192000"/>
              <a:gd name="connsiteY2217" fmla="*/ 672767 h 6858000"/>
              <a:gd name="connsiteX2218" fmla="*/ 1436884 w 12192000"/>
              <a:gd name="connsiteY2218" fmla="*/ 670242 h 6858000"/>
              <a:gd name="connsiteX2219" fmla="*/ 1436884 w 12192000"/>
              <a:gd name="connsiteY2219" fmla="*/ 273279 h 6858000"/>
              <a:gd name="connsiteX2220" fmla="*/ 1293816 w 12192000"/>
              <a:gd name="connsiteY2220" fmla="*/ 268744 h 6858000"/>
              <a:gd name="connsiteX2221" fmla="*/ 5456148 w 12192000"/>
              <a:gd name="connsiteY2221" fmla="*/ 267905 h 6858000"/>
              <a:gd name="connsiteX2222" fmla="*/ 5259876 w 12192000"/>
              <a:gd name="connsiteY2222" fmla="*/ 275803 h 6858000"/>
              <a:gd name="connsiteX2223" fmla="*/ 5259876 w 12192000"/>
              <a:gd name="connsiteY2223" fmla="*/ 672767 h 6858000"/>
              <a:gd name="connsiteX2224" fmla="*/ 5661901 w 12192000"/>
              <a:gd name="connsiteY2224" fmla="*/ 672767 h 6858000"/>
              <a:gd name="connsiteX2225" fmla="*/ 5661901 w 12192000"/>
              <a:gd name="connsiteY2225" fmla="*/ 273279 h 6858000"/>
              <a:gd name="connsiteX2226" fmla="*/ 5456148 w 12192000"/>
              <a:gd name="connsiteY2226" fmla="*/ 267905 h 6858000"/>
              <a:gd name="connsiteX2227" fmla="*/ 9263338 w 12192000"/>
              <a:gd name="connsiteY2227" fmla="*/ 267589 h 6858000"/>
              <a:gd name="connsiteX2228" fmla="*/ 9065171 w 12192000"/>
              <a:gd name="connsiteY2228" fmla="*/ 273279 h 6858000"/>
              <a:gd name="connsiteX2229" fmla="*/ 9065171 w 12192000"/>
              <a:gd name="connsiteY2229" fmla="*/ 672767 h 6858000"/>
              <a:gd name="connsiteX2230" fmla="*/ 9467190 w 12192000"/>
              <a:gd name="connsiteY2230" fmla="*/ 672767 h 6858000"/>
              <a:gd name="connsiteX2231" fmla="*/ 9467190 w 12192000"/>
              <a:gd name="connsiteY2231" fmla="*/ 273279 h 6858000"/>
              <a:gd name="connsiteX2232" fmla="*/ 9263338 w 12192000"/>
              <a:gd name="connsiteY2232" fmla="*/ 267589 h 6858000"/>
              <a:gd name="connsiteX2233" fmla="*/ 6727319 w 12192000"/>
              <a:gd name="connsiteY2233" fmla="*/ 267589 h 6858000"/>
              <a:gd name="connsiteX2234" fmla="*/ 6529151 w 12192000"/>
              <a:gd name="connsiteY2234" fmla="*/ 273279 h 6858000"/>
              <a:gd name="connsiteX2235" fmla="*/ 6529151 w 12192000"/>
              <a:gd name="connsiteY2235" fmla="*/ 672767 h 6858000"/>
              <a:gd name="connsiteX2236" fmla="*/ 6931176 w 12192000"/>
              <a:gd name="connsiteY2236" fmla="*/ 672767 h 6858000"/>
              <a:gd name="connsiteX2237" fmla="*/ 6931176 w 12192000"/>
              <a:gd name="connsiteY2237" fmla="*/ 273279 h 6858000"/>
              <a:gd name="connsiteX2238" fmla="*/ 6727319 w 12192000"/>
              <a:gd name="connsiteY2238" fmla="*/ 267589 h 6858000"/>
              <a:gd name="connsiteX2239" fmla="*/ 170139 w 12192000"/>
              <a:gd name="connsiteY2239" fmla="*/ 0 h 6858000"/>
              <a:gd name="connsiteX2240" fmla="*/ 190366 w 12192000"/>
              <a:gd name="connsiteY2240" fmla="*/ 0 h 6858000"/>
              <a:gd name="connsiteX2241" fmla="*/ 190366 w 12192000"/>
              <a:gd name="connsiteY2241" fmla="*/ 247990 h 6858000"/>
              <a:gd name="connsiteX2242" fmla="*/ 592391 w 12192000"/>
              <a:gd name="connsiteY2242" fmla="*/ 247990 h 6858000"/>
              <a:gd name="connsiteX2243" fmla="*/ 592391 w 12192000"/>
              <a:gd name="connsiteY2243" fmla="*/ 46350 h 6858000"/>
              <a:gd name="connsiteX2244" fmla="*/ 592391 w 12192000"/>
              <a:gd name="connsiteY2244" fmla="*/ 0 h 6858000"/>
              <a:gd name="connsiteX2245" fmla="*/ 612619 w 12192000"/>
              <a:gd name="connsiteY2245" fmla="*/ 0 h 6858000"/>
              <a:gd name="connsiteX2246" fmla="*/ 612619 w 12192000"/>
              <a:gd name="connsiteY2246" fmla="*/ 47614 h 6858000"/>
              <a:gd name="connsiteX2247" fmla="*/ 612619 w 12192000"/>
              <a:gd name="connsiteY2247" fmla="*/ 245465 h 6858000"/>
              <a:gd name="connsiteX2248" fmla="*/ 1014637 w 12192000"/>
              <a:gd name="connsiteY2248" fmla="*/ 242934 h 6858000"/>
              <a:gd name="connsiteX2249" fmla="*/ 1019062 w 12192000"/>
              <a:gd name="connsiteY2249" fmla="*/ 34972 h 6858000"/>
              <a:gd name="connsiteX2250" fmla="*/ 1018621 w 12192000"/>
              <a:gd name="connsiteY2250" fmla="*/ 0 h 6858000"/>
              <a:gd name="connsiteX2251" fmla="*/ 1037395 w 12192000"/>
              <a:gd name="connsiteY2251" fmla="*/ 0 h 6858000"/>
              <a:gd name="connsiteX2252" fmla="*/ 1037395 w 12192000"/>
              <a:gd name="connsiteY2252" fmla="*/ 247990 h 6858000"/>
              <a:gd name="connsiteX2253" fmla="*/ 1436884 w 12192000"/>
              <a:gd name="connsiteY2253" fmla="*/ 247990 h 6858000"/>
              <a:gd name="connsiteX2254" fmla="*/ 1436884 w 12192000"/>
              <a:gd name="connsiteY2254" fmla="*/ 49508 h 6858000"/>
              <a:gd name="connsiteX2255" fmla="*/ 1436884 w 12192000"/>
              <a:gd name="connsiteY2255" fmla="*/ 0 h 6858000"/>
              <a:gd name="connsiteX2256" fmla="*/ 1457117 w 12192000"/>
              <a:gd name="connsiteY2256" fmla="*/ 0 h 6858000"/>
              <a:gd name="connsiteX2257" fmla="*/ 1457117 w 12192000"/>
              <a:gd name="connsiteY2257" fmla="*/ 247990 h 6858000"/>
              <a:gd name="connsiteX2258" fmla="*/ 1859136 w 12192000"/>
              <a:gd name="connsiteY2258" fmla="*/ 247990 h 6858000"/>
              <a:gd name="connsiteX2259" fmla="*/ 1859136 w 12192000"/>
              <a:gd name="connsiteY2259" fmla="*/ 0 h 6858000"/>
              <a:gd name="connsiteX2260" fmla="*/ 1879363 w 12192000"/>
              <a:gd name="connsiteY2260" fmla="*/ 0 h 6858000"/>
              <a:gd name="connsiteX2261" fmla="*/ 1879363 w 12192000"/>
              <a:gd name="connsiteY2261" fmla="*/ 247990 h 6858000"/>
              <a:gd name="connsiteX2262" fmla="*/ 2278857 w 12192000"/>
              <a:gd name="connsiteY2262" fmla="*/ 247990 h 6858000"/>
              <a:gd name="connsiteX2263" fmla="*/ 2278857 w 12192000"/>
              <a:gd name="connsiteY2263" fmla="*/ 0 h 6858000"/>
              <a:gd name="connsiteX2264" fmla="*/ 2304140 w 12192000"/>
              <a:gd name="connsiteY2264" fmla="*/ 0 h 6858000"/>
              <a:gd name="connsiteX2265" fmla="*/ 2304140 w 12192000"/>
              <a:gd name="connsiteY2265" fmla="*/ 245465 h 6858000"/>
              <a:gd name="connsiteX2266" fmla="*/ 2703634 w 12192000"/>
              <a:gd name="connsiteY2266" fmla="*/ 245465 h 6858000"/>
              <a:gd name="connsiteX2267" fmla="*/ 2708056 w 12192000"/>
              <a:gd name="connsiteY2267" fmla="*/ 40343 h 6858000"/>
              <a:gd name="connsiteX2268" fmla="*/ 2707555 w 12192000"/>
              <a:gd name="connsiteY2268" fmla="*/ 0 h 6858000"/>
              <a:gd name="connsiteX2269" fmla="*/ 2724699 w 12192000"/>
              <a:gd name="connsiteY2269" fmla="*/ 0 h 6858000"/>
              <a:gd name="connsiteX2270" fmla="*/ 2724177 w 12192000"/>
              <a:gd name="connsiteY2270" fmla="*/ 47614 h 6858000"/>
              <a:gd name="connsiteX2271" fmla="*/ 2723862 w 12192000"/>
              <a:gd name="connsiteY2271" fmla="*/ 245465 h 6858000"/>
              <a:gd name="connsiteX2272" fmla="*/ 3125881 w 12192000"/>
              <a:gd name="connsiteY2272" fmla="*/ 242934 h 6858000"/>
              <a:gd name="connsiteX2273" fmla="*/ 3130305 w 12192000"/>
              <a:gd name="connsiteY2273" fmla="*/ 34023 h 6858000"/>
              <a:gd name="connsiteX2274" fmla="*/ 3129875 w 12192000"/>
              <a:gd name="connsiteY2274" fmla="*/ 0 h 6858000"/>
              <a:gd name="connsiteX2275" fmla="*/ 3144117 w 12192000"/>
              <a:gd name="connsiteY2275" fmla="*/ 0 h 6858000"/>
              <a:gd name="connsiteX2276" fmla="*/ 3144212 w 12192000"/>
              <a:gd name="connsiteY2276" fmla="*/ 58676 h 6858000"/>
              <a:gd name="connsiteX2277" fmla="*/ 3151163 w 12192000"/>
              <a:gd name="connsiteY2277" fmla="*/ 247990 h 6858000"/>
              <a:gd name="connsiteX2278" fmla="*/ 3548127 w 12192000"/>
              <a:gd name="connsiteY2278" fmla="*/ 247990 h 6858000"/>
              <a:gd name="connsiteX2279" fmla="*/ 3548127 w 12192000"/>
              <a:gd name="connsiteY2279" fmla="*/ 0 h 6858000"/>
              <a:gd name="connsiteX2280" fmla="*/ 3572452 w 12192000"/>
              <a:gd name="connsiteY2280" fmla="*/ 0 h 6858000"/>
              <a:gd name="connsiteX2281" fmla="*/ 3570885 w 12192000"/>
              <a:gd name="connsiteY2281" fmla="*/ 247990 h 6858000"/>
              <a:gd name="connsiteX2282" fmla="*/ 3970379 w 12192000"/>
              <a:gd name="connsiteY2282" fmla="*/ 245465 h 6858000"/>
              <a:gd name="connsiteX2283" fmla="*/ 3974801 w 12192000"/>
              <a:gd name="connsiteY2283" fmla="*/ 34655 h 6858000"/>
              <a:gd name="connsiteX2284" fmla="*/ 3974360 w 12192000"/>
              <a:gd name="connsiteY2284" fmla="*/ 0 h 6858000"/>
              <a:gd name="connsiteX2285" fmla="*/ 3990606 w 12192000"/>
              <a:gd name="connsiteY2285" fmla="*/ 0 h 6858000"/>
              <a:gd name="connsiteX2286" fmla="*/ 3990606 w 12192000"/>
              <a:gd name="connsiteY2286" fmla="*/ 48246 h 6858000"/>
              <a:gd name="connsiteX2287" fmla="*/ 3990606 w 12192000"/>
              <a:gd name="connsiteY2287" fmla="*/ 250520 h 6858000"/>
              <a:gd name="connsiteX2288" fmla="*/ 4392625 w 12192000"/>
              <a:gd name="connsiteY2288" fmla="*/ 250520 h 6858000"/>
              <a:gd name="connsiteX2289" fmla="*/ 4392625 w 12192000"/>
              <a:gd name="connsiteY2289" fmla="*/ 0 h 6858000"/>
              <a:gd name="connsiteX2290" fmla="*/ 4415383 w 12192000"/>
              <a:gd name="connsiteY2290" fmla="*/ 0 h 6858000"/>
              <a:gd name="connsiteX2291" fmla="*/ 4415383 w 12192000"/>
              <a:gd name="connsiteY2291" fmla="*/ 247990 h 6858000"/>
              <a:gd name="connsiteX2292" fmla="*/ 4814877 w 12192000"/>
              <a:gd name="connsiteY2292" fmla="*/ 247990 h 6858000"/>
              <a:gd name="connsiteX2293" fmla="*/ 4814877 w 12192000"/>
              <a:gd name="connsiteY2293" fmla="*/ 0 h 6858000"/>
              <a:gd name="connsiteX2294" fmla="*/ 4837630 w 12192000"/>
              <a:gd name="connsiteY2294" fmla="*/ 0 h 6858000"/>
              <a:gd name="connsiteX2295" fmla="*/ 4837630 w 12192000"/>
              <a:gd name="connsiteY2295" fmla="*/ 247990 h 6858000"/>
              <a:gd name="connsiteX2296" fmla="*/ 5239648 w 12192000"/>
              <a:gd name="connsiteY2296" fmla="*/ 247990 h 6858000"/>
              <a:gd name="connsiteX2297" fmla="*/ 5239648 w 12192000"/>
              <a:gd name="connsiteY2297" fmla="*/ 0 h 6858000"/>
              <a:gd name="connsiteX2298" fmla="*/ 5255353 w 12192000"/>
              <a:gd name="connsiteY2298" fmla="*/ 0 h 6858000"/>
              <a:gd name="connsiteX2299" fmla="*/ 5255454 w 12192000"/>
              <a:gd name="connsiteY2299" fmla="*/ 61520 h 6858000"/>
              <a:gd name="connsiteX2300" fmla="*/ 5262406 w 12192000"/>
              <a:gd name="connsiteY2300" fmla="*/ 250520 h 6858000"/>
              <a:gd name="connsiteX2301" fmla="*/ 5659370 w 12192000"/>
              <a:gd name="connsiteY2301" fmla="*/ 250520 h 6858000"/>
              <a:gd name="connsiteX2302" fmla="*/ 5661585 w 12192000"/>
              <a:gd name="connsiteY2302" fmla="*/ 48878 h 6858000"/>
              <a:gd name="connsiteX2303" fmla="*/ 5661663 w 12192000"/>
              <a:gd name="connsiteY2303" fmla="*/ 0 h 6858000"/>
              <a:gd name="connsiteX2304" fmla="*/ 5682128 w 12192000"/>
              <a:gd name="connsiteY2304" fmla="*/ 0 h 6858000"/>
              <a:gd name="connsiteX2305" fmla="*/ 5682128 w 12192000"/>
              <a:gd name="connsiteY2305" fmla="*/ 245465 h 6858000"/>
              <a:gd name="connsiteX2306" fmla="*/ 6084147 w 12192000"/>
              <a:gd name="connsiteY2306" fmla="*/ 245465 h 6858000"/>
              <a:gd name="connsiteX2307" fmla="*/ 6084147 w 12192000"/>
              <a:gd name="connsiteY2307" fmla="*/ 0 h 6858000"/>
              <a:gd name="connsiteX2308" fmla="*/ 6104374 w 12192000"/>
              <a:gd name="connsiteY2308" fmla="*/ 0 h 6858000"/>
              <a:gd name="connsiteX2309" fmla="*/ 6104374 w 12192000"/>
              <a:gd name="connsiteY2309" fmla="*/ 247990 h 6858000"/>
              <a:gd name="connsiteX2310" fmla="*/ 6508924 w 12192000"/>
              <a:gd name="connsiteY2310" fmla="*/ 247990 h 6858000"/>
              <a:gd name="connsiteX2311" fmla="*/ 6508924 w 12192000"/>
              <a:gd name="connsiteY2311" fmla="*/ 49508 h 6858000"/>
              <a:gd name="connsiteX2312" fmla="*/ 6508924 w 12192000"/>
              <a:gd name="connsiteY2312" fmla="*/ 0 h 6858000"/>
              <a:gd name="connsiteX2313" fmla="*/ 6532521 w 12192000"/>
              <a:gd name="connsiteY2313" fmla="*/ 0 h 6858000"/>
              <a:gd name="connsiteX2314" fmla="*/ 6531998 w 12192000"/>
              <a:gd name="connsiteY2314" fmla="*/ 47614 h 6858000"/>
              <a:gd name="connsiteX2315" fmla="*/ 6531682 w 12192000"/>
              <a:gd name="connsiteY2315" fmla="*/ 245465 h 6858000"/>
              <a:gd name="connsiteX2316" fmla="*/ 6933701 w 12192000"/>
              <a:gd name="connsiteY2316" fmla="*/ 242934 h 6858000"/>
              <a:gd name="connsiteX2317" fmla="*/ 6938128 w 12192000"/>
              <a:gd name="connsiteY2317" fmla="*/ 34023 h 6858000"/>
              <a:gd name="connsiteX2318" fmla="*/ 6937698 w 12192000"/>
              <a:gd name="connsiteY2318" fmla="*/ 0 h 6858000"/>
              <a:gd name="connsiteX2319" fmla="*/ 6951403 w 12192000"/>
              <a:gd name="connsiteY2319" fmla="*/ 0 h 6858000"/>
              <a:gd name="connsiteX2320" fmla="*/ 6951403 w 12192000"/>
              <a:gd name="connsiteY2320" fmla="*/ 245465 h 6858000"/>
              <a:gd name="connsiteX2321" fmla="*/ 7353422 w 12192000"/>
              <a:gd name="connsiteY2321" fmla="*/ 245465 h 6858000"/>
              <a:gd name="connsiteX2322" fmla="*/ 7353422 w 12192000"/>
              <a:gd name="connsiteY2322" fmla="*/ 0 h 6858000"/>
              <a:gd name="connsiteX2323" fmla="*/ 7374189 w 12192000"/>
              <a:gd name="connsiteY2323" fmla="*/ 0 h 6858000"/>
              <a:gd name="connsiteX2324" fmla="*/ 7374281 w 12192000"/>
              <a:gd name="connsiteY2324" fmla="*/ 56144 h 6858000"/>
              <a:gd name="connsiteX2325" fmla="*/ 7381236 w 12192000"/>
              <a:gd name="connsiteY2325" fmla="*/ 247990 h 6858000"/>
              <a:gd name="connsiteX2326" fmla="*/ 7778199 w 12192000"/>
              <a:gd name="connsiteY2326" fmla="*/ 247990 h 6858000"/>
              <a:gd name="connsiteX2327" fmla="*/ 7778199 w 12192000"/>
              <a:gd name="connsiteY2327" fmla="*/ 0 h 6858000"/>
              <a:gd name="connsiteX2328" fmla="*/ 7798427 w 12192000"/>
              <a:gd name="connsiteY2328" fmla="*/ 0 h 6858000"/>
              <a:gd name="connsiteX2329" fmla="*/ 7798427 w 12192000"/>
              <a:gd name="connsiteY2329" fmla="*/ 247990 h 6858000"/>
              <a:gd name="connsiteX2330" fmla="*/ 8197920 w 12192000"/>
              <a:gd name="connsiteY2330" fmla="*/ 245465 h 6858000"/>
              <a:gd name="connsiteX2331" fmla="*/ 8202345 w 12192000"/>
              <a:gd name="connsiteY2331" fmla="*/ 35602 h 6858000"/>
              <a:gd name="connsiteX2332" fmla="*/ 8201893 w 12192000"/>
              <a:gd name="connsiteY2332" fmla="*/ 0 h 6858000"/>
              <a:gd name="connsiteX2333" fmla="*/ 8220673 w 12192000"/>
              <a:gd name="connsiteY2333" fmla="*/ 0 h 6858000"/>
              <a:gd name="connsiteX2334" fmla="*/ 8220673 w 12192000"/>
              <a:gd name="connsiteY2334" fmla="*/ 247990 h 6858000"/>
              <a:gd name="connsiteX2335" fmla="*/ 8622697 w 12192000"/>
              <a:gd name="connsiteY2335" fmla="*/ 247990 h 6858000"/>
              <a:gd name="connsiteX2336" fmla="*/ 8622697 w 12192000"/>
              <a:gd name="connsiteY2336" fmla="*/ 0 h 6858000"/>
              <a:gd name="connsiteX2337" fmla="*/ 8640921 w 12192000"/>
              <a:gd name="connsiteY2337" fmla="*/ 0 h 6858000"/>
              <a:gd name="connsiteX2338" fmla="*/ 8641027 w 12192000"/>
              <a:gd name="connsiteY2338" fmla="*/ 64364 h 6858000"/>
              <a:gd name="connsiteX2339" fmla="*/ 8647980 w 12192000"/>
              <a:gd name="connsiteY2339" fmla="*/ 250520 h 6858000"/>
              <a:gd name="connsiteX2340" fmla="*/ 9042419 w 12192000"/>
              <a:gd name="connsiteY2340" fmla="*/ 250520 h 6858000"/>
              <a:gd name="connsiteX2341" fmla="*/ 9044629 w 12192000"/>
              <a:gd name="connsiteY2341" fmla="*/ 49824 h 6858000"/>
              <a:gd name="connsiteX2342" fmla="*/ 9044708 w 12192000"/>
              <a:gd name="connsiteY2342" fmla="*/ 0 h 6858000"/>
              <a:gd name="connsiteX2343" fmla="*/ 9065171 w 12192000"/>
              <a:gd name="connsiteY2343" fmla="*/ 0 h 6858000"/>
              <a:gd name="connsiteX2344" fmla="*/ 9065171 w 12192000"/>
              <a:gd name="connsiteY2344" fmla="*/ 247990 h 6858000"/>
              <a:gd name="connsiteX2345" fmla="*/ 9467190 w 12192000"/>
              <a:gd name="connsiteY2345" fmla="*/ 247990 h 6858000"/>
              <a:gd name="connsiteX2346" fmla="*/ 9467190 w 12192000"/>
              <a:gd name="connsiteY2346" fmla="*/ 0 h 6858000"/>
              <a:gd name="connsiteX2347" fmla="*/ 9487423 w 12192000"/>
              <a:gd name="connsiteY2347" fmla="*/ 0 h 6858000"/>
              <a:gd name="connsiteX2348" fmla="*/ 9487423 w 12192000"/>
              <a:gd name="connsiteY2348" fmla="*/ 245465 h 6858000"/>
              <a:gd name="connsiteX2349" fmla="*/ 9889442 w 12192000"/>
              <a:gd name="connsiteY2349" fmla="*/ 242934 h 6858000"/>
              <a:gd name="connsiteX2350" fmla="*/ 9889442 w 12192000"/>
              <a:gd name="connsiteY2350" fmla="*/ 46667 h 6858000"/>
              <a:gd name="connsiteX2351" fmla="*/ 9889442 w 12192000"/>
              <a:gd name="connsiteY2351" fmla="*/ 0 h 6858000"/>
              <a:gd name="connsiteX2352" fmla="*/ 9909669 w 12192000"/>
              <a:gd name="connsiteY2352" fmla="*/ 0 h 6858000"/>
              <a:gd name="connsiteX2353" fmla="*/ 9909669 w 12192000"/>
              <a:gd name="connsiteY2353" fmla="*/ 245465 h 6858000"/>
              <a:gd name="connsiteX2354" fmla="*/ 10311688 w 12192000"/>
              <a:gd name="connsiteY2354" fmla="*/ 242934 h 6858000"/>
              <a:gd name="connsiteX2355" fmla="*/ 10311688 w 12192000"/>
              <a:gd name="connsiteY2355" fmla="*/ 0 h 6858000"/>
              <a:gd name="connsiteX2356" fmla="*/ 10331916 w 12192000"/>
              <a:gd name="connsiteY2356" fmla="*/ 0 h 6858000"/>
              <a:gd name="connsiteX2357" fmla="*/ 10331916 w 12192000"/>
              <a:gd name="connsiteY2357" fmla="*/ 245465 h 6858000"/>
              <a:gd name="connsiteX2358" fmla="*/ 10733940 w 12192000"/>
              <a:gd name="connsiteY2358" fmla="*/ 245465 h 6858000"/>
              <a:gd name="connsiteX2359" fmla="*/ 10733940 w 12192000"/>
              <a:gd name="connsiteY2359" fmla="*/ 0 h 6858000"/>
              <a:gd name="connsiteX2360" fmla="*/ 10756693 w 12192000"/>
              <a:gd name="connsiteY2360" fmla="*/ 0 h 6858000"/>
              <a:gd name="connsiteX2361" fmla="*/ 10756693 w 12192000"/>
              <a:gd name="connsiteY2361" fmla="*/ 247990 h 6858000"/>
              <a:gd name="connsiteX2362" fmla="*/ 11156187 w 12192000"/>
              <a:gd name="connsiteY2362" fmla="*/ 247990 h 6858000"/>
              <a:gd name="connsiteX2363" fmla="*/ 11156187 w 12192000"/>
              <a:gd name="connsiteY2363" fmla="*/ 0 h 6858000"/>
              <a:gd name="connsiteX2364" fmla="*/ 11179782 w 12192000"/>
              <a:gd name="connsiteY2364" fmla="*/ 0 h 6858000"/>
              <a:gd name="connsiteX2365" fmla="*/ 11179261 w 12192000"/>
              <a:gd name="connsiteY2365" fmla="*/ 47614 h 6858000"/>
              <a:gd name="connsiteX2366" fmla="*/ 11178945 w 12192000"/>
              <a:gd name="connsiteY2366" fmla="*/ 245465 h 6858000"/>
              <a:gd name="connsiteX2367" fmla="*/ 11578433 w 12192000"/>
              <a:gd name="connsiteY2367" fmla="*/ 242934 h 6858000"/>
              <a:gd name="connsiteX2368" fmla="*/ 11582860 w 12192000"/>
              <a:gd name="connsiteY2368" fmla="*/ 34972 h 6858000"/>
              <a:gd name="connsiteX2369" fmla="*/ 11582420 w 12192000"/>
              <a:gd name="connsiteY2369" fmla="*/ 0 h 6858000"/>
              <a:gd name="connsiteX2370" fmla="*/ 11598660 w 12192000"/>
              <a:gd name="connsiteY2370" fmla="*/ 0 h 6858000"/>
              <a:gd name="connsiteX2371" fmla="*/ 11598660 w 12192000"/>
              <a:gd name="connsiteY2371" fmla="*/ 247990 h 6858000"/>
              <a:gd name="connsiteX2372" fmla="*/ 12000685 w 12192000"/>
              <a:gd name="connsiteY2372" fmla="*/ 247990 h 6858000"/>
              <a:gd name="connsiteX2373" fmla="*/ 12000685 w 12192000"/>
              <a:gd name="connsiteY2373" fmla="*/ 0 h 6858000"/>
              <a:gd name="connsiteX2374" fmla="*/ 12028499 w 12192000"/>
              <a:gd name="connsiteY2374" fmla="*/ 0 h 6858000"/>
              <a:gd name="connsiteX2375" fmla="*/ 12028499 w 12192000"/>
              <a:gd name="connsiteY2375" fmla="*/ 45085 h 6858000"/>
              <a:gd name="connsiteX2376" fmla="*/ 12028499 w 12192000"/>
              <a:gd name="connsiteY2376" fmla="*/ 242934 h 6858000"/>
              <a:gd name="connsiteX2377" fmla="*/ 12192000 w 12192000"/>
              <a:gd name="connsiteY2377" fmla="*/ 242934 h 6858000"/>
              <a:gd name="connsiteX2378" fmla="*/ 12192000 w 12192000"/>
              <a:gd name="connsiteY2378" fmla="*/ 265412 h 6858000"/>
              <a:gd name="connsiteX2379" fmla="*/ 12159974 w 12192000"/>
              <a:gd name="connsiteY2379" fmla="*/ 264744 h 6858000"/>
              <a:gd name="connsiteX2380" fmla="*/ 12114464 w 12192000"/>
              <a:gd name="connsiteY2380" fmla="*/ 265693 h 6858000"/>
              <a:gd name="connsiteX2381" fmla="*/ 12025968 w 12192000"/>
              <a:gd name="connsiteY2381" fmla="*/ 270748 h 6858000"/>
              <a:gd name="connsiteX2382" fmla="*/ 12025968 w 12192000"/>
              <a:gd name="connsiteY2382" fmla="*/ 672767 h 6858000"/>
              <a:gd name="connsiteX2383" fmla="*/ 12192000 w 12192000"/>
              <a:gd name="connsiteY2383" fmla="*/ 672767 h 6858000"/>
              <a:gd name="connsiteX2384" fmla="*/ 12192000 w 12192000"/>
              <a:gd name="connsiteY2384" fmla="*/ 687939 h 6858000"/>
              <a:gd name="connsiteX2385" fmla="*/ 12111939 w 12192000"/>
              <a:gd name="connsiteY2385" fmla="*/ 687939 h 6858000"/>
              <a:gd name="connsiteX2386" fmla="*/ 12023443 w 12192000"/>
              <a:gd name="connsiteY2386" fmla="*/ 692994 h 6858000"/>
              <a:gd name="connsiteX2387" fmla="*/ 12023443 w 12192000"/>
              <a:gd name="connsiteY2387" fmla="*/ 1095019 h 6858000"/>
              <a:gd name="connsiteX2388" fmla="*/ 12192000 w 12192000"/>
              <a:gd name="connsiteY2388" fmla="*/ 1095019 h 6858000"/>
              <a:gd name="connsiteX2389" fmla="*/ 12192000 w 12192000"/>
              <a:gd name="connsiteY2389" fmla="*/ 1110306 h 6858000"/>
              <a:gd name="connsiteX2390" fmla="*/ 12023443 w 12192000"/>
              <a:gd name="connsiteY2390" fmla="*/ 1112716 h 6858000"/>
              <a:gd name="connsiteX2391" fmla="*/ 12023443 w 12192000"/>
              <a:gd name="connsiteY2391" fmla="*/ 1517265 h 6858000"/>
              <a:gd name="connsiteX2392" fmla="*/ 12192000 w 12192000"/>
              <a:gd name="connsiteY2392" fmla="*/ 1517265 h 6858000"/>
              <a:gd name="connsiteX2393" fmla="*/ 12192000 w 12192000"/>
              <a:gd name="connsiteY2393" fmla="*/ 1532557 h 6858000"/>
              <a:gd name="connsiteX2394" fmla="*/ 12023443 w 12192000"/>
              <a:gd name="connsiteY2394" fmla="*/ 1534962 h 6858000"/>
              <a:gd name="connsiteX2395" fmla="*/ 12023443 w 12192000"/>
              <a:gd name="connsiteY2395" fmla="*/ 1939511 h 6858000"/>
              <a:gd name="connsiteX2396" fmla="*/ 12192000 w 12192000"/>
              <a:gd name="connsiteY2396" fmla="*/ 1939511 h 6858000"/>
              <a:gd name="connsiteX2397" fmla="*/ 12192000 w 12192000"/>
              <a:gd name="connsiteY2397" fmla="*/ 1954924 h 6858000"/>
              <a:gd name="connsiteX2398" fmla="*/ 12023443 w 12192000"/>
              <a:gd name="connsiteY2398" fmla="*/ 1959739 h 6858000"/>
              <a:gd name="connsiteX2399" fmla="*/ 12023443 w 12192000"/>
              <a:gd name="connsiteY2399" fmla="*/ 2361764 h 6858000"/>
              <a:gd name="connsiteX2400" fmla="*/ 12192000 w 12192000"/>
              <a:gd name="connsiteY2400" fmla="*/ 2361764 h 6858000"/>
              <a:gd name="connsiteX2401" fmla="*/ 12192000 w 12192000"/>
              <a:gd name="connsiteY2401" fmla="*/ 2384154 h 6858000"/>
              <a:gd name="connsiteX2402" fmla="*/ 12111936 w 12192000"/>
              <a:gd name="connsiteY2402" fmla="*/ 2380724 h 6858000"/>
              <a:gd name="connsiteX2403" fmla="*/ 12023443 w 12192000"/>
              <a:gd name="connsiteY2403" fmla="*/ 2384516 h 6858000"/>
              <a:gd name="connsiteX2404" fmla="*/ 12023443 w 12192000"/>
              <a:gd name="connsiteY2404" fmla="*/ 2784010 h 6858000"/>
              <a:gd name="connsiteX2405" fmla="*/ 12192000 w 12192000"/>
              <a:gd name="connsiteY2405" fmla="*/ 2784010 h 6858000"/>
              <a:gd name="connsiteX2406" fmla="*/ 12192000 w 12192000"/>
              <a:gd name="connsiteY2406" fmla="*/ 2806592 h 6858000"/>
              <a:gd name="connsiteX2407" fmla="*/ 12154918 w 12192000"/>
              <a:gd name="connsiteY2407" fmla="*/ 2805819 h 6858000"/>
              <a:gd name="connsiteX2408" fmla="*/ 12109403 w 12192000"/>
              <a:gd name="connsiteY2408" fmla="*/ 2806768 h 6858000"/>
              <a:gd name="connsiteX2409" fmla="*/ 12020913 w 12192000"/>
              <a:gd name="connsiteY2409" fmla="*/ 2811824 h 6858000"/>
              <a:gd name="connsiteX2410" fmla="*/ 12020913 w 12192000"/>
              <a:gd name="connsiteY2410" fmla="*/ 3213848 h 6858000"/>
              <a:gd name="connsiteX2411" fmla="*/ 12192000 w 12192000"/>
              <a:gd name="connsiteY2411" fmla="*/ 3213848 h 6858000"/>
              <a:gd name="connsiteX2412" fmla="*/ 12192000 w 12192000"/>
              <a:gd name="connsiteY2412" fmla="*/ 3229014 h 6858000"/>
              <a:gd name="connsiteX2413" fmla="*/ 12106878 w 12192000"/>
              <a:gd name="connsiteY2413" fmla="*/ 3229014 h 6858000"/>
              <a:gd name="connsiteX2414" fmla="*/ 12018382 w 12192000"/>
              <a:gd name="connsiteY2414" fmla="*/ 3234070 h 6858000"/>
              <a:gd name="connsiteX2415" fmla="*/ 12018382 w 12192000"/>
              <a:gd name="connsiteY2415" fmla="*/ 3636094 h 6858000"/>
              <a:gd name="connsiteX2416" fmla="*/ 12192000 w 12192000"/>
              <a:gd name="connsiteY2416" fmla="*/ 3636094 h 6858000"/>
              <a:gd name="connsiteX2417" fmla="*/ 12192000 w 12192000"/>
              <a:gd name="connsiteY2417" fmla="*/ 3651314 h 6858000"/>
              <a:gd name="connsiteX2418" fmla="*/ 12018382 w 12192000"/>
              <a:gd name="connsiteY2418" fmla="*/ 3653791 h 6858000"/>
              <a:gd name="connsiteX2419" fmla="*/ 12018382 w 12192000"/>
              <a:gd name="connsiteY2419" fmla="*/ 4058341 h 6858000"/>
              <a:gd name="connsiteX2420" fmla="*/ 12192000 w 12192000"/>
              <a:gd name="connsiteY2420" fmla="*/ 4058341 h 6858000"/>
              <a:gd name="connsiteX2421" fmla="*/ 12192000 w 12192000"/>
              <a:gd name="connsiteY2421" fmla="*/ 4073561 h 6858000"/>
              <a:gd name="connsiteX2422" fmla="*/ 12018382 w 12192000"/>
              <a:gd name="connsiteY2422" fmla="*/ 4076043 h 6858000"/>
              <a:gd name="connsiteX2423" fmla="*/ 12018382 w 12192000"/>
              <a:gd name="connsiteY2423" fmla="*/ 4480593 h 6858000"/>
              <a:gd name="connsiteX2424" fmla="*/ 12192000 w 12192000"/>
              <a:gd name="connsiteY2424" fmla="*/ 4480593 h 6858000"/>
              <a:gd name="connsiteX2425" fmla="*/ 12192000 w 12192000"/>
              <a:gd name="connsiteY2425" fmla="*/ 4495856 h 6858000"/>
              <a:gd name="connsiteX2426" fmla="*/ 12018382 w 12192000"/>
              <a:gd name="connsiteY2426" fmla="*/ 4500814 h 6858000"/>
              <a:gd name="connsiteX2427" fmla="*/ 12018382 w 12192000"/>
              <a:gd name="connsiteY2427" fmla="*/ 4902839 h 6858000"/>
              <a:gd name="connsiteX2428" fmla="*/ 12192000 w 12192000"/>
              <a:gd name="connsiteY2428" fmla="*/ 4902839 h 6858000"/>
              <a:gd name="connsiteX2429" fmla="*/ 12192000 w 12192000"/>
              <a:gd name="connsiteY2429" fmla="*/ 4925453 h 6858000"/>
              <a:gd name="connsiteX2430" fmla="*/ 12106880 w 12192000"/>
              <a:gd name="connsiteY2430" fmla="*/ 4921802 h 6858000"/>
              <a:gd name="connsiteX2431" fmla="*/ 12018382 w 12192000"/>
              <a:gd name="connsiteY2431" fmla="*/ 4925597 h 6858000"/>
              <a:gd name="connsiteX2432" fmla="*/ 12018382 w 12192000"/>
              <a:gd name="connsiteY2432" fmla="*/ 5325085 h 6858000"/>
              <a:gd name="connsiteX2433" fmla="*/ 12192000 w 12192000"/>
              <a:gd name="connsiteY2433" fmla="*/ 5325085 h 6858000"/>
              <a:gd name="connsiteX2434" fmla="*/ 12192000 w 12192000"/>
              <a:gd name="connsiteY2434" fmla="*/ 5347773 h 6858000"/>
              <a:gd name="connsiteX2435" fmla="*/ 12149863 w 12192000"/>
              <a:gd name="connsiteY2435" fmla="*/ 5346895 h 6858000"/>
              <a:gd name="connsiteX2436" fmla="*/ 12104347 w 12192000"/>
              <a:gd name="connsiteY2436" fmla="*/ 5347843 h 6858000"/>
              <a:gd name="connsiteX2437" fmla="*/ 12015857 w 12192000"/>
              <a:gd name="connsiteY2437" fmla="*/ 5352899 h 6858000"/>
              <a:gd name="connsiteX2438" fmla="*/ 12015857 w 12192000"/>
              <a:gd name="connsiteY2438" fmla="*/ 5754924 h 6858000"/>
              <a:gd name="connsiteX2439" fmla="*/ 12192000 w 12192000"/>
              <a:gd name="connsiteY2439" fmla="*/ 5754924 h 6858000"/>
              <a:gd name="connsiteX2440" fmla="*/ 12192000 w 12192000"/>
              <a:gd name="connsiteY2440" fmla="*/ 5770090 h 6858000"/>
              <a:gd name="connsiteX2441" fmla="*/ 12101822 w 12192000"/>
              <a:gd name="connsiteY2441" fmla="*/ 5770090 h 6858000"/>
              <a:gd name="connsiteX2442" fmla="*/ 12013327 w 12192000"/>
              <a:gd name="connsiteY2442" fmla="*/ 5775151 h 6858000"/>
              <a:gd name="connsiteX2443" fmla="*/ 12013327 w 12192000"/>
              <a:gd name="connsiteY2443" fmla="*/ 6177170 h 6858000"/>
              <a:gd name="connsiteX2444" fmla="*/ 12190318 w 12192000"/>
              <a:gd name="connsiteY2444" fmla="*/ 6177170 h 6858000"/>
              <a:gd name="connsiteX2445" fmla="*/ 12190318 w 12192000"/>
              <a:gd name="connsiteY2445" fmla="*/ 6192342 h 6858000"/>
              <a:gd name="connsiteX2446" fmla="*/ 12013327 w 12192000"/>
              <a:gd name="connsiteY2446" fmla="*/ 6194867 h 6858000"/>
              <a:gd name="connsiteX2447" fmla="*/ 12013327 w 12192000"/>
              <a:gd name="connsiteY2447" fmla="*/ 6599416 h 6858000"/>
              <a:gd name="connsiteX2448" fmla="*/ 12190318 w 12192000"/>
              <a:gd name="connsiteY2448" fmla="*/ 6599416 h 6858000"/>
              <a:gd name="connsiteX2449" fmla="*/ 12190318 w 12192000"/>
              <a:gd name="connsiteY2449" fmla="*/ 6622174 h 6858000"/>
              <a:gd name="connsiteX2450" fmla="*/ 12013327 w 12192000"/>
              <a:gd name="connsiteY2450" fmla="*/ 6619644 h 6858000"/>
              <a:gd name="connsiteX2451" fmla="*/ 12013327 w 12192000"/>
              <a:gd name="connsiteY2451" fmla="*/ 6821289 h 6858000"/>
              <a:gd name="connsiteX2452" fmla="*/ 12013327 w 12192000"/>
              <a:gd name="connsiteY2452" fmla="*/ 6858000 h 6858000"/>
              <a:gd name="connsiteX2453" fmla="*/ 12003210 w 12192000"/>
              <a:gd name="connsiteY2453" fmla="*/ 6858000 h 6858000"/>
              <a:gd name="connsiteX2454" fmla="*/ 12003210 w 12192000"/>
              <a:gd name="connsiteY2454" fmla="*/ 6810226 h 6858000"/>
              <a:gd name="connsiteX2455" fmla="*/ 12003210 w 12192000"/>
              <a:gd name="connsiteY2455" fmla="*/ 6612058 h 6858000"/>
              <a:gd name="connsiteX2456" fmla="*/ 11601191 w 12192000"/>
              <a:gd name="connsiteY2456" fmla="*/ 6612058 h 6858000"/>
              <a:gd name="connsiteX2457" fmla="*/ 11601191 w 12192000"/>
              <a:gd name="connsiteY2457" fmla="*/ 6812438 h 6858000"/>
              <a:gd name="connsiteX2458" fmla="*/ 11601191 w 12192000"/>
              <a:gd name="connsiteY2458" fmla="*/ 6858000 h 6858000"/>
              <a:gd name="connsiteX2459" fmla="*/ 11580420 w 12192000"/>
              <a:gd name="connsiteY2459" fmla="*/ 6858000 h 6858000"/>
              <a:gd name="connsiteX2460" fmla="*/ 11580333 w 12192000"/>
              <a:gd name="connsiteY2460" fmla="*/ 6803590 h 6858000"/>
              <a:gd name="connsiteX2461" fmla="*/ 11573378 w 12192000"/>
              <a:gd name="connsiteY2461" fmla="*/ 6609533 h 6858000"/>
              <a:gd name="connsiteX2462" fmla="*/ 11178945 w 12192000"/>
              <a:gd name="connsiteY2462" fmla="*/ 6609533 h 6858000"/>
              <a:gd name="connsiteX2463" fmla="*/ 11178945 w 12192000"/>
              <a:gd name="connsiteY2463" fmla="*/ 6810227 h 6858000"/>
              <a:gd name="connsiteX2464" fmla="*/ 11178945 w 12192000"/>
              <a:gd name="connsiteY2464" fmla="*/ 6858000 h 6858000"/>
              <a:gd name="connsiteX2465" fmla="*/ 11158717 w 12192000"/>
              <a:gd name="connsiteY2465" fmla="*/ 6858000 h 6858000"/>
              <a:gd name="connsiteX2466" fmla="*/ 11158717 w 12192000"/>
              <a:gd name="connsiteY2466" fmla="*/ 6612058 h 6858000"/>
              <a:gd name="connsiteX2467" fmla="*/ 10756693 w 12192000"/>
              <a:gd name="connsiteY2467" fmla="*/ 6612058 h 6858000"/>
              <a:gd name="connsiteX2468" fmla="*/ 10756693 w 12192000"/>
              <a:gd name="connsiteY2468" fmla="*/ 6812754 h 6858000"/>
              <a:gd name="connsiteX2469" fmla="*/ 10756693 w 12192000"/>
              <a:gd name="connsiteY2469" fmla="*/ 6858000 h 6858000"/>
              <a:gd name="connsiteX2470" fmla="*/ 10733940 w 12192000"/>
              <a:gd name="connsiteY2470" fmla="*/ 6858000 h 6858000"/>
              <a:gd name="connsiteX2471" fmla="*/ 10733940 w 12192000"/>
              <a:gd name="connsiteY2471" fmla="*/ 6612058 h 6858000"/>
              <a:gd name="connsiteX2472" fmla="*/ 10331916 w 12192000"/>
              <a:gd name="connsiteY2472" fmla="*/ 6612058 h 6858000"/>
              <a:gd name="connsiteX2473" fmla="*/ 10331916 w 12192000"/>
              <a:gd name="connsiteY2473" fmla="*/ 6858000 h 6858000"/>
              <a:gd name="connsiteX2474" fmla="*/ 10313682 w 12192000"/>
              <a:gd name="connsiteY2474" fmla="*/ 6858000 h 6858000"/>
              <a:gd name="connsiteX2475" fmla="*/ 10313588 w 12192000"/>
              <a:gd name="connsiteY2475" fmla="*/ 6800115 h 6858000"/>
              <a:gd name="connsiteX2476" fmla="*/ 10306633 w 12192000"/>
              <a:gd name="connsiteY2476" fmla="*/ 6609533 h 6858000"/>
              <a:gd name="connsiteX2477" fmla="*/ 9909669 w 12192000"/>
              <a:gd name="connsiteY2477" fmla="*/ 6609533 h 6858000"/>
              <a:gd name="connsiteX2478" fmla="*/ 9909669 w 12192000"/>
              <a:gd name="connsiteY2478" fmla="*/ 6810543 h 6858000"/>
              <a:gd name="connsiteX2479" fmla="*/ 9909669 w 12192000"/>
              <a:gd name="connsiteY2479" fmla="*/ 6858000 h 6858000"/>
              <a:gd name="connsiteX2480" fmla="*/ 9889442 w 12192000"/>
              <a:gd name="connsiteY2480" fmla="*/ 6858000 h 6858000"/>
              <a:gd name="connsiteX2481" fmla="*/ 9889442 w 12192000"/>
              <a:gd name="connsiteY2481" fmla="*/ 6614588 h 6858000"/>
              <a:gd name="connsiteX2482" fmla="*/ 9487423 w 12192000"/>
              <a:gd name="connsiteY2482" fmla="*/ 6617119 h 6858000"/>
              <a:gd name="connsiteX2483" fmla="*/ 9487423 w 12192000"/>
              <a:gd name="connsiteY2483" fmla="*/ 6858000 h 6858000"/>
              <a:gd name="connsiteX2484" fmla="*/ 9467190 w 12192000"/>
              <a:gd name="connsiteY2484" fmla="*/ 6858000 h 6858000"/>
              <a:gd name="connsiteX2485" fmla="*/ 9467190 w 12192000"/>
              <a:gd name="connsiteY2485" fmla="*/ 6612058 h 6858000"/>
              <a:gd name="connsiteX2486" fmla="*/ 9065171 w 12192000"/>
              <a:gd name="connsiteY2486" fmla="*/ 6612058 h 6858000"/>
              <a:gd name="connsiteX2487" fmla="*/ 9065171 w 12192000"/>
              <a:gd name="connsiteY2487" fmla="*/ 6858000 h 6858000"/>
              <a:gd name="connsiteX2488" fmla="*/ 9044944 w 12192000"/>
              <a:gd name="connsiteY2488" fmla="*/ 6858000 h 6858000"/>
              <a:gd name="connsiteX2489" fmla="*/ 9044944 w 12192000"/>
              <a:gd name="connsiteY2489" fmla="*/ 6609533 h 6858000"/>
              <a:gd name="connsiteX2490" fmla="*/ 8642925 w 12192000"/>
              <a:gd name="connsiteY2490" fmla="*/ 6609533 h 6858000"/>
              <a:gd name="connsiteX2491" fmla="*/ 8642925 w 12192000"/>
              <a:gd name="connsiteY2491" fmla="*/ 6810227 h 6858000"/>
              <a:gd name="connsiteX2492" fmla="*/ 8642925 w 12192000"/>
              <a:gd name="connsiteY2492" fmla="*/ 6858000 h 6858000"/>
              <a:gd name="connsiteX2493" fmla="*/ 8625222 w 12192000"/>
              <a:gd name="connsiteY2493" fmla="*/ 6858000 h 6858000"/>
              <a:gd name="connsiteX2494" fmla="*/ 8625222 w 12192000"/>
              <a:gd name="connsiteY2494" fmla="*/ 6810226 h 6858000"/>
              <a:gd name="connsiteX2495" fmla="*/ 8625222 w 12192000"/>
              <a:gd name="connsiteY2495" fmla="*/ 6612058 h 6858000"/>
              <a:gd name="connsiteX2496" fmla="*/ 8223203 w 12192000"/>
              <a:gd name="connsiteY2496" fmla="*/ 6612058 h 6858000"/>
              <a:gd name="connsiteX2497" fmla="*/ 8219095 w 12192000"/>
              <a:gd name="connsiteY2497" fmla="*/ 6833614 h 6858000"/>
              <a:gd name="connsiteX2498" fmla="*/ 8219533 w 12192000"/>
              <a:gd name="connsiteY2498" fmla="*/ 6858000 h 6858000"/>
              <a:gd name="connsiteX2499" fmla="*/ 8200445 w 12192000"/>
              <a:gd name="connsiteY2499" fmla="*/ 6858000 h 6858000"/>
              <a:gd name="connsiteX2500" fmla="*/ 8200445 w 12192000"/>
              <a:gd name="connsiteY2500" fmla="*/ 6810858 h 6858000"/>
              <a:gd name="connsiteX2501" fmla="*/ 8200445 w 12192000"/>
              <a:gd name="connsiteY2501" fmla="*/ 6612058 h 6858000"/>
              <a:gd name="connsiteX2502" fmla="*/ 7800957 w 12192000"/>
              <a:gd name="connsiteY2502" fmla="*/ 6612058 h 6858000"/>
              <a:gd name="connsiteX2503" fmla="*/ 7796530 w 12192000"/>
              <a:gd name="connsiteY2503" fmla="*/ 6818444 h 6858000"/>
              <a:gd name="connsiteX2504" fmla="*/ 7797017 w 12192000"/>
              <a:gd name="connsiteY2504" fmla="*/ 6858000 h 6858000"/>
              <a:gd name="connsiteX2505" fmla="*/ 7775668 w 12192000"/>
              <a:gd name="connsiteY2505" fmla="*/ 6858000 h 6858000"/>
              <a:gd name="connsiteX2506" fmla="*/ 7775668 w 12192000"/>
              <a:gd name="connsiteY2506" fmla="*/ 6612058 h 6858000"/>
              <a:gd name="connsiteX2507" fmla="*/ 7373650 w 12192000"/>
              <a:gd name="connsiteY2507" fmla="*/ 6612058 h 6858000"/>
              <a:gd name="connsiteX2508" fmla="*/ 7373650 w 12192000"/>
              <a:gd name="connsiteY2508" fmla="*/ 6858000 h 6858000"/>
              <a:gd name="connsiteX2509" fmla="*/ 7353422 w 12192000"/>
              <a:gd name="connsiteY2509" fmla="*/ 6858000 h 6858000"/>
              <a:gd name="connsiteX2510" fmla="*/ 7353422 w 12192000"/>
              <a:gd name="connsiteY2510" fmla="*/ 6614588 h 6858000"/>
              <a:gd name="connsiteX2511" fmla="*/ 6951403 w 12192000"/>
              <a:gd name="connsiteY2511" fmla="*/ 6614588 h 6858000"/>
              <a:gd name="connsiteX2512" fmla="*/ 6951403 w 12192000"/>
              <a:gd name="connsiteY2512" fmla="*/ 6858000 h 6858000"/>
              <a:gd name="connsiteX2513" fmla="*/ 6931176 w 12192000"/>
              <a:gd name="connsiteY2513" fmla="*/ 6858000 h 6858000"/>
              <a:gd name="connsiteX2514" fmla="*/ 6931176 w 12192000"/>
              <a:gd name="connsiteY2514" fmla="*/ 6614588 h 6858000"/>
              <a:gd name="connsiteX2515" fmla="*/ 6529151 w 12192000"/>
              <a:gd name="connsiteY2515" fmla="*/ 6617119 h 6858000"/>
              <a:gd name="connsiteX2516" fmla="*/ 6529151 w 12192000"/>
              <a:gd name="connsiteY2516" fmla="*/ 6811491 h 6858000"/>
              <a:gd name="connsiteX2517" fmla="*/ 6529151 w 12192000"/>
              <a:gd name="connsiteY2517" fmla="*/ 6858000 h 6858000"/>
              <a:gd name="connsiteX2518" fmla="*/ 6508924 w 12192000"/>
              <a:gd name="connsiteY2518" fmla="*/ 6858000 h 6858000"/>
              <a:gd name="connsiteX2519" fmla="*/ 6508924 w 12192000"/>
              <a:gd name="connsiteY2519" fmla="*/ 6612058 h 6858000"/>
              <a:gd name="connsiteX2520" fmla="*/ 6106905 w 12192000"/>
              <a:gd name="connsiteY2520" fmla="*/ 6612058 h 6858000"/>
              <a:gd name="connsiteX2521" fmla="*/ 6102481 w 12192000"/>
              <a:gd name="connsiteY2521" fmla="*/ 6821288 h 6858000"/>
              <a:gd name="connsiteX2522" fmla="*/ 6102940 w 12192000"/>
              <a:gd name="connsiteY2522" fmla="*/ 6858000 h 6858000"/>
              <a:gd name="connsiteX2523" fmla="*/ 6084147 w 12192000"/>
              <a:gd name="connsiteY2523" fmla="*/ 6858000 h 6858000"/>
              <a:gd name="connsiteX2524" fmla="*/ 6084147 w 12192000"/>
              <a:gd name="connsiteY2524" fmla="*/ 6811175 h 6858000"/>
              <a:gd name="connsiteX2525" fmla="*/ 6084147 w 12192000"/>
              <a:gd name="connsiteY2525" fmla="*/ 6614588 h 6858000"/>
              <a:gd name="connsiteX2526" fmla="*/ 5682128 w 12192000"/>
              <a:gd name="connsiteY2526" fmla="*/ 6617119 h 6858000"/>
              <a:gd name="connsiteX2527" fmla="*/ 5682128 w 12192000"/>
              <a:gd name="connsiteY2527" fmla="*/ 6858000 h 6858000"/>
              <a:gd name="connsiteX2528" fmla="*/ 5661901 w 12192000"/>
              <a:gd name="connsiteY2528" fmla="*/ 6858000 h 6858000"/>
              <a:gd name="connsiteX2529" fmla="*/ 5661901 w 12192000"/>
              <a:gd name="connsiteY2529" fmla="*/ 6614588 h 6858000"/>
              <a:gd name="connsiteX2530" fmla="*/ 5259876 w 12192000"/>
              <a:gd name="connsiteY2530" fmla="*/ 6617119 h 6858000"/>
              <a:gd name="connsiteX2531" fmla="*/ 5259876 w 12192000"/>
              <a:gd name="connsiteY2531" fmla="*/ 6858000 h 6858000"/>
              <a:gd name="connsiteX2532" fmla="*/ 5239648 w 12192000"/>
              <a:gd name="connsiteY2532" fmla="*/ 6858000 h 6858000"/>
              <a:gd name="connsiteX2533" fmla="*/ 5239648 w 12192000"/>
              <a:gd name="connsiteY2533" fmla="*/ 6609533 h 6858000"/>
              <a:gd name="connsiteX2534" fmla="*/ 4837630 w 12192000"/>
              <a:gd name="connsiteY2534" fmla="*/ 6609533 h 6858000"/>
              <a:gd name="connsiteX2535" fmla="*/ 4837630 w 12192000"/>
              <a:gd name="connsiteY2535" fmla="*/ 6858000 h 6858000"/>
              <a:gd name="connsiteX2536" fmla="*/ 4814877 w 12192000"/>
              <a:gd name="connsiteY2536" fmla="*/ 6858000 h 6858000"/>
              <a:gd name="connsiteX2537" fmla="*/ 4814877 w 12192000"/>
              <a:gd name="connsiteY2537" fmla="*/ 6614588 h 6858000"/>
              <a:gd name="connsiteX2538" fmla="*/ 4415383 w 12192000"/>
              <a:gd name="connsiteY2538" fmla="*/ 6617119 h 6858000"/>
              <a:gd name="connsiteX2539" fmla="*/ 4415383 w 12192000"/>
              <a:gd name="connsiteY2539" fmla="*/ 6858000 h 6858000"/>
              <a:gd name="connsiteX2540" fmla="*/ 4395156 w 12192000"/>
              <a:gd name="connsiteY2540" fmla="*/ 6858000 h 6858000"/>
              <a:gd name="connsiteX2541" fmla="*/ 4395156 w 12192000"/>
              <a:gd name="connsiteY2541" fmla="*/ 6612058 h 6858000"/>
              <a:gd name="connsiteX2542" fmla="*/ 3993131 w 12192000"/>
              <a:gd name="connsiteY2542" fmla="*/ 6612058 h 6858000"/>
              <a:gd name="connsiteX2543" fmla="*/ 3993131 w 12192000"/>
              <a:gd name="connsiteY2543" fmla="*/ 6858000 h 6858000"/>
              <a:gd name="connsiteX2544" fmla="*/ 3970379 w 12192000"/>
              <a:gd name="connsiteY2544" fmla="*/ 6858000 h 6858000"/>
              <a:gd name="connsiteX2545" fmla="*/ 3970379 w 12192000"/>
              <a:gd name="connsiteY2545" fmla="*/ 6612058 h 6858000"/>
              <a:gd name="connsiteX2546" fmla="*/ 3570885 w 12192000"/>
              <a:gd name="connsiteY2546" fmla="*/ 6614588 h 6858000"/>
              <a:gd name="connsiteX2547" fmla="*/ 3570885 w 12192000"/>
              <a:gd name="connsiteY2547" fmla="*/ 6810859 h 6858000"/>
              <a:gd name="connsiteX2548" fmla="*/ 3570885 w 12192000"/>
              <a:gd name="connsiteY2548" fmla="*/ 6858000 h 6858000"/>
              <a:gd name="connsiteX2549" fmla="*/ 3550657 w 12192000"/>
              <a:gd name="connsiteY2549" fmla="*/ 6858000 h 6858000"/>
              <a:gd name="connsiteX2550" fmla="*/ 3550657 w 12192000"/>
              <a:gd name="connsiteY2550" fmla="*/ 6612058 h 6858000"/>
              <a:gd name="connsiteX2551" fmla="*/ 3148639 w 12192000"/>
              <a:gd name="connsiteY2551" fmla="*/ 6612058 h 6858000"/>
              <a:gd name="connsiteX2552" fmla="*/ 3148639 w 12192000"/>
              <a:gd name="connsiteY2552" fmla="*/ 6858000 h 6858000"/>
              <a:gd name="connsiteX2553" fmla="*/ 3125881 w 12192000"/>
              <a:gd name="connsiteY2553" fmla="*/ 6858000 h 6858000"/>
              <a:gd name="connsiteX2554" fmla="*/ 3125881 w 12192000"/>
              <a:gd name="connsiteY2554" fmla="*/ 6609533 h 6858000"/>
              <a:gd name="connsiteX2555" fmla="*/ 2723862 w 12192000"/>
              <a:gd name="connsiteY2555" fmla="*/ 6609533 h 6858000"/>
              <a:gd name="connsiteX2556" fmla="*/ 2723862 w 12192000"/>
              <a:gd name="connsiteY2556" fmla="*/ 6858000 h 6858000"/>
              <a:gd name="connsiteX2557" fmla="*/ 2705617 w 12192000"/>
              <a:gd name="connsiteY2557" fmla="*/ 6858000 h 6858000"/>
              <a:gd name="connsiteX2558" fmla="*/ 2705528 w 12192000"/>
              <a:gd name="connsiteY2558" fmla="*/ 6802642 h 6858000"/>
              <a:gd name="connsiteX2559" fmla="*/ 2698573 w 12192000"/>
              <a:gd name="connsiteY2559" fmla="*/ 6609533 h 6858000"/>
              <a:gd name="connsiteX2560" fmla="*/ 2301610 w 12192000"/>
              <a:gd name="connsiteY2560" fmla="*/ 6609533 h 6858000"/>
              <a:gd name="connsiteX2561" fmla="*/ 2301610 w 12192000"/>
              <a:gd name="connsiteY2561" fmla="*/ 6810227 h 6858000"/>
              <a:gd name="connsiteX2562" fmla="*/ 2301610 w 12192000"/>
              <a:gd name="connsiteY2562" fmla="*/ 6858000 h 6858000"/>
              <a:gd name="connsiteX2563" fmla="*/ 2278857 w 12192000"/>
              <a:gd name="connsiteY2563" fmla="*/ 6858000 h 6858000"/>
              <a:gd name="connsiteX2564" fmla="*/ 2278857 w 12192000"/>
              <a:gd name="connsiteY2564" fmla="*/ 6612058 h 6858000"/>
              <a:gd name="connsiteX2565" fmla="*/ 1879363 w 12192000"/>
              <a:gd name="connsiteY2565" fmla="*/ 6614588 h 6858000"/>
              <a:gd name="connsiteX2566" fmla="*/ 1879363 w 12192000"/>
              <a:gd name="connsiteY2566" fmla="*/ 6858000 h 6858000"/>
              <a:gd name="connsiteX2567" fmla="*/ 1859136 w 12192000"/>
              <a:gd name="connsiteY2567" fmla="*/ 6858000 h 6858000"/>
              <a:gd name="connsiteX2568" fmla="*/ 1859136 w 12192000"/>
              <a:gd name="connsiteY2568" fmla="*/ 6609533 h 6858000"/>
              <a:gd name="connsiteX2569" fmla="*/ 1459642 w 12192000"/>
              <a:gd name="connsiteY2569" fmla="*/ 6609533 h 6858000"/>
              <a:gd name="connsiteX2570" fmla="*/ 1459642 w 12192000"/>
              <a:gd name="connsiteY2570" fmla="*/ 6858000 h 6858000"/>
              <a:gd name="connsiteX2571" fmla="*/ 1436884 w 12192000"/>
              <a:gd name="connsiteY2571" fmla="*/ 6858000 h 6858000"/>
              <a:gd name="connsiteX2572" fmla="*/ 1436884 w 12192000"/>
              <a:gd name="connsiteY2572" fmla="*/ 6810858 h 6858000"/>
              <a:gd name="connsiteX2573" fmla="*/ 1436884 w 12192000"/>
              <a:gd name="connsiteY2573" fmla="*/ 6612058 h 6858000"/>
              <a:gd name="connsiteX2574" fmla="*/ 1039920 w 12192000"/>
              <a:gd name="connsiteY2574" fmla="*/ 6612058 h 6858000"/>
              <a:gd name="connsiteX2575" fmla="*/ 1035496 w 12192000"/>
              <a:gd name="connsiteY2575" fmla="*/ 6817494 h 6858000"/>
              <a:gd name="connsiteX2576" fmla="*/ 1035994 w 12192000"/>
              <a:gd name="connsiteY2576" fmla="*/ 6858000 h 6858000"/>
              <a:gd name="connsiteX2577" fmla="*/ 1014637 w 12192000"/>
              <a:gd name="connsiteY2577" fmla="*/ 6858000 h 6858000"/>
              <a:gd name="connsiteX2578" fmla="*/ 1014637 w 12192000"/>
              <a:gd name="connsiteY2578" fmla="*/ 6810225 h 6858000"/>
              <a:gd name="connsiteX2579" fmla="*/ 1014637 w 12192000"/>
              <a:gd name="connsiteY2579" fmla="*/ 6614588 h 6858000"/>
              <a:gd name="connsiteX2580" fmla="*/ 612619 w 12192000"/>
              <a:gd name="connsiteY2580" fmla="*/ 6617119 h 6858000"/>
              <a:gd name="connsiteX2581" fmla="*/ 612619 w 12192000"/>
              <a:gd name="connsiteY2581" fmla="*/ 6858000 h 6858000"/>
              <a:gd name="connsiteX2582" fmla="*/ 592391 w 12192000"/>
              <a:gd name="connsiteY2582" fmla="*/ 6858000 h 6858000"/>
              <a:gd name="connsiteX2583" fmla="*/ 592391 w 12192000"/>
              <a:gd name="connsiteY2583" fmla="*/ 6612058 h 6858000"/>
              <a:gd name="connsiteX2584" fmla="*/ 190366 w 12192000"/>
              <a:gd name="connsiteY2584" fmla="*/ 6612058 h 6858000"/>
              <a:gd name="connsiteX2585" fmla="*/ 190366 w 12192000"/>
              <a:gd name="connsiteY2585" fmla="*/ 6858000 h 6858000"/>
              <a:gd name="connsiteX2586" fmla="*/ 170139 w 12192000"/>
              <a:gd name="connsiteY2586" fmla="*/ 6858000 h 6858000"/>
              <a:gd name="connsiteX2587" fmla="*/ 170139 w 12192000"/>
              <a:gd name="connsiteY2587" fmla="*/ 6810226 h 6858000"/>
              <a:gd name="connsiteX2588" fmla="*/ 170139 w 12192000"/>
              <a:gd name="connsiteY2588" fmla="*/ 6612058 h 6858000"/>
              <a:gd name="connsiteX2589" fmla="*/ 0 w 12192000"/>
              <a:gd name="connsiteY2589" fmla="*/ 6612058 h 6858000"/>
              <a:gd name="connsiteX2590" fmla="*/ 0 w 12192000"/>
              <a:gd name="connsiteY2590" fmla="*/ 6590374 h 6858000"/>
              <a:gd name="connsiteX2591" fmla="*/ 170139 w 12192000"/>
              <a:gd name="connsiteY2591" fmla="*/ 6589305 h 6858000"/>
              <a:gd name="connsiteX2592" fmla="*/ 170139 w 12192000"/>
              <a:gd name="connsiteY2592" fmla="*/ 6189811 h 6858000"/>
              <a:gd name="connsiteX2593" fmla="*/ 31384 w 12192000"/>
              <a:gd name="connsiteY2593" fmla="*/ 6184611 h 6858000"/>
              <a:gd name="connsiteX2594" fmla="*/ 0 w 12192000"/>
              <a:gd name="connsiteY2594" fmla="*/ 6184531 h 6858000"/>
              <a:gd name="connsiteX2595" fmla="*/ 0 w 12192000"/>
              <a:gd name="connsiteY2595" fmla="*/ 6164528 h 6858000"/>
              <a:gd name="connsiteX2596" fmla="*/ 170139 w 12192000"/>
              <a:gd name="connsiteY2596" fmla="*/ 6164528 h 6858000"/>
              <a:gd name="connsiteX2597" fmla="*/ 170139 w 12192000"/>
              <a:gd name="connsiteY2597" fmla="*/ 5767565 h 6858000"/>
              <a:gd name="connsiteX2598" fmla="*/ 31384 w 12192000"/>
              <a:gd name="connsiteY2598" fmla="*/ 5762365 h 6858000"/>
              <a:gd name="connsiteX2599" fmla="*/ 0 w 12192000"/>
              <a:gd name="connsiteY2599" fmla="*/ 5762285 h 6858000"/>
              <a:gd name="connsiteX2600" fmla="*/ 0 w 12192000"/>
              <a:gd name="connsiteY2600" fmla="*/ 5743900 h 6858000"/>
              <a:gd name="connsiteX2601" fmla="*/ 44050 w 12192000"/>
              <a:gd name="connsiteY2601" fmla="*/ 5743356 h 6858000"/>
              <a:gd name="connsiteX2602" fmla="*/ 170139 w 12192000"/>
              <a:gd name="connsiteY2602" fmla="*/ 5737221 h 6858000"/>
              <a:gd name="connsiteX2603" fmla="*/ 170139 w 12192000"/>
              <a:gd name="connsiteY2603" fmla="*/ 5342788 h 6858000"/>
              <a:gd name="connsiteX2604" fmla="*/ 31384 w 12192000"/>
              <a:gd name="connsiteY2604" fmla="*/ 5338255 h 6858000"/>
              <a:gd name="connsiteX2605" fmla="*/ 0 w 12192000"/>
              <a:gd name="connsiteY2605" fmla="*/ 5338305 h 6858000"/>
              <a:gd name="connsiteX2606" fmla="*/ 0 w 12192000"/>
              <a:gd name="connsiteY2606" fmla="*/ 5320519 h 6858000"/>
              <a:gd name="connsiteX2607" fmla="*/ 39656 w 12192000"/>
              <a:gd name="connsiteY2607" fmla="*/ 5320309 h 6858000"/>
              <a:gd name="connsiteX2608" fmla="*/ 167614 w 12192000"/>
              <a:gd name="connsiteY2608" fmla="*/ 5314975 h 6858000"/>
              <a:gd name="connsiteX2609" fmla="*/ 165083 w 12192000"/>
              <a:gd name="connsiteY2609" fmla="*/ 4918011 h 6858000"/>
              <a:gd name="connsiteX2610" fmla="*/ 0 w 12192000"/>
              <a:gd name="connsiteY2610" fmla="*/ 4918011 h 6858000"/>
              <a:gd name="connsiteX2611" fmla="*/ 0 w 12192000"/>
              <a:gd name="connsiteY2611" fmla="*/ 4899391 h 6858000"/>
              <a:gd name="connsiteX2612" fmla="*/ 43384 w 12192000"/>
              <a:gd name="connsiteY2612" fmla="*/ 4898857 h 6858000"/>
              <a:gd name="connsiteX2613" fmla="*/ 170139 w 12192000"/>
              <a:gd name="connsiteY2613" fmla="*/ 4892722 h 6858000"/>
              <a:gd name="connsiteX2614" fmla="*/ 165083 w 12192000"/>
              <a:gd name="connsiteY2614" fmla="*/ 4495759 h 6858000"/>
              <a:gd name="connsiteX2615" fmla="*/ 0 w 12192000"/>
              <a:gd name="connsiteY2615" fmla="*/ 4495759 h 6858000"/>
              <a:gd name="connsiteX2616" fmla="*/ 0 w 12192000"/>
              <a:gd name="connsiteY2616" fmla="*/ 4475531 h 6858000"/>
              <a:gd name="connsiteX2617" fmla="*/ 170139 w 12192000"/>
              <a:gd name="connsiteY2617" fmla="*/ 4475531 h 6858000"/>
              <a:gd name="connsiteX2618" fmla="*/ 170139 w 12192000"/>
              <a:gd name="connsiteY2618" fmla="*/ 4073513 h 6858000"/>
              <a:gd name="connsiteX2619" fmla="*/ 23604 w 12192000"/>
              <a:gd name="connsiteY2619" fmla="*/ 4068980 h 6858000"/>
              <a:gd name="connsiteX2620" fmla="*/ 0 w 12192000"/>
              <a:gd name="connsiteY2620" fmla="*/ 4069018 h 6858000"/>
              <a:gd name="connsiteX2621" fmla="*/ 0 w 12192000"/>
              <a:gd name="connsiteY2621" fmla="*/ 4053285 h 6858000"/>
              <a:gd name="connsiteX2622" fmla="*/ 167614 w 12192000"/>
              <a:gd name="connsiteY2622" fmla="*/ 4053285 h 6858000"/>
              <a:gd name="connsiteX2623" fmla="*/ 167614 w 12192000"/>
              <a:gd name="connsiteY2623" fmla="*/ 3651266 h 6858000"/>
              <a:gd name="connsiteX2624" fmla="*/ 0 w 12192000"/>
              <a:gd name="connsiteY2624" fmla="*/ 3651266 h 6858000"/>
              <a:gd name="connsiteX2625" fmla="*/ 0 w 12192000"/>
              <a:gd name="connsiteY2625" fmla="*/ 3633635 h 6858000"/>
              <a:gd name="connsiteX2626" fmla="*/ 42051 w 12192000"/>
              <a:gd name="connsiteY2626" fmla="*/ 3633224 h 6858000"/>
              <a:gd name="connsiteX2627" fmla="*/ 170139 w 12192000"/>
              <a:gd name="connsiteY2627" fmla="*/ 3625978 h 6858000"/>
              <a:gd name="connsiteX2628" fmla="*/ 167614 w 12192000"/>
              <a:gd name="connsiteY2628" fmla="*/ 3229014 h 6858000"/>
              <a:gd name="connsiteX2629" fmla="*/ 0 w 12192000"/>
              <a:gd name="connsiteY2629" fmla="*/ 3229014 h 6858000"/>
              <a:gd name="connsiteX2630" fmla="*/ 0 w 12192000"/>
              <a:gd name="connsiteY2630" fmla="*/ 3206262 h 6858000"/>
              <a:gd name="connsiteX2631" fmla="*/ 167614 w 12192000"/>
              <a:gd name="connsiteY2631" fmla="*/ 3206262 h 6858000"/>
              <a:gd name="connsiteX2632" fmla="*/ 165083 w 12192000"/>
              <a:gd name="connsiteY2632" fmla="*/ 2804237 h 6858000"/>
              <a:gd name="connsiteX2633" fmla="*/ 0 w 12192000"/>
              <a:gd name="connsiteY2633" fmla="*/ 2804237 h 6858000"/>
              <a:gd name="connsiteX2634" fmla="*/ 0 w 12192000"/>
              <a:gd name="connsiteY2634" fmla="*/ 2784010 h 6858000"/>
              <a:gd name="connsiteX2635" fmla="*/ 170139 w 12192000"/>
              <a:gd name="connsiteY2635" fmla="*/ 2784010 h 6858000"/>
              <a:gd name="connsiteX2636" fmla="*/ 170139 w 12192000"/>
              <a:gd name="connsiteY2636" fmla="*/ 2384516 h 6858000"/>
              <a:gd name="connsiteX2637" fmla="*/ 0 w 12192000"/>
              <a:gd name="connsiteY2637" fmla="*/ 2384516 h 6858000"/>
              <a:gd name="connsiteX2638" fmla="*/ 0 w 12192000"/>
              <a:gd name="connsiteY2638" fmla="*/ 2359233 h 6858000"/>
              <a:gd name="connsiteX2639" fmla="*/ 170139 w 12192000"/>
              <a:gd name="connsiteY2639" fmla="*/ 2359233 h 6858000"/>
              <a:gd name="connsiteX2640" fmla="*/ 170139 w 12192000"/>
              <a:gd name="connsiteY2640" fmla="*/ 1959739 h 6858000"/>
              <a:gd name="connsiteX2641" fmla="*/ 0 w 12192000"/>
              <a:gd name="connsiteY2641" fmla="*/ 1959739 h 6858000"/>
              <a:gd name="connsiteX2642" fmla="*/ 0 w 12192000"/>
              <a:gd name="connsiteY2642" fmla="*/ 1943723 h 6858000"/>
              <a:gd name="connsiteX2643" fmla="*/ 47650 w 12192000"/>
              <a:gd name="connsiteY2643" fmla="*/ 1943119 h 6858000"/>
              <a:gd name="connsiteX2644" fmla="*/ 170139 w 12192000"/>
              <a:gd name="connsiteY2644" fmla="*/ 1936987 h 6858000"/>
              <a:gd name="connsiteX2645" fmla="*/ 170139 w 12192000"/>
              <a:gd name="connsiteY2645" fmla="*/ 1540023 h 6858000"/>
              <a:gd name="connsiteX2646" fmla="*/ 0 w 12192000"/>
              <a:gd name="connsiteY2646" fmla="*/ 1538945 h 6858000"/>
              <a:gd name="connsiteX2647" fmla="*/ 0 w 12192000"/>
              <a:gd name="connsiteY2647" fmla="*/ 1516999 h 6858000"/>
              <a:gd name="connsiteX2648" fmla="*/ 170139 w 12192000"/>
              <a:gd name="connsiteY2648" fmla="*/ 1517265 h 6858000"/>
              <a:gd name="connsiteX2649" fmla="*/ 170139 w 12192000"/>
              <a:gd name="connsiteY2649" fmla="*/ 1117771 h 6858000"/>
              <a:gd name="connsiteX2650" fmla="*/ 32493 w 12192000"/>
              <a:gd name="connsiteY2650" fmla="*/ 1112437 h 6858000"/>
              <a:gd name="connsiteX2651" fmla="*/ 0 w 12192000"/>
              <a:gd name="connsiteY2651" fmla="*/ 1112268 h 6858000"/>
              <a:gd name="connsiteX2652" fmla="*/ 0 w 12192000"/>
              <a:gd name="connsiteY2652" fmla="*/ 1094751 h 6858000"/>
              <a:gd name="connsiteX2653" fmla="*/ 167614 w 12192000"/>
              <a:gd name="connsiteY2653" fmla="*/ 1095019 h 6858000"/>
              <a:gd name="connsiteX2654" fmla="*/ 165083 w 12192000"/>
              <a:gd name="connsiteY2654" fmla="*/ 692994 h 6858000"/>
              <a:gd name="connsiteX2655" fmla="*/ 20148 w 12192000"/>
              <a:gd name="connsiteY2655" fmla="*/ 688461 h 6858000"/>
              <a:gd name="connsiteX2656" fmla="*/ 0 w 12192000"/>
              <a:gd name="connsiteY2656" fmla="*/ 688494 h 6858000"/>
              <a:gd name="connsiteX2657" fmla="*/ 0 w 12192000"/>
              <a:gd name="connsiteY2657" fmla="*/ 676248 h 6858000"/>
              <a:gd name="connsiteX2658" fmla="*/ 44494 w 12192000"/>
              <a:gd name="connsiteY2658" fmla="*/ 675624 h 6858000"/>
              <a:gd name="connsiteX2659" fmla="*/ 170139 w 12192000"/>
              <a:gd name="connsiteY2659" fmla="*/ 667711 h 6858000"/>
              <a:gd name="connsiteX2660" fmla="*/ 170139 w 12192000"/>
              <a:gd name="connsiteY2660" fmla="*/ 270748 h 6858000"/>
              <a:gd name="connsiteX2661" fmla="*/ 0 w 12192000"/>
              <a:gd name="connsiteY2661" fmla="*/ 270748 h 6858000"/>
              <a:gd name="connsiteX2662" fmla="*/ 0 w 12192000"/>
              <a:gd name="connsiteY2662" fmla="*/ 247990 h 6858000"/>
              <a:gd name="connsiteX2663" fmla="*/ 170139 w 12192000"/>
              <a:gd name="connsiteY2663" fmla="*/ 2479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Lst>
            <a:rect l="l" t="t" r="r" b="b"/>
            <a:pathLst>
              <a:path w="12192000" h="6858000">
                <a:moveTo>
                  <a:pt x="6104374" y="6187281"/>
                </a:moveTo>
                <a:cubicBezTo>
                  <a:pt x="6104374" y="6321287"/>
                  <a:pt x="6104374" y="6452768"/>
                  <a:pt x="6104374" y="6586775"/>
                </a:cubicBezTo>
                <a:cubicBezTo>
                  <a:pt x="6170112" y="6594361"/>
                  <a:pt x="6483641" y="6591830"/>
                  <a:pt x="6508924" y="6584250"/>
                </a:cubicBezTo>
                <a:cubicBezTo>
                  <a:pt x="6508924" y="6452768"/>
                  <a:pt x="6508924" y="6318762"/>
                  <a:pt x="6508924" y="6187281"/>
                </a:cubicBezTo>
                <a:cubicBezTo>
                  <a:pt x="6372387" y="6187281"/>
                  <a:pt x="6240911" y="6187281"/>
                  <a:pt x="6104374" y="6187281"/>
                </a:cubicBezTo>
                <a:close/>
                <a:moveTo>
                  <a:pt x="5259876" y="6187281"/>
                </a:moveTo>
                <a:cubicBezTo>
                  <a:pt x="5259876" y="6318762"/>
                  <a:pt x="5259876" y="6452768"/>
                  <a:pt x="5259876" y="6589305"/>
                </a:cubicBezTo>
                <a:cubicBezTo>
                  <a:pt x="5396413" y="6589305"/>
                  <a:pt x="5527894" y="6589305"/>
                  <a:pt x="5661901" y="6589305"/>
                </a:cubicBezTo>
                <a:cubicBezTo>
                  <a:pt x="5661901" y="6452768"/>
                  <a:pt x="5661901" y="6321287"/>
                  <a:pt x="5661901" y="6187281"/>
                </a:cubicBezTo>
                <a:cubicBezTo>
                  <a:pt x="5527894" y="6187281"/>
                  <a:pt x="5393883" y="6187281"/>
                  <a:pt x="5259876" y="6187281"/>
                </a:cubicBezTo>
                <a:close/>
                <a:moveTo>
                  <a:pt x="4837630" y="6187281"/>
                </a:moveTo>
                <a:cubicBezTo>
                  <a:pt x="4837630" y="6323818"/>
                  <a:pt x="4837630" y="6455299"/>
                  <a:pt x="4837630" y="6589305"/>
                </a:cubicBezTo>
                <a:cubicBezTo>
                  <a:pt x="4971636" y="6589305"/>
                  <a:pt x="5105642" y="6589305"/>
                  <a:pt x="5239648" y="6589305"/>
                </a:cubicBezTo>
                <a:cubicBezTo>
                  <a:pt x="5239648" y="6452768"/>
                  <a:pt x="5239648" y="6321287"/>
                  <a:pt x="5239648" y="6187281"/>
                </a:cubicBezTo>
                <a:cubicBezTo>
                  <a:pt x="5105642" y="6187281"/>
                  <a:pt x="4971636" y="6187281"/>
                  <a:pt x="4837630" y="6187281"/>
                </a:cubicBezTo>
                <a:close/>
                <a:moveTo>
                  <a:pt x="2723862" y="6187281"/>
                </a:moveTo>
                <a:cubicBezTo>
                  <a:pt x="2723862" y="6318762"/>
                  <a:pt x="2723862" y="6452768"/>
                  <a:pt x="2723862" y="6589305"/>
                </a:cubicBezTo>
                <a:cubicBezTo>
                  <a:pt x="2860393" y="6589305"/>
                  <a:pt x="2991874" y="6589305"/>
                  <a:pt x="3125881" y="6589305"/>
                </a:cubicBezTo>
                <a:cubicBezTo>
                  <a:pt x="3125881" y="6452768"/>
                  <a:pt x="3125881" y="6321287"/>
                  <a:pt x="3125881" y="6187281"/>
                </a:cubicBezTo>
                <a:cubicBezTo>
                  <a:pt x="2991874" y="6187281"/>
                  <a:pt x="2857868" y="6187281"/>
                  <a:pt x="2723862" y="6187281"/>
                </a:cubicBezTo>
                <a:close/>
                <a:moveTo>
                  <a:pt x="1881894" y="6187281"/>
                </a:moveTo>
                <a:cubicBezTo>
                  <a:pt x="1881894" y="6321287"/>
                  <a:pt x="1881894" y="6455299"/>
                  <a:pt x="1881894" y="6589305"/>
                </a:cubicBezTo>
                <a:cubicBezTo>
                  <a:pt x="2013369" y="6589305"/>
                  <a:pt x="2147376" y="6589305"/>
                  <a:pt x="2281382" y="6589305"/>
                </a:cubicBezTo>
                <a:cubicBezTo>
                  <a:pt x="2281382" y="6452768"/>
                  <a:pt x="2281382" y="6321287"/>
                  <a:pt x="2281382" y="6187281"/>
                </a:cubicBezTo>
                <a:cubicBezTo>
                  <a:pt x="2147376" y="6187281"/>
                  <a:pt x="2015900" y="6187281"/>
                  <a:pt x="1881894" y="6187281"/>
                </a:cubicBezTo>
                <a:close/>
                <a:moveTo>
                  <a:pt x="1039920" y="6187281"/>
                </a:moveTo>
                <a:cubicBezTo>
                  <a:pt x="1032334" y="6232797"/>
                  <a:pt x="1034865" y="6561492"/>
                  <a:pt x="1042451" y="6589305"/>
                </a:cubicBezTo>
                <a:cubicBezTo>
                  <a:pt x="1171402" y="6589305"/>
                  <a:pt x="1302877" y="6589305"/>
                  <a:pt x="1436884" y="6589305"/>
                </a:cubicBezTo>
                <a:cubicBezTo>
                  <a:pt x="1436884" y="6452768"/>
                  <a:pt x="1436884" y="6321287"/>
                  <a:pt x="1436884" y="6187281"/>
                </a:cubicBezTo>
                <a:cubicBezTo>
                  <a:pt x="1302877" y="6187281"/>
                  <a:pt x="1171402" y="6187281"/>
                  <a:pt x="1039920" y="6187281"/>
                </a:cubicBezTo>
                <a:close/>
                <a:moveTo>
                  <a:pt x="11601191" y="6184756"/>
                </a:moveTo>
                <a:cubicBezTo>
                  <a:pt x="11593605" y="6235322"/>
                  <a:pt x="11596136" y="6561492"/>
                  <a:pt x="11603716" y="6589305"/>
                </a:cubicBezTo>
                <a:cubicBezTo>
                  <a:pt x="11735197" y="6589305"/>
                  <a:pt x="11869204" y="6589305"/>
                  <a:pt x="12000685" y="6589305"/>
                </a:cubicBezTo>
                <a:cubicBezTo>
                  <a:pt x="12008265" y="6538734"/>
                  <a:pt x="12005741" y="6212569"/>
                  <a:pt x="11998154" y="6184756"/>
                </a:cubicBezTo>
                <a:cubicBezTo>
                  <a:pt x="11866679" y="6184756"/>
                  <a:pt x="11735197" y="6184756"/>
                  <a:pt x="11601191" y="6184756"/>
                </a:cubicBezTo>
                <a:close/>
                <a:moveTo>
                  <a:pt x="10756693" y="6184756"/>
                </a:moveTo>
                <a:cubicBezTo>
                  <a:pt x="10756693" y="6321287"/>
                  <a:pt x="10756693" y="6452768"/>
                  <a:pt x="10756693" y="6589305"/>
                </a:cubicBezTo>
                <a:cubicBezTo>
                  <a:pt x="10890699" y="6589305"/>
                  <a:pt x="11022180" y="6589305"/>
                  <a:pt x="11156187" y="6589305"/>
                </a:cubicBezTo>
                <a:cubicBezTo>
                  <a:pt x="11156187" y="6452768"/>
                  <a:pt x="11156187" y="6321287"/>
                  <a:pt x="11156187" y="6184756"/>
                </a:cubicBezTo>
                <a:cubicBezTo>
                  <a:pt x="11022180" y="6184756"/>
                  <a:pt x="10893230" y="6184756"/>
                  <a:pt x="10756693" y="6184756"/>
                </a:cubicBezTo>
                <a:close/>
                <a:moveTo>
                  <a:pt x="10329391" y="6184756"/>
                </a:moveTo>
                <a:cubicBezTo>
                  <a:pt x="10331916" y="6318762"/>
                  <a:pt x="10331916" y="6452768"/>
                  <a:pt x="10331916" y="6586775"/>
                </a:cubicBezTo>
                <a:cubicBezTo>
                  <a:pt x="10395129" y="6594361"/>
                  <a:pt x="10706127" y="6591830"/>
                  <a:pt x="10731410" y="6584250"/>
                </a:cubicBezTo>
                <a:cubicBezTo>
                  <a:pt x="10738996" y="6521037"/>
                  <a:pt x="10736465" y="6210039"/>
                  <a:pt x="10726354" y="6184756"/>
                </a:cubicBezTo>
                <a:cubicBezTo>
                  <a:pt x="10594873" y="6184756"/>
                  <a:pt x="10463397" y="6184756"/>
                  <a:pt x="10329391" y="6184756"/>
                </a:cubicBezTo>
                <a:close/>
                <a:moveTo>
                  <a:pt x="9065171" y="6184756"/>
                </a:moveTo>
                <a:cubicBezTo>
                  <a:pt x="9057585" y="6232797"/>
                  <a:pt x="9060116" y="6561492"/>
                  <a:pt x="9067702" y="6589305"/>
                </a:cubicBezTo>
                <a:cubicBezTo>
                  <a:pt x="9201708" y="6589305"/>
                  <a:pt x="9333184" y="6589305"/>
                  <a:pt x="9464665" y="6589305"/>
                </a:cubicBezTo>
                <a:cubicBezTo>
                  <a:pt x="9472251" y="6536209"/>
                  <a:pt x="9469720" y="6212569"/>
                  <a:pt x="9462134" y="6184756"/>
                </a:cubicBezTo>
                <a:cubicBezTo>
                  <a:pt x="9330659" y="6184756"/>
                  <a:pt x="9196653" y="6184756"/>
                  <a:pt x="9065171" y="6184756"/>
                </a:cubicBezTo>
                <a:close/>
                <a:moveTo>
                  <a:pt x="7798427" y="6184756"/>
                </a:moveTo>
                <a:cubicBezTo>
                  <a:pt x="7798427" y="6321287"/>
                  <a:pt x="7798427" y="6455299"/>
                  <a:pt x="7798427" y="6589305"/>
                </a:cubicBezTo>
                <a:cubicBezTo>
                  <a:pt x="7932433" y="6589305"/>
                  <a:pt x="8066439" y="6589305"/>
                  <a:pt x="8197920" y="6589305"/>
                </a:cubicBezTo>
                <a:cubicBezTo>
                  <a:pt x="8197920" y="6452768"/>
                  <a:pt x="8197920" y="6321287"/>
                  <a:pt x="8197920" y="6184756"/>
                </a:cubicBezTo>
                <a:cubicBezTo>
                  <a:pt x="8063914" y="6184756"/>
                  <a:pt x="7932433" y="6184756"/>
                  <a:pt x="7798427" y="6184756"/>
                </a:cubicBezTo>
                <a:close/>
                <a:moveTo>
                  <a:pt x="6953928" y="6184756"/>
                </a:moveTo>
                <a:cubicBezTo>
                  <a:pt x="6953928" y="6318762"/>
                  <a:pt x="6953928" y="6452768"/>
                  <a:pt x="6953928" y="6584250"/>
                </a:cubicBezTo>
                <a:cubicBezTo>
                  <a:pt x="6991858" y="6591830"/>
                  <a:pt x="7325609" y="6591830"/>
                  <a:pt x="7355953" y="6584250"/>
                </a:cubicBezTo>
                <a:cubicBezTo>
                  <a:pt x="7355953" y="6452768"/>
                  <a:pt x="7355953" y="6318762"/>
                  <a:pt x="7355953" y="6184756"/>
                </a:cubicBezTo>
                <a:cubicBezTo>
                  <a:pt x="7219416" y="6184756"/>
                  <a:pt x="7087934" y="6184756"/>
                  <a:pt x="6953928" y="6184756"/>
                </a:cubicBezTo>
                <a:close/>
                <a:moveTo>
                  <a:pt x="6531682" y="6184756"/>
                </a:moveTo>
                <a:cubicBezTo>
                  <a:pt x="6524096" y="6245438"/>
                  <a:pt x="6526626" y="6564022"/>
                  <a:pt x="6534212" y="6589305"/>
                </a:cubicBezTo>
                <a:cubicBezTo>
                  <a:pt x="6602475" y="6596891"/>
                  <a:pt x="6903362" y="6591830"/>
                  <a:pt x="6931176" y="6586775"/>
                </a:cubicBezTo>
                <a:cubicBezTo>
                  <a:pt x="6938762" y="6531154"/>
                  <a:pt x="6936231" y="6212569"/>
                  <a:pt x="6928645" y="6187281"/>
                </a:cubicBezTo>
                <a:cubicBezTo>
                  <a:pt x="6797164" y="6184756"/>
                  <a:pt x="6665688" y="6184756"/>
                  <a:pt x="6531682" y="6184756"/>
                </a:cubicBezTo>
                <a:close/>
                <a:moveTo>
                  <a:pt x="5682128" y="6184756"/>
                </a:moveTo>
                <a:cubicBezTo>
                  <a:pt x="5682128" y="6321287"/>
                  <a:pt x="5682128" y="6452768"/>
                  <a:pt x="5682128" y="6586775"/>
                </a:cubicBezTo>
                <a:cubicBezTo>
                  <a:pt x="5737756" y="6594361"/>
                  <a:pt x="6058864" y="6591830"/>
                  <a:pt x="6084147" y="6584250"/>
                </a:cubicBezTo>
                <a:cubicBezTo>
                  <a:pt x="6084147" y="6452768"/>
                  <a:pt x="6084147" y="6318762"/>
                  <a:pt x="6084147" y="6184756"/>
                </a:cubicBezTo>
                <a:cubicBezTo>
                  <a:pt x="5947616" y="6184756"/>
                  <a:pt x="5816135" y="6184756"/>
                  <a:pt x="5682128" y="6184756"/>
                </a:cubicBezTo>
                <a:close/>
                <a:moveTo>
                  <a:pt x="4415383" y="6184756"/>
                </a:moveTo>
                <a:cubicBezTo>
                  <a:pt x="4415383" y="6321287"/>
                  <a:pt x="4415383" y="6452768"/>
                  <a:pt x="4415383" y="6589305"/>
                </a:cubicBezTo>
                <a:cubicBezTo>
                  <a:pt x="4549390" y="6589305"/>
                  <a:pt x="4680865" y="6589305"/>
                  <a:pt x="4814877" y="6589305"/>
                </a:cubicBezTo>
                <a:cubicBezTo>
                  <a:pt x="4814877" y="6455299"/>
                  <a:pt x="4814877" y="6321287"/>
                  <a:pt x="4814877" y="6184756"/>
                </a:cubicBezTo>
                <a:cubicBezTo>
                  <a:pt x="4680865" y="6184756"/>
                  <a:pt x="4551914" y="6184756"/>
                  <a:pt x="4415383" y="6184756"/>
                </a:cubicBezTo>
                <a:close/>
                <a:moveTo>
                  <a:pt x="3990606" y="6184756"/>
                </a:moveTo>
                <a:cubicBezTo>
                  <a:pt x="3990606" y="6318762"/>
                  <a:pt x="3990606" y="6452768"/>
                  <a:pt x="3990606" y="6589305"/>
                </a:cubicBezTo>
                <a:cubicBezTo>
                  <a:pt x="4127137" y="6589305"/>
                  <a:pt x="4258619" y="6589305"/>
                  <a:pt x="4392625" y="6589305"/>
                </a:cubicBezTo>
                <a:cubicBezTo>
                  <a:pt x="4392625" y="6452768"/>
                  <a:pt x="4392625" y="6321287"/>
                  <a:pt x="4392625" y="6184756"/>
                </a:cubicBezTo>
                <a:cubicBezTo>
                  <a:pt x="4258619" y="6184756"/>
                  <a:pt x="4127137" y="6184756"/>
                  <a:pt x="3990606" y="6184756"/>
                </a:cubicBezTo>
                <a:close/>
                <a:moveTo>
                  <a:pt x="3570885" y="6184756"/>
                </a:moveTo>
                <a:cubicBezTo>
                  <a:pt x="3570885" y="6318762"/>
                  <a:pt x="3570885" y="6452768"/>
                  <a:pt x="3570885" y="6586775"/>
                </a:cubicBezTo>
                <a:cubicBezTo>
                  <a:pt x="3623981" y="6594361"/>
                  <a:pt x="3945090" y="6591830"/>
                  <a:pt x="3970379" y="6584250"/>
                </a:cubicBezTo>
                <a:cubicBezTo>
                  <a:pt x="3977959" y="6518506"/>
                  <a:pt x="3975434" y="6210039"/>
                  <a:pt x="3965318" y="6184756"/>
                </a:cubicBezTo>
                <a:cubicBezTo>
                  <a:pt x="3833842" y="6184756"/>
                  <a:pt x="3702366" y="6184756"/>
                  <a:pt x="3570885" y="6184756"/>
                </a:cubicBezTo>
                <a:close/>
                <a:moveTo>
                  <a:pt x="1459642" y="6184756"/>
                </a:moveTo>
                <a:cubicBezTo>
                  <a:pt x="1452056" y="6230266"/>
                  <a:pt x="1452056" y="6561492"/>
                  <a:pt x="1459642" y="6589305"/>
                </a:cubicBezTo>
                <a:cubicBezTo>
                  <a:pt x="1591123" y="6589305"/>
                  <a:pt x="1722599" y="6589305"/>
                  <a:pt x="1854075" y="6589305"/>
                </a:cubicBezTo>
                <a:cubicBezTo>
                  <a:pt x="1861666" y="6541264"/>
                  <a:pt x="1859136" y="6215094"/>
                  <a:pt x="1851550" y="6184756"/>
                </a:cubicBezTo>
                <a:cubicBezTo>
                  <a:pt x="1722599" y="6184756"/>
                  <a:pt x="1593648" y="6184756"/>
                  <a:pt x="1459642" y="6184756"/>
                </a:cubicBezTo>
                <a:close/>
                <a:moveTo>
                  <a:pt x="612619" y="6184756"/>
                </a:moveTo>
                <a:cubicBezTo>
                  <a:pt x="612619" y="6321287"/>
                  <a:pt x="612619" y="6452768"/>
                  <a:pt x="612619" y="6586775"/>
                </a:cubicBezTo>
                <a:cubicBezTo>
                  <a:pt x="668245" y="6594361"/>
                  <a:pt x="989354" y="6591830"/>
                  <a:pt x="1014637" y="6584250"/>
                </a:cubicBezTo>
                <a:cubicBezTo>
                  <a:pt x="1014637" y="6452768"/>
                  <a:pt x="1014637" y="6318762"/>
                  <a:pt x="1014637" y="6184756"/>
                </a:cubicBezTo>
                <a:cubicBezTo>
                  <a:pt x="880631" y="6184756"/>
                  <a:pt x="746625" y="6184756"/>
                  <a:pt x="612619" y="6184756"/>
                </a:cubicBezTo>
                <a:close/>
                <a:moveTo>
                  <a:pt x="190366" y="6184756"/>
                </a:moveTo>
                <a:cubicBezTo>
                  <a:pt x="190366" y="6321287"/>
                  <a:pt x="190366" y="6452768"/>
                  <a:pt x="190366" y="6586775"/>
                </a:cubicBezTo>
                <a:cubicBezTo>
                  <a:pt x="243468" y="6594361"/>
                  <a:pt x="567108" y="6591830"/>
                  <a:pt x="592391" y="6584250"/>
                </a:cubicBezTo>
                <a:cubicBezTo>
                  <a:pt x="592391" y="6452768"/>
                  <a:pt x="592391" y="6318762"/>
                  <a:pt x="592391" y="6184756"/>
                </a:cubicBezTo>
                <a:cubicBezTo>
                  <a:pt x="458385" y="6184756"/>
                  <a:pt x="324372" y="6184756"/>
                  <a:pt x="190366" y="6184756"/>
                </a:cubicBezTo>
                <a:close/>
                <a:moveTo>
                  <a:pt x="3341430" y="6184438"/>
                </a:moveTo>
                <a:cubicBezTo>
                  <a:pt x="3249775" y="6184754"/>
                  <a:pt x="3160015" y="6187284"/>
                  <a:pt x="3146108" y="6192342"/>
                </a:cubicBezTo>
                <a:cubicBezTo>
                  <a:pt x="3146108" y="6323818"/>
                  <a:pt x="3146108" y="6457824"/>
                  <a:pt x="3146108" y="6591830"/>
                </a:cubicBezTo>
                <a:cubicBezTo>
                  <a:pt x="3282645" y="6589305"/>
                  <a:pt x="3414121" y="6589305"/>
                  <a:pt x="3548127" y="6589305"/>
                </a:cubicBezTo>
                <a:cubicBezTo>
                  <a:pt x="3548127" y="6452768"/>
                  <a:pt x="3548127" y="6321287"/>
                  <a:pt x="3548127" y="6189811"/>
                </a:cubicBezTo>
                <a:cubicBezTo>
                  <a:pt x="3526637" y="6186018"/>
                  <a:pt x="3433086" y="6184122"/>
                  <a:pt x="3341430" y="6184438"/>
                </a:cubicBezTo>
                <a:close/>
                <a:moveTo>
                  <a:pt x="2497879" y="6184438"/>
                </a:moveTo>
                <a:cubicBezTo>
                  <a:pt x="2405907" y="6184754"/>
                  <a:pt x="2315516" y="6187284"/>
                  <a:pt x="2301610" y="6192342"/>
                </a:cubicBezTo>
                <a:cubicBezTo>
                  <a:pt x="2301610" y="6323818"/>
                  <a:pt x="2301610" y="6457824"/>
                  <a:pt x="2301610" y="6591830"/>
                </a:cubicBezTo>
                <a:cubicBezTo>
                  <a:pt x="2438146" y="6589305"/>
                  <a:pt x="2569628" y="6589305"/>
                  <a:pt x="2703634" y="6589305"/>
                </a:cubicBezTo>
                <a:cubicBezTo>
                  <a:pt x="2703634" y="6452768"/>
                  <a:pt x="2703634" y="6321287"/>
                  <a:pt x="2703634" y="6189811"/>
                </a:cubicBezTo>
                <a:cubicBezTo>
                  <a:pt x="2683404" y="6186018"/>
                  <a:pt x="2589851" y="6184122"/>
                  <a:pt x="2497879" y="6184438"/>
                </a:cubicBezTo>
                <a:close/>
                <a:moveTo>
                  <a:pt x="9745264" y="6182750"/>
                </a:moveTo>
                <a:cubicBezTo>
                  <a:pt x="9635016" y="6182306"/>
                  <a:pt x="9500694" y="6185070"/>
                  <a:pt x="9484893" y="6189811"/>
                </a:cubicBezTo>
                <a:cubicBezTo>
                  <a:pt x="9484893" y="6321287"/>
                  <a:pt x="9484893" y="6452768"/>
                  <a:pt x="9484893" y="6586775"/>
                </a:cubicBezTo>
                <a:cubicBezTo>
                  <a:pt x="9535458" y="6594361"/>
                  <a:pt x="9861628" y="6591830"/>
                  <a:pt x="9886911" y="6584250"/>
                </a:cubicBezTo>
                <a:cubicBezTo>
                  <a:pt x="9886911" y="6452768"/>
                  <a:pt x="9886911" y="6318762"/>
                  <a:pt x="9886911" y="6187281"/>
                </a:cubicBezTo>
                <a:cubicBezTo>
                  <a:pt x="9868896" y="6184439"/>
                  <a:pt x="9811413" y="6183017"/>
                  <a:pt x="9745264" y="6182750"/>
                </a:cubicBezTo>
                <a:close/>
                <a:moveTo>
                  <a:pt x="8903346" y="6182750"/>
                </a:moveTo>
                <a:cubicBezTo>
                  <a:pt x="8794232" y="6182306"/>
                  <a:pt x="8660304" y="6185070"/>
                  <a:pt x="8642925" y="6189811"/>
                </a:cubicBezTo>
                <a:cubicBezTo>
                  <a:pt x="8642925" y="6321287"/>
                  <a:pt x="8642925" y="6452768"/>
                  <a:pt x="8642925" y="6589305"/>
                </a:cubicBezTo>
                <a:cubicBezTo>
                  <a:pt x="8779462" y="6589305"/>
                  <a:pt x="8908407" y="6589305"/>
                  <a:pt x="9042419" y="6589305"/>
                </a:cubicBezTo>
                <a:cubicBezTo>
                  <a:pt x="9042419" y="6452768"/>
                  <a:pt x="9042419" y="6321287"/>
                  <a:pt x="9042419" y="6187281"/>
                </a:cubicBezTo>
                <a:cubicBezTo>
                  <a:pt x="9025351" y="6184439"/>
                  <a:pt x="8968815" y="6183017"/>
                  <a:pt x="8903346" y="6182750"/>
                </a:cubicBezTo>
                <a:close/>
                <a:moveTo>
                  <a:pt x="8465730" y="6180356"/>
                </a:moveTo>
                <a:cubicBezTo>
                  <a:pt x="8358593" y="6180134"/>
                  <a:pt x="8235531" y="6183492"/>
                  <a:pt x="8218148" y="6189811"/>
                </a:cubicBezTo>
                <a:cubicBezTo>
                  <a:pt x="8220673" y="6321287"/>
                  <a:pt x="8220673" y="6452768"/>
                  <a:pt x="8220673" y="6589305"/>
                </a:cubicBezTo>
                <a:cubicBezTo>
                  <a:pt x="8357209" y="6589305"/>
                  <a:pt x="8488691" y="6589305"/>
                  <a:pt x="8617636" y="6589305"/>
                </a:cubicBezTo>
                <a:cubicBezTo>
                  <a:pt x="8627753" y="6551381"/>
                  <a:pt x="8625222" y="6212569"/>
                  <a:pt x="8615111" y="6184756"/>
                </a:cubicBezTo>
                <a:cubicBezTo>
                  <a:pt x="8588561" y="6181912"/>
                  <a:pt x="8530012" y="6180490"/>
                  <a:pt x="8465730" y="6180356"/>
                </a:cubicBezTo>
                <a:close/>
                <a:moveTo>
                  <a:pt x="11437145" y="6180223"/>
                </a:moveTo>
                <a:cubicBezTo>
                  <a:pt x="11328280" y="6179779"/>
                  <a:pt x="11196328" y="6182544"/>
                  <a:pt x="11178945" y="6187281"/>
                </a:cubicBezTo>
                <a:cubicBezTo>
                  <a:pt x="11178945" y="6318762"/>
                  <a:pt x="11178945" y="6452768"/>
                  <a:pt x="11178945" y="6586775"/>
                </a:cubicBezTo>
                <a:cubicBezTo>
                  <a:pt x="11312951" y="6586775"/>
                  <a:pt x="11444427" y="6586775"/>
                  <a:pt x="11578433" y="6586775"/>
                </a:cubicBezTo>
                <a:cubicBezTo>
                  <a:pt x="11578433" y="6450244"/>
                  <a:pt x="11578433" y="6318762"/>
                  <a:pt x="11578433" y="6184756"/>
                </a:cubicBezTo>
                <a:cubicBezTo>
                  <a:pt x="11559471" y="6181912"/>
                  <a:pt x="11502463" y="6180490"/>
                  <a:pt x="11437145" y="6180223"/>
                </a:cubicBezTo>
                <a:close/>
                <a:moveTo>
                  <a:pt x="10162810" y="6180223"/>
                </a:moveTo>
                <a:cubicBezTo>
                  <a:pt x="10055055" y="6179779"/>
                  <a:pt x="9927053" y="6182544"/>
                  <a:pt x="9909669" y="6187281"/>
                </a:cubicBezTo>
                <a:cubicBezTo>
                  <a:pt x="9902083" y="6237852"/>
                  <a:pt x="9904614" y="6561492"/>
                  <a:pt x="9912200" y="6586775"/>
                </a:cubicBezTo>
                <a:cubicBezTo>
                  <a:pt x="10046206" y="6589305"/>
                  <a:pt x="10177682" y="6589305"/>
                  <a:pt x="10309164" y="6589305"/>
                </a:cubicBezTo>
                <a:cubicBezTo>
                  <a:pt x="10316750" y="6526092"/>
                  <a:pt x="10314219" y="6212569"/>
                  <a:pt x="10306633" y="6184756"/>
                </a:cubicBezTo>
                <a:cubicBezTo>
                  <a:pt x="10284826" y="6181912"/>
                  <a:pt x="10227463" y="6180490"/>
                  <a:pt x="10162810" y="6180223"/>
                </a:cubicBezTo>
                <a:close/>
                <a:moveTo>
                  <a:pt x="7631541" y="6180223"/>
                </a:moveTo>
                <a:cubicBezTo>
                  <a:pt x="7523538" y="6179779"/>
                  <a:pt x="7393560" y="6182544"/>
                  <a:pt x="7376180" y="6187281"/>
                </a:cubicBezTo>
                <a:cubicBezTo>
                  <a:pt x="7376180" y="6321287"/>
                  <a:pt x="7376180" y="6452768"/>
                  <a:pt x="7376180" y="6586775"/>
                </a:cubicBezTo>
                <a:cubicBezTo>
                  <a:pt x="7512711" y="6586775"/>
                  <a:pt x="7644193" y="6586775"/>
                  <a:pt x="7775668" y="6586775"/>
                </a:cubicBezTo>
                <a:cubicBezTo>
                  <a:pt x="7783254" y="6531154"/>
                  <a:pt x="7780730" y="6210039"/>
                  <a:pt x="7773144" y="6184756"/>
                </a:cubicBezTo>
                <a:cubicBezTo>
                  <a:pt x="7753233" y="6181912"/>
                  <a:pt x="7696342" y="6180490"/>
                  <a:pt x="7631541" y="6180223"/>
                </a:cubicBezTo>
                <a:close/>
                <a:moveTo>
                  <a:pt x="10331916" y="5765034"/>
                </a:moveTo>
                <a:cubicBezTo>
                  <a:pt x="10331916" y="5896516"/>
                  <a:pt x="10331916" y="6030522"/>
                  <a:pt x="10331916" y="6164528"/>
                </a:cubicBezTo>
                <a:cubicBezTo>
                  <a:pt x="10402715" y="6172114"/>
                  <a:pt x="10706127" y="6169584"/>
                  <a:pt x="10731410" y="6161998"/>
                </a:cubicBezTo>
                <a:cubicBezTo>
                  <a:pt x="10731410" y="6030522"/>
                  <a:pt x="10731410" y="5899041"/>
                  <a:pt x="10731410" y="5765034"/>
                </a:cubicBezTo>
                <a:cubicBezTo>
                  <a:pt x="10597404" y="5765034"/>
                  <a:pt x="10465922" y="5765034"/>
                  <a:pt x="10331916" y="5765034"/>
                </a:cubicBezTo>
                <a:close/>
                <a:moveTo>
                  <a:pt x="7373650" y="5765034"/>
                </a:moveTo>
                <a:cubicBezTo>
                  <a:pt x="7373650" y="5899041"/>
                  <a:pt x="7373650" y="6033047"/>
                  <a:pt x="7373650" y="6164528"/>
                </a:cubicBezTo>
                <a:cubicBezTo>
                  <a:pt x="7510187" y="6164528"/>
                  <a:pt x="7641662" y="6164528"/>
                  <a:pt x="7773144" y="6164528"/>
                </a:cubicBezTo>
                <a:cubicBezTo>
                  <a:pt x="7780730" y="6121543"/>
                  <a:pt x="7780730" y="5790317"/>
                  <a:pt x="7770613" y="5765034"/>
                </a:cubicBezTo>
                <a:cubicBezTo>
                  <a:pt x="7639137" y="5765034"/>
                  <a:pt x="7507656" y="5765034"/>
                  <a:pt x="7373650" y="5765034"/>
                </a:cubicBezTo>
                <a:close/>
                <a:moveTo>
                  <a:pt x="3146108" y="5765034"/>
                </a:moveTo>
                <a:cubicBezTo>
                  <a:pt x="3146108" y="5899041"/>
                  <a:pt x="3146108" y="6033047"/>
                  <a:pt x="3146108" y="6164528"/>
                </a:cubicBezTo>
                <a:cubicBezTo>
                  <a:pt x="3282645" y="6164528"/>
                  <a:pt x="3414121" y="6164528"/>
                  <a:pt x="3545602" y="6164528"/>
                </a:cubicBezTo>
                <a:cubicBezTo>
                  <a:pt x="3553188" y="6121543"/>
                  <a:pt x="3553188" y="5790317"/>
                  <a:pt x="3543071" y="5765034"/>
                </a:cubicBezTo>
                <a:cubicBezTo>
                  <a:pt x="3411596" y="5765034"/>
                  <a:pt x="3277590" y="5765034"/>
                  <a:pt x="3146108" y="5765034"/>
                </a:cubicBezTo>
                <a:close/>
                <a:moveTo>
                  <a:pt x="1037395" y="5765034"/>
                </a:moveTo>
                <a:cubicBezTo>
                  <a:pt x="1037395" y="5896516"/>
                  <a:pt x="1037395" y="6027992"/>
                  <a:pt x="1037395" y="6164528"/>
                </a:cubicBezTo>
                <a:cubicBezTo>
                  <a:pt x="1103133" y="6172114"/>
                  <a:pt x="1411601" y="6169584"/>
                  <a:pt x="1436884" y="6161998"/>
                </a:cubicBezTo>
                <a:cubicBezTo>
                  <a:pt x="1444470" y="6096260"/>
                  <a:pt x="1441945" y="5792848"/>
                  <a:pt x="1431828" y="5765034"/>
                </a:cubicBezTo>
                <a:cubicBezTo>
                  <a:pt x="1300353" y="5765034"/>
                  <a:pt x="1171402" y="5765034"/>
                  <a:pt x="1037395" y="5765034"/>
                </a:cubicBezTo>
                <a:close/>
                <a:moveTo>
                  <a:pt x="11181470" y="5762504"/>
                </a:moveTo>
                <a:cubicBezTo>
                  <a:pt x="11171359" y="5813075"/>
                  <a:pt x="11173884" y="6139246"/>
                  <a:pt x="11184000" y="6164528"/>
                </a:cubicBezTo>
                <a:cubicBezTo>
                  <a:pt x="11315482" y="6164528"/>
                  <a:pt x="11446957" y="6164528"/>
                  <a:pt x="11575908" y="6164528"/>
                </a:cubicBezTo>
                <a:cubicBezTo>
                  <a:pt x="11586019" y="6116487"/>
                  <a:pt x="11583494" y="5790317"/>
                  <a:pt x="11573378" y="5762504"/>
                </a:cubicBezTo>
                <a:cubicBezTo>
                  <a:pt x="11444427" y="5762504"/>
                  <a:pt x="11312951" y="5762504"/>
                  <a:pt x="11181470" y="5762504"/>
                </a:cubicBezTo>
                <a:close/>
                <a:moveTo>
                  <a:pt x="10756693" y="5762504"/>
                </a:moveTo>
                <a:cubicBezTo>
                  <a:pt x="10756693" y="5899041"/>
                  <a:pt x="10756693" y="6030522"/>
                  <a:pt x="10756693" y="6164528"/>
                </a:cubicBezTo>
                <a:cubicBezTo>
                  <a:pt x="10890699" y="6164528"/>
                  <a:pt x="11022180" y="6164528"/>
                  <a:pt x="11153656" y="6164528"/>
                </a:cubicBezTo>
                <a:cubicBezTo>
                  <a:pt x="11161242" y="6129129"/>
                  <a:pt x="11161242" y="5792848"/>
                  <a:pt x="11153656" y="5762504"/>
                </a:cubicBezTo>
                <a:cubicBezTo>
                  <a:pt x="11022180" y="5762504"/>
                  <a:pt x="10890699" y="5762504"/>
                  <a:pt x="10756693" y="5762504"/>
                </a:cubicBezTo>
                <a:close/>
                <a:moveTo>
                  <a:pt x="9487423" y="5762504"/>
                </a:moveTo>
                <a:cubicBezTo>
                  <a:pt x="9487423" y="5896516"/>
                  <a:pt x="9487423" y="6027992"/>
                  <a:pt x="9487423" y="6161998"/>
                </a:cubicBezTo>
                <a:cubicBezTo>
                  <a:pt x="9535458" y="6169584"/>
                  <a:pt x="9864159" y="6169584"/>
                  <a:pt x="9889442" y="6159473"/>
                </a:cubicBezTo>
                <a:cubicBezTo>
                  <a:pt x="9897028" y="6088674"/>
                  <a:pt x="9894497" y="5790317"/>
                  <a:pt x="9884381" y="5762504"/>
                </a:cubicBezTo>
                <a:cubicBezTo>
                  <a:pt x="9752905" y="5762504"/>
                  <a:pt x="9618899" y="5762504"/>
                  <a:pt x="9487423" y="5762504"/>
                </a:cubicBezTo>
                <a:close/>
                <a:moveTo>
                  <a:pt x="9067702" y="5762504"/>
                </a:moveTo>
                <a:cubicBezTo>
                  <a:pt x="9060116" y="5810545"/>
                  <a:pt x="9060116" y="6139246"/>
                  <a:pt x="9070226" y="6164528"/>
                </a:cubicBezTo>
                <a:cubicBezTo>
                  <a:pt x="9201708" y="6164528"/>
                  <a:pt x="9333184" y="6164528"/>
                  <a:pt x="9467190" y="6164528"/>
                </a:cubicBezTo>
                <a:cubicBezTo>
                  <a:pt x="9467190" y="6027992"/>
                  <a:pt x="9467190" y="5896516"/>
                  <a:pt x="9467190" y="5762504"/>
                </a:cubicBezTo>
                <a:cubicBezTo>
                  <a:pt x="9333184" y="5762504"/>
                  <a:pt x="9199177" y="5762504"/>
                  <a:pt x="9067702" y="5762504"/>
                </a:cubicBezTo>
                <a:close/>
                <a:moveTo>
                  <a:pt x="8225734" y="5762504"/>
                </a:moveTo>
                <a:cubicBezTo>
                  <a:pt x="8218148" y="5805489"/>
                  <a:pt x="8218148" y="6136715"/>
                  <a:pt x="8228259" y="6161998"/>
                </a:cubicBezTo>
                <a:cubicBezTo>
                  <a:pt x="8286416" y="6169584"/>
                  <a:pt x="8597414" y="6167053"/>
                  <a:pt x="8625222" y="6159473"/>
                </a:cubicBezTo>
                <a:cubicBezTo>
                  <a:pt x="8622697" y="6027992"/>
                  <a:pt x="8622697" y="5896516"/>
                  <a:pt x="8622697" y="5762504"/>
                </a:cubicBezTo>
                <a:cubicBezTo>
                  <a:pt x="8488691" y="5762504"/>
                  <a:pt x="8357209" y="5762504"/>
                  <a:pt x="8225734" y="5762504"/>
                </a:cubicBezTo>
                <a:close/>
                <a:moveTo>
                  <a:pt x="7795896" y="5762504"/>
                </a:moveTo>
                <a:cubicBezTo>
                  <a:pt x="7795896" y="5896516"/>
                  <a:pt x="7795896" y="6030522"/>
                  <a:pt x="7795896" y="6164528"/>
                </a:cubicBezTo>
                <a:cubicBezTo>
                  <a:pt x="7932433" y="6164528"/>
                  <a:pt x="8063914" y="6164528"/>
                  <a:pt x="8195390" y="6164528"/>
                </a:cubicBezTo>
                <a:cubicBezTo>
                  <a:pt x="8202976" y="6119012"/>
                  <a:pt x="8200445" y="5790317"/>
                  <a:pt x="8192859" y="5762504"/>
                </a:cubicBezTo>
                <a:cubicBezTo>
                  <a:pt x="8061383" y="5762504"/>
                  <a:pt x="7929908" y="5762504"/>
                  <a:pt x="7795896" y="5762504"/>
                </a:cubicBezTo>
                <a:close/>
                <a:moveTo>
                  <a:pt x="6951403" y="5762504"/>
                </a:moveTo>
                <a:cubicBezTo>
                  <a:pt x="6951403" y="5899041"/>
                  <a:pt x="6951403" y="6030522"/>
                  <a:pt x="6951403" y="6161998"/>
                </a:cubicBezTo>
                <a:cubicBezTo>
                  <a:pt x="6994383" y="6169584"/>
                  <a:pt x="7325609" y="6169584"/>
                  <a:pt x="7353422" y="6161998"/>
                </a:cubicBezTo>
                <a:cubicBezTo>
                  <a:pt x="7361008" y="6106371"/>
                  <a:pt x="7358478" y="5792848"/>
                  <a:pt x="7350892" y="5765034"/>
                </a:cubicBezTo>
                <a:cubicBezTo>
                  <a:pt x="7219416" y="5762504"/>
                  <a:pt x="7087934" y="5762504"/>
                  <a:pt x="6951403" y="5762504"/>
                </a:cubicBezTo>
                <a:close/>
                <a:moveTo>
                  <a:pt x="6106905" y="5762504"/>
                </a:moveTo>
                <a:cubicBezTo>
                  <a:pt x="6096788" y="5805489"/>
                  <a:pt x="6099319" y="6136715"/>
                  <a:pt x="6109436" y="6164528"/>
                </a:cubicBezTo>
                <a:cubicBezTo>
                  <a:pt x="6240911" y="6164528"/>
                  <a:pt x="6372387" y="6164528"/>
                  <a:pt x="6506399" y="6164528"/>
                </a:cubicBezTo>
                <a:cubicBezTo>
                  <a:pt x="6516510" y="6121543"/>
                  <a:pt x="6513985" y="5787792"/>
                  <a:pt x="6503868" y="5762504"/>
                </a:cubicBezTo>
                <a:cubicBezTo>
                  <a:pt x="6372387" y="5762504"/>
                  <a:pt x="6238381" y="5762504"/>
                  <a:pt x="6106905" y="5762504"/>
                </a:cubicBezTo>
                <a:close/>
                <a:moveTo>
                  <a:pt x="5682128" y="5762504"/>
                </a:moveTo>
                <a:cubicBezTo>
                  <a:pt x="5674542" y="5823192"/>
                  <a:pt x="5677073" y="6136715"/>
                  <a:pt x="5684653" y="6164528"/>
                </a:cubicBezTo>
                <a:cubicBezTo>
                  <a:pt x="5816135" y="6164528"/>
                  <a:pt x="5947616" y="6164528"/>
                  <a:pt x="6081622" y="6164528"/>
                </a:cubicBezTo>
                <a:cubicBezTo>
                  <a:pt x="6081622" y="6030522"/>
                  <a:pt x="6081622" y="5899041"/>
                  <a:pt x="6081622" y="5762504"/>
                </a:cubicBezTo>
                <a:cubicBezTo>
                  <a:pt x="5950141" y="5762504"/>
                  <a:pt x="5816135" y="5762504"/>
                  <a:pt x="5682128" y="5762504"/>
                </a:cubicBezTo>
                <a:close/>
                <a:moveTo>
                  <a:pt x="5262406" y="5762504"/>
                </a:moveTo>
                <a:cubicBezTo>
                  <a:pt x="5254821" y="5808020"/>
                  <a:pt x="5254821" y="6136715"/>
                  <a:pt x="5264938" y="6164528"/>
                </a:cubicBezTo>
                <a:cubicBezTo>
                  <a:pt x="5330675" y="6172114"/>
                  <a:pt x="5634087" y="6169584"/>
                  <a:pt x="5661901" y="6159473"/>
                </a:cubicBezTo>
                <a:cubicBezTo>
                  <a:pt x="5661901" y="6030522"/>
                  <a:pt x="5661901" y="5899041"/>
                  <a:pt x="5661901" y="5762504"/>
                </a:cubicBezTo>
                <a:cubicBezTo>
                  <a:pt x="5525364" y="5762504"/>
                  <a:pt x="5393883" y="5762504"/>
                  <a:pt x="5262406" y="5762504"/>
                </a:cubicBezTo>
                <a:close/>
                <a:moveTo>
                  <a:pt x="4837630" y="5762504"/>
                </a:moveTo>
                <a:cubicBezTo>
                  <a:pt x="4837630" y="5899041"/>
                  <a:pt x="4837630" y="6030522"/>
                  <a:pt x="4837630" y="6161998"/>
                </a:cubicBezTo>
                <a:cubicBezTo>
                  <a:pt x="4880616" y="6169584"/>
                  <a:pt x="5211841" y="6169584"/>
                  <a:pt x="5239648" y="6159473"/>
                </a:cubicBezTo>
                <a:cubicBezTo>
                  <a:pt x="5247234" y="6108901"/>
                  <a:pt x="5244710" y="5790317"/>
                  <a:pt x="5237124" y="5762504"/>
                </a:cubicBezTo>
                <a:cubicBezTo>
                  <a:pt x="5105642" y="5762504"/>
                  <a:pt x="4974166" y="5762504"/>
                  <a:pt x="4837630" y="5762504"/>
                </a:cubicBezTo>
                <a:close/>
                <a:moveTo>
                  <a:pt x="4415383" y="5762504"/>
                </a:moveTo>
                <a:cubicBezTo>
                  <a:pt x="4415383" y="5899041"/>
                  <a:pt x="4415383" y="6030522"/>
                  <a:pt x="4415383" y="6164528"/>
                </a:cubicBezTo>
                <a:cubicBezTo>
                  <a:pt x="4549390" y="6164528"/>
                  <a:pt x="4683396" y="6164528"/>
                  <a:pt x="4814877" y="6164528"/>
                </a:cubicBezTo>
                <a:cubicBezTo>
                  <a:pt x="4814877" y="6030522"/>
                  <a:pt x="4814877" y="5896516"/>
                  <a:pt x="4814877" y="5762504"/>
                </a:cubicBezTo>
                <a:cubicBezTo>
                  <a:pt x="4680865" y="5762504"/>
                  <a:pt x="4549390" y="5762504"/>
                  <a:pt x="4415383" y="5762504"/>
                </a:cubicBezTo>
                <a:close/>
                <a:moveTo>
                  <a:pt x="3993131" y="5762504"/>
                </a:moveTo>
                <a:cubicBezTo>
                  <a:pt x="3993131" y="5896516"/>
                  <a:pt x="3993131" y="6030522"/>
                  <a:pt x="3993131" y="6164528"/>
                </a:cubicBezTo>
                <a:cubicBezTo>
                  <a:pt x="4127137" y="6164528"/>
                  <a:pt x="4258619" y="6164528"/>
                  <a:pt x="4392625" y="6164528"/>
                </a:cubicBezTo>
                <a:cubicBezTo>
                  <a:pt x="4392625" y="6030522"/>
                  <a:pt x="4392625" y="5899041"/>
                  <a:pt x="4392625" y="5762504"/>
                </a:cubicBezTo>
                <a:cubicBezTo>
                  <a:pt x="4256088" y="5762504"/>
                  <a:pt x="4127137" y="5762504"/>
                  <a:pt x="3993131" y="5762504"/>
                </a:cubicBezTo>
                <a:close/>
                <a:moveTo>
                  <a:pt x="3573410" y="5762504"/>
                </a:moveTo>
                <a:cubicBezTo>
                  <a:pt x="3565830" y="5800434"/>
                  <a:pt x="3565830" y="6136715"/>
                  <a:pt x="3573410" y="6164528"/>
                </a:cubicBezTo>
                <a:cubicBezTo>
                  <a:pt x="3704891" y="6164528"/>
                  <a:pt x="3836373" y="6164528"/>
                  <a:pt x="3965318" y="6164528"/>
                </a:cubicBezTo>
                <a:cubicBezTo>
                  <a:pt x="3972904" y="6124073"/>
                  <a:pt x="3972904" y="5790317"/>
                  <a:pt x="3962793" y="5762504"/>
                </a:cubicBezTo>
                <a:cubicBezTo>
                  <a:pt x="3836373" y="5762504"/>
                  <a:pt x="3704891" y="5762504"/>
                  <a:pt x="3573410" y="5762504"/>
                </a:cubicBezTo>
                <a:close/>
                <a:moveTo>
                  <a:pt x="2723862" y="5762504"/>
                </a:moveTo>
                <a:cubicBezTo>
                  <a:pt x="2723862" y="5896516"/>
                  <a:pt x="2723862" y="6030522"/>
                  <a:pt x="2723862" y="6161998"/>
                </a:cubicBezTo>
                <a:cubicBezTo>
                  <a:pt x="2764311" y="6169584"/>
                  <a:pt x="3098067" y="6169584"/>
                  <a:pt x="3125881" y="6161998"/>
                </a:cubicBezTo>
                <a:cubicBezTo>
                  <a:pt x="3125881" y="6030522"/>
                  <a:pt x="3125881" y="5899041"/>
                  <a:pt x="3125881" y="5765034"/>
                </a:cubicBezTo>
                <a:cubicBezTo>
                  <a:pt x="2991874" y="5762504"/>
                  <a:pt x="2860393" y="5762504"/>
                  <a:pt x="2723862" y="5762504"/>
                </a:cubicBezTo>
                <a:close/>
                <a:moveTo>
                  <a:pt x="1879363" y="5762504"/>
                </a:moveTo>
                <a:cubicBezTo>
                  <a:pt x="1879363" y="5896516"/>
                  <a:pt x="1879363" y="6030522"/>
                  <a:pt x="1879363" y="6164528"/>
                </a:cubicBezTo>
                <a:cubicBezTo>
                  <a:pt x="2015900" y="6164528"/>
                  <a:pt x="2147376" y="6164528"/>
                  <a:pt x="2276327" y="6164528"/>
                </a:cubicBezTo>
                <a:cubicBezTo>
                  <a:pt x="2286443" y="6121543"/>
                  <a:pt x="2283913" y="5790317"/>
                  <a:pt x="2273796" y="5762504"/>
                </a:cubicBezTo>
                <a:cubicBezTo>
                  <a:pt x="2142320" y="5762504"/>
                  <a:pt x="2010839" y="5762504"/>
                  <a:pt x="1879363" y="5762504"/>
                </a:cubicBezTo>
                <a:close/>
                <a:moveTo>
                  <a:pt x="1462172" y="5762504"/>
                </a:moveTo>
                <a:cubicBezTo>
                  <a:pt x="1452056" y="5797903"/>
                  <a:pt x="1452056" y="6134184"/>
                  <a:pt x="1462172" y="6164528"/>
                </a:cubicBezTo>
                <a:cubicBezTo>
                  <a:pt x="1593648" y="6164528"/>
                  <a:pt x="1725130" y="6164528"/>
                  <a:pt x="1856605" y="6164528"/>
                </a:cubicBezTo>
                <a:cubicBezTo>
                  <a:pt x="1864191" y="6111432"/>
                  <a:pt x="1861666" y="5787792"/>
                  <a:pt x="1854075" y="5762504"/>
                </a:cubicBezTo>
                <a:cubicBezTo>
                  <a:pt x="1722599" y="5762504"/>
                  <a:pt x="1591123" y="5762504"/>
                  <a:pt x="1462172" y="5762504"/>
                </a:cubicBezTo>
                <a:close/>
                <a:moveTo>
                  <a:pt x="615143" y="5762504"/>
                </a:moveTo>
                <a:cubicBezTo>
                  <a:pt x="612619" y="5899041"/>
                  <a:pt x="612619" y="6030522"/>
                  <a:pt x="612619" y="6161998"/>
                </a:cubicBezTo>
                <a:cubicBezTo>
                  <a:pt x="655598" y="6169584"/>
                  <a:pt x="986824" y="6169584"/>
                  <a:pt x="1014637" y="6159473"/>
                </a:cubicBezTo>
                <a:cubicBezTo>
                  <a:pt x="1022223" y="6101315"/>
                  <a:pt x="1019693" y="5790317"/>
                  <a:pt x="1012107" y="5762504"/>
                </a:cubicBezTo>
                <a:cubicBezTo>
                  <a:pt x="880631" y="5762504"/>
                  <a:pt x="749155" y="5762504"/>
                  <a:pt x="615143" y="5762504"/>
                </a:cubicBezTo>
                <a:close/>
                <a:moveTo>
                  <a:pt x="8900015" y="5760501"/>
                </a:moveTo>
                <a:cubicBezTo>
                  <a:pt x="8791271" y="5760057"/>
                  <a:pt x="8660304" y="5762824"/>
                  <a:pt x="8642925" y="5767565"/>
                </a:cubicBezTo>
                <a:cubicBezTo>
                  <a:pt x="8642925" y="5899041"/>
                  <a:pt x="8642925" y="6030522"/>
                  <a:pt x="8642925" y="6164528"/>
                </a:cubicBezTo>
                <a:cubicBezTo>
                  <a:pt x="8776931" y="6164528"/>
                  <a:pt x="8908407" y="6164528"/>
                  <a:pt x="9042419" y="6164528"/>
                </a:cubicBezTo>
                <a:cubicBezTo>
                  <a:pt x="9042419" y="6030522"/>
                  <a:pt x="9042419" y="5896516"/>
                  <a:pt x="9042419" y="5765034"/>
                </a:cubicBezTo>
                <a:cubicBezTo>
                  <a:pt x="9022508" y="5762189"/>
                  <a:pt x="8965261" y="5760767"/>
                  <a:pt x="8900015" y="5760501"/>
                </a:cubicBezTo>
                <a:close/>
                <a:moveTo>
                  <a:pt x="6727951" y="5759345"/>
                </a:moveTo>
                <a:cubicBezTo>
                  <a:pt x="6635980" y="5759345"/>
                  <a:pt x="6545588" y="5761241"/>
                  <a:pt x="6531682" y="5765034"/>
                </a:cubicBezTo>
                <a:cubicBezTo>
                  <a:pt x="6524096" y="5820661"/>
                  <a:pt x="6526626" y="6134184"/>
                  <a:pt x="6534212" y="6161998"/>
                </a:cubicBezTo>
                <a:cubicBezTo>
                  <a:pt x="6665688" y="6161998"/>
                  <a:pt x="6797164" y="6161998"/>
                  <a:pt x="6931176" y="6161998"/>
                </a:cubicBezTo>
                <a:cubicBezTo>
                  <a:pt x="6933701" y="6030522"/>
                  <a:pt x="6933701" y="5896516"/>
                  <a:pt x="6933701" y="5765034"/>
                </a:cubicBezTo>
                <a:cubicBezTo>
                  <a:pt x="6913473" y="5761241"/>
                  <a:pt x="6819922" y="5759345"/>
                  <a:pt x="6727951" y="5759345"/>
                </a:cubicBezTo>
                <a:close/>
                <a:moveTo>
                  <a:pt x="11848467" y="5758641"/>
                </a:moveTo>
                <a:cubicBezTo>
                  <a:pt x="11741083" y="5758716"/>
                  <a:pt x="11616044" y="5761875"/>
                  <a:pt x="11598660" y="5765034"/>
                </a:cubicBezTo>
                <a:cubicBezTo>
                  <a:pt x="11598660" y="5896516"/>
                  <a:pt x="11598660" y="6027992"/>
                  <a:pt x="11598660" y="6161998"/>
                </a:cubicBezTo>
                <a:cubicBezTo>
                  <a:pt x="11735197" y="6164528"/>
                  <a:pt x="11866679" y="6164528"/>
                  <a:pt x="11998154" y="6164528"/>
                </a:cubicBezTo>
                <a:cubicBezTo>
                  <a:pt x="12005741" y="6121543"/>
                  <a:pt x="12005741" y="5790317"/>
                  <a:pt x="11995624" y="5762504"/>
                </a:cubicBezTo>
                <a:cubicBezTo>
                  <a:pt x="11970972" y="5759662"/>
                  <a:pt x="11912898" y="5758596"/>
                  <a:pt x="11848467" y="5758641"/>
                </a:cubicBezTo>
                <a:close/>
                <a:moveTo>
                  <a:pt x="440173" y="5758641"/>
                </a:moveTo>
                <a:cubicBezTo>
                  <a:pt x="332789" y="5758716"/>
                  <a:pt x="207750" y="5761875"/>
                  <a:pt x="190366" y="5765034"/>
                </a:cubicBezTo>
                <a:cubicBezTo>
                  <a:pt x="190366" y="5896516"/>
                  <a:pt x="190366" y="6027992"/>
                  <a:pt x="190366" y="6161998"/>
                </a:cubicBezTo>
                <a:cubicBezTo>
                  <a:pt x="326903" y="6164528"/>
                  <a:pt x="458385" y="6164528"/>
                  <a:pt x="589860" y="6164528"/>
                </a:cubicBezTo>
                <a:cubicBezTo>
                  <a:pt x="597446" y="6121543"/>
                  <a:pt x="597446" y="5790317"/>
                  <a:pt x="587330" y="5762504"/>
                </a:cubicBezTo>
                <a:cubicBezTo>
                  <a:pt x="562678" y="5759662"/>
                  <a:pt x="504603" y="5758596"/>
                  <a:pt x="440173" y="5758641"/>
                </a:cubicBezTo>
                <a:close/>
                <a:moveTo>
                  <a:pt x="10166448" y="5757973"/>
                </a:moveTo>
                <a:cubicBezTo>
                  <a:pt x="10058569" y="5757529"/>
                  <a:pt x="9929580" y="5760293"/>
                  <a:pt x="9912200" y="5765034"/>
                </a:cubicBezTo>
                <a:cubicBezTo>
                  <a:pt x="9912200" y="5896516"/>
                  <a:pt x="9912200" y="6027992"/>
                  <a:pt x="9912200" y="6161998"/>
                </a:cubicBezTo>
                <a:cubicBezTo>
                  <a:pt x="10046206" y="6164528"/>
                  <a:pt x="10177682" y="6164528"/>
                  <a:pt x="10309164" y="6164528"/>
                </a:cubicBezTo>
                <a:cubicBezTo>
                  <a:pt x="10316750" y="6124073"/>
                  <a:pt x="10316750" y="5790317"/>
                  <a:pt x="10309164" y="5762504"/>
                </a:cubicBezTo>
                <a:cubicBezTo>
                  <a:pt x="10288303" y="5759662"/>
                  <a:pt x="10231176" y="5758240"/>
                  <a:pt x="10166448" y="5757973"/>
                </a:cubicBezTo>
                <a:close/>
                <a:moveTo>
                  <a:pt x="2553638" y="5757973"/>
                </a:moveTo>
                <a:cubicBezTo>
                  <a:pt x="2446007" y="5757529"/>
                  <a:pt x="2318993" y="5760293"/>
                  <a:pt x="2301610" y="5765034"/>
                </a:cubicBezTo>
                <a:cubicBezTo>
                  <a:pt x="2301610" y="5896516"/>
                  <a:pt x="2301610" y="6027992"/>
                  <a:pt x="2301610" y="6161998"/>
                </a:cubicBezTo>
                <a:cubicBezTo>
                  <a:pt x="2438146" y="6164528"/>
                  <a:pt x="2569628" y="6164528"/>
                  <a:pt x="2701103" y="6164528"/>
                </a:cubicBezTo>
                <a:cubicBezTo>
                  <a:pt x="2711214" y="6121543"/>
                  <a:pt x="2708690" y="5790317"/>
                  <a:pt x="2698573" y="5762504"/>
                </a:cubicBezTo>
                <a:cubicBezTo>
                  <a:pt x="2675817" y="5759662"/>
                  <a:pt x="2618216" y="5758240"/>
                  <a:pt x="2553638" y="5757973"/>
                </a:cubicBezTo>
                <a:close/>
                <a:moveTo>
                  <a:pt x="9909669" y="5342788"/>
                </a:moveTo>
                <a:cubicBezTo>
                  <a:pt x="9909669" y="5474264"/>
                  <a:pt x="9909669" y="5608270"/>
                  <a:pt x="9909669" y="5742282"/>
                </a:cubicBezTo>
                <a:cubicBezTo>
                  <a:pt x="9975407" y="5749862"/>
                  <a:pt x="10283875" y="5747338"/>
                  <a:pt x="10311688" y="5739751"/>
                </a:cubicBezTo>
                <a:cubicBezTo>
                  <a:pt x="10311688" y="5608270"/>
                  <a:pt x="10311688" y="5474264"/>
                  <a:pt x="10311688" y="5342788"/>
                </a:cubicBezTo>
                <a:cubicBezTo>
                  <a:pt x="10177682" y="5342788"/>
                  <a:pt x="10043676" y="5342788"/>
                  <a:pt x="9909669" y="5342788"/>
                </a:cubicBezTo>
                <a:close/>
                <a:moveTo>
                  <a:pt x="10756693" y="5340257"/>
                </a:moveTo>
                <a:cubicBezTo>
                  <a:pt x="10756693" y="5474264"/>
                  <a:pt x="10756693" y="5605745"/>
                  <a:pt x="10756693" y="5742282"/>
                </a:cubicBezTo>
                <a:cubicBezTo>
                  <a:pt x="10890699" y="5742282"/>
                  <a:pt x="11022180" y="5742282"/>
                  <a:pt x="11153656" y="5742282"/>
                </a:cubicBezTo>
                <a:cubicBezTo>
                  <a:pt x="11161242" y="5709407"/>
                  <a:pt x="11161242" y="5373126"/>
                  <a:pt x="11153656" y="5340257"/>
                </a:cubicBezTo>
                <a:cubicBezTo>
                  <a:pt x="11022180" y="5340257"/>
                  <a:pt x="10890699" y="5340257"/>
                  <a:pt x="10756693" y="5340257"/>
                </a:cubicBezTo>
                <a:close/>
                <a:moveTo>
                  <a:pt x="10331916" y="5340257"/>
                </a:moveTo>
                <a:cubicBezTo>
                  <a:pt x="10331916" y="5474264"/>
                  <a:pt x="10331916" y="5605745"/>
                  <a:pt x="10331916" y="5742282"/>
                </a:cubicBezTo>
                <a:cubicBezTo>
                  <a:pt x="10468453" y="5742282"/>
                  <a:pt x="10599934" y="5742282"/>
                  <a:pt x="10731410" y="5742282"/>
                </a:cubicBezTo>
                <a:cubicBezTo>
                  <a:pt x="10738996" y="5691711"/>
                  <a:pt x="10736465" y="5365540"/>
                  <a:pt x="10728879" y="5340257"/>
                </a:cubicBezTo>
                <a:cubicBezTo>
                  <a:pt x="10597404" y="5340257"/>
                  <a:pt x="10465922" y="5340257"/>
                  <a:pt x="10331916" y="5340257"/>
                </a:cubicBezTo>
                <a:close/>
                <a:moveTo>
                  <a:pt x="9487423" y="5340257"/>
                </a:moveTo>
                <a:cubicBezTo>
                  <a:pt x="9487423" y="5476794"/>
                  <a:pt x="9487423" y="5608270"/>
                  <a:pt x="9487423" y="5742282"/>
                </a:cubicBezTo>
                <a:cubicBezTo>
                  <a:pt x="9621429" y="5742282"/>
                  <a:pt x="9755436" y="5742282"/>
                  <a:pt x="9886911" y="5742282"/>
                </a:cubicBezTo>
                <a:cubicBezTo>
                  <a:pt x="9894497" y="5699297"/>
                  <a:pt x="9894497" y="5368071"/>
                  <a:pt x="9884381" y="5340257"/>
                </a:cubicBezTo>
                <a:cubicBezTo>
                  <a:pt x="9752905" y="5340257"/>
                  <a:pt x="9621429" y="5340257"/>
                  <a:pt x="9487423" y="5340257"/>
                </a:cubicBezTo>
                <a:close/>
                <a:moveTo>
                  <a:pt x="8220673" y="5340257"/>
                </a:moveTo>
                <a:cubicBezTo>
                  <a:pt x="8220673" y="5474264"/>
                  <a:pt x="8220673" y="5608270"/>
                  <a:pt x="8220673" y="5739751"/>
                </a:cubicBezTo>
                <a:cubicBezTo>
                  <a:pt x="8283886" y="5747338"/>
                  <a:pt x="8594884" y="5744807"/>
                  <a:pt x="8622697" y="5737221"/>
                </a:cubicBezTo>
                <a:cubicBezTo>
                  <a:pt x="8622697" y="5605745"/>
                  <a:pt x="8622697" y="5474264"/>
                  <a:pt x="8622697" y="5340257"/>
                </a:cubicBezTo>
                <a:cubicBezTo>
                  <a:pt x="8488691" y="5340257"/>
                  <a:pt x="8354685" y="5340257"/>
                  <a:pt x="8220673" y="5340257"/>
                </a:cubicBezTo>
                <a:close/>
                <a:moveTo>
                  <a:pt x="7378705" y="5340257"/>
                </a:moveTo>
                <a:cubicBezTo>
                  <a:pt x="7368594" y="5383243"/>
                  <a:pt x="7371119" y="5714463"/>
                  <a:pt x="7381236" y="5742282"/>
                </a:cubicBezTo>
                <a:cubicBezTo>
                  <a:pt x="7436863" y="5749862"/>
                  <a:pt x="7750386" y="5747338"/>
                  <a:pt x="7778199" y="5739751"/>
                </a:cubicBezTo>
                <a:cubicBezTo>
                  <a:pt x="7778199" y="5608270"/>
                  <a:pt x="7778199" y="5476794"/>
                  <a:pt x="7778199" y="5342788"/>
                </a:cubicBezTo>
                <a:cubicBezTo>
                  <a:pt x="7641662" y="5340257"/>
                  <a:pt x="7510187" y="5340257"/>
                  <a:pt x="7378705" y="5340257"/>
                </a:cubicBezTo>
                <a:close/>
                <a:moveTo>
                  <a:pt x="6529151" y="5340257"/>
                </a:moveTo>
                <a:cubicBezTo>
                  <a:pt x="6529151" y="5474264"/>
                  <a:pt x="6529151" y="5605745"/>
                  <a:pt x="6529151" y="5742282"/>
                </a:cubicBezTo>
                <a:cubicBezTo>
                  <a:pt x="6665688" y="5742282"/>
                  <a:pt x="6797164" y="5742282"/>
                  <a:pt x="6931176" y="5742282"/>
                </a:cubicBezTo>
                <a:cubicBezTo>
                  <a:pt x="6938762" y="5681594"/>
                  <a:pt x="6936231" y="5368071"/>
                  <a:pt x="6928645" y="5340257"/>
                </a:cubicBezTo>
                <a:cubicBezTo>
                  <a:pt x="6797164" y="5340257"/>
                  <a:pt x="6663157" y="5340257"/>
                  <a:pt x="6529151" y="5340257"/>
                </a:cubicBezTo>
                <a:close/>
                <a:moveTo>
                  <a:pt x="6106905" y="5340257"/>
                </a:moveTo>
                <a:cubicBezTo>
                  <a:pt x="6096788" y="5390829"/>
                  <a:pt x="6099319" y="5716993"/>
                  <a:pt x="6109436" y="5742282"/>
                </a:cubicBezTo>
                <a:cubicBezTo>
                  <a:pt x="6243442" y="5742282"/>
                  <a:pt x="6372387" y="5742282"/>
                  <a:pt x="6508924" y="5742282"/>
                </a:cubicBezTo>
                <a:cubicBezTo>
                  <a:pt x="6508924" y="5605745"/>
                  <a:pt x="6508924" y="5474264"/>
                  <a:pt x="6508924" y="5340257"/>
                </a:cubicBezTo>
                <a:cubicBezTo>
                  <a:pt x="6372387" y="5340257"/>
                  <a:pt x="6240911" y="5340257"/>
                  <a:pt x="6106905" y="5340257"/>
                </a:cubicBezTo>
                <a:close/>
                <a:moveTo>
                  <a:pt x="5684653" y="5340257"/>
                </a:moveTo>
                <a:cubicBezTo>
                  <a:pt x="5677073" y="5383243"/>
                  <a:pt x="5677073" y="5714463"/>
                  <a:pt x="5687184" y="5742282"/>
                </a:cubicBezTo>
                <a:cubicBezTo>
                  <a:pt x="5740280" y="5749862"/>
                  <a:pt x="6056333" y="5747338"/>
                  <a:pt x="6084147" y="5739751"/>
                </a:cubicBezTo>
                <a:cubicBezTo>
                  <a:pt x="6084147" y="5608270"/>
                  <a:pt x="6084147" y="5476794"/>
                  <a:pt x="6084147" y="5342788"/>
                </a:cubicBezTo>
                <a:cubicBezTo>
                  <a:pt x="5950141" y="5340257"/>
                  <a:pt x="5816135" y="5340257"/>
                  <a:pt x="5684653" y="5340257"/>
                </a:cubicBezTo>
                <a:close/>
                <a:moveTo>
                  <a:pt x="5259876" y="5340257"/>
                </a:moveTo>
                <a:cubicBezTo>
                  <a:pt x="5259876" y="5474264"/>
                  <a:pt x="5259876" y="5608270"/>
                  <a:pt x="5259876" y="5739751"/>
                </a:cubicBezTo>
                <a:cubicBezTo>
                  <a:pt x="5302862" y="5747338"/>
                  <a:pt x="5634087" y="5747338"/>
                  <a:pt x="5661901" y="5737221"/>
                </a:cubicBezTo>
                <a:cubicBezTo>
                  <a:pt x="5661901" y="5605745"/>
                  <a:pt x="5661901" y="5474264"/>
                  <a:pt x="5661901" y="5340257"/>
                </a:cubicBezTo>
                <a:cubicBezTo>
                  <a:pt x="5525364" y="5340257"/>
                  <a:pt x="5393883" y="5340257"/>
                  <a:pt x="5259876" y="5340257"/>
                </a:cubicBezTo>
                <a:close/>
                <a:moveTo>
                  <a:pt x="4415383" y="5340257"/>
                </a:moveTo>
                <a:cubicBezTo>
                  <a:pt x="4415383" y="5476794"/>
                  <a:pt x="4415383" y="5608270"/>
                  <a:pt x="4415383" y="5742282"/>
                </a:cubicBezTo>
                <a:cubicBezTo>
                  <a:pt x="4549390" y="5742282"/>
                  <a:pt x="4680865" y="5742282"/>
                  <a:pt x="4812347" y="5742282"/>
                </a:cubicBezTo>
                <a:cubicBezTo>
                  <a:pt x="4819933" y="5699297"/>
                  <a:pt x="4819933" y="5368071"/>
                  <a:pt x="4809816" y="5340257"/>
                </a:cubicBezTo>
                <a:cubicBezTo>
                  <a:pt x="4680865" y="5340257"/>
                  <a:pt x="4549390" y="5340257"/>
                  <a:pt x="4415383" y="5340257"/>
                </a:cubicBezTo>
                <a:close/>
                <a:moveTo>
                  <a:pt x="3573410" y="5340257"/>
                </a:moveTo>
                <a:cubicBezTo>
                  <a:pt x="3565830" y="5388298"/>
                  <a:pt x="3568354" y="5711938"/>
                  <a:pt x="3575940" y="5739751"/>
                </a:cubicBezTo>
                <a:cubicBezTo>
                  <a:pt x="3616395" y="5747338"/>
                  <a:pt x="3945090" y="5744807"/>
                  <a:pt x="3972904" y="5737221"/>
                </a:cubicBezTo>
                <a:cubicBezTo>
                  <a:pt x="3972904" y="5605745"/>
                  <a:pt x="3972904" y="5474264"/>
                  <a:pt x="3972904" y="5340257"/>
                </a:cubicBezTo>
                <a:cubicBezTo>
                  <a:pt x="3836373" y="5340257"/>
                  <a:pt x="3704891" y="5340257"/>
                  <a:pt x="3573410" y="5340257"/>
                </a:cubicBezTo>
                <a:close/>
                <a:moveTo>
                  <a:pt x="2726387" y="5340257"/>
                </a:moveTo>
                <a:cubicBezTo>
                  <a:pt x="2726387" y="5476794"/>
                  <a:pt x="2726387" y="5608270"/>
                  <a:pt x="2726387" y="5742282"/>
                </a:cubicBezTo>
                <a:cubicBezTo>
                  <a:pt x="2860393" y="5742282"/>
                  <a:pt x="2994405" y="5742282"/>
                  <a:pt x="3125881" y="5742282"/>
                </a:cubicBezTo>
                <a:cubicBezTo>
                  <a:pt x="3133466" y="5699297"/>
                  <a:pt x="3133466" y="5368071"/>
                  <a:pt x="3123350" y="5340257"/>
                </a:cubicBezTo>
                <a:cubicBezTo>
                  <a:pt x="2991874" y="5340257"/>
                  <a:pt x="2860393" y="5340257"/>
                  <a:pt x="2726387" y="5340257"/>
                </a:cubicBezTo>
                <a:close/>
                <a:moveTo>
                  <a:pt x="2304140" y="5340257"/>
                </a:moveTo>
                <a:cubicBezTo>
                  <a:pt x="2304140" y="5476794"/>
                  <a:pt x="2304140" y="5608270"/>
                  <a:pt x="2304140" y="5742282"/>
                </a:cubicBezTo>
                <a:cubicBezTo>
                  <a:pt x="2438146" y="5742282"/>
                  <a:pt x="2569628" y="5742282"/>
                  <a:pt x="2701103" y="5742282"/>
                </a:cubicBezTo>
                <a:cubicBezTo>
                  <a:pt x="2711214" y="5699297"/>
                  <a:pt x="2708690" y="5368071"/>
                  <a:pt x="2698573" y="5340257"/>
                </a:cubicBezTo>
                <a:cubicBezTo>
                  <a:pt x="2569628" y="5340257"/>
                  <a:pt x="2438146" y="5340257"/>
                  <a:pt x="2304140" y="5340257"/>
                </a:cubicBezTo>
                <a:close/>
                <a:moveTo>
                  <a:pt x="1879363" y="5340257"/>
                </a:moveTo>
                <a:cubicBezTo>
                  <a:pt x="1879363" y="5476794"/>
                  <a:pt x="1879363" y="5608270"/>
                  <a:pt x="1879363" y="5742282"/>
                </a:cubicBezTo>
                <a:cubicBezTo>
                  <a:pt x="2013369" y="5742282"/>
                  <a:pt x="2144845" y="5742282"/>
                  <a:pt x="2276327" y="5742282"/>
                </a:cubicBezTo>
                <a:cubicBezTo>
                  <a:pt x="2283913" y="5701821"/>
                  <a:pt x="2283913" y="5368071"/>
                  <a:pt x="2276327" y="5340257"/>
                </a:cubicBezTo>
                <a:cubicBezTo>
                  <a:pt x="2144845" y="5340257"/>
                  <a:pt x="2013369" y="5340257"/>
                  <a:pt x="1879363" y="5340257"/>
                </a:cubicBezTo>
                <a:close/>
                <a:moveTo>
                  <a:pt x="1462172" y="5340257"/>
                </a:moveTo>
                <a:cubicBezTo>
                  <a:pt x="1452056" y="5388298"/>
                  <a:pt x="1454586" y="5716993"/>
                  <a:pt x="1464697" y="5742282"/>
                </a:cubicBezTo>
                <a:cubicBezTo>
                  <a:pt x="1593648" y="5742282"/>
                  <a:pt x="1725130" y="5742282"/>
                  <a:pt x="1859136" y="5742282"/>
                </a:cubicBezTo>
                <a:cubicBezTo>
                  <a:pt x="1859136" y="5605745"/>
                  <a:pt x="1859136" y="5474264"/>
                  <a:pt x="1859136" y="5340257"/>
                </a:cubicBezTo>
                <a:cubicBezTo>
                  <a:pt x="1725130" y="5340257"/>
                  <a:pt x="1593648" y="5340257"/>
                  <a:pt x="1462172" y="5340257"/>
                </a:cubicBezTo>
                <a:close/>
                <a:moveTo>
                  <a:pt x="615143" y="5340257"/>
                </a:moveTo>
                <a:cubicBezTo>
                  <a:pt x="607557" y="5385768"/>
                  <a:pt x="607557" y="5716993"/>
                  <a:pt x="617674" y="5742282"/>
                </a:cubicBezTo>
                <a:cubicBezTo>
                  <a:pt x="675826" y="5749862"/>
                  <a:pt x="986824" y="5747338"/>
                  <a:pt x="1014637" y="5739751"/>
                </a:cubicBezTo>
                <a:cubicBezTo>
                  <a:pt x="1014637" y="5608270"/>
                  <a:pt x="1014637" y="5476794"/>
                  <a:pt x="1014637" y="5340257"/>
                </a:cubicBezTo>
                <a:cubicBezTo>
                  <a:pt x="878100" y="5340257"/>
                  <a:pt x="746625" y="5340257"/>
                  <a:pt x="615143" y="5340257"/>
                </a:cubicBezTo>
                <a:close/>
                <a:moveTo>
                  <a:pt x="190366" y="5340257"/>
                </a:moveTo>
                <a:cubicBezTo>
                  <a:pt x="190366" y="5476794"/>
                  <a:pt x="190366" y="5608270"/>
                  <a:pt x="190366" y="5742282"/>
                </a:cubicBezTo>
                <a:cubicBezTo>
                  <a:pt x="324372" y="5742282"/>
                  <a:pt x="458385" y="5742282"/>
                  <a:pt x="592391" y="5742282"/>
                </a:cubicBezTo>
                <a:cubicBezTo>
                  <a:pt x="592391" y="5608270"/>
                  <a:pt x="592391" y="5476794"/>
                  <a:pt x="592391" y="5340257"/>
                </a:cubicBezTo>
                <a:cubicBezTo>
                  <a:pt x="458385" y="5340257"/>
                  <a:pt x="326903" y="5340257"/>
                  <a:pt x="190366" y="5340257"/>
                </a:cubicBezTo>
                <a:close/>
                <a:moveTo>
                  <a:pt x="11862676" y="5338255"/>
                </a:moveTo>
                <a:cubicBezTo>
                  <a:pt x="11752304" y="5337811"/>
                  <a:pt x="11616993" y="5340576"/>
                  <a:pt x="11601191" y="5345313"/>
                </a:cubicBezTo>
                <a:cubicBezTo>
                  <a:pt x="11593605" y="5411051"/>
                  <a:pt x="11596136" y="5714463"/>
                  <a:pt x="11606246" y="5742282"/>
                </a:cubicBezTo>
                <a:cubicBezTo>
                  <a:pt x="11737728" y="5742282"/>
                  <a:pt x="11869204" y="5742282"/>
                  <a:pt x="12003210" y="5742282"/>
                </a:cubicBezTo>
                <a:cubicBezTo>
                  <a:pt x="12003210" y="5608270"/>
                  <a:pt x="12003210" y="5476794"/>
                  <a:pt x="12003210" y="5342788"/>
                </a:cubicBezTo>
                <a:cubicBezTo>
                  <a:pt x="11986144" y="5339944"/>
                  <a:pt x="11928899" y="5338522"/>
                  <a:pt x="11862676" y="5338255"/>
                </a:cubicBezTo>
                <a:close/>
                <a:moveTo>
                  <a:pt x="7214304" y="5338255"/>
                </a:moveTo>
                <a:cubicBezTo>
                  <a:pt x="7104054" y="5337811"/>
                  <a:pt x="6969730" y="5340576"/>
                  <a:pt x="6953928" y="5345313"/>
                </a:cubicBezTo>
                <a:cubicBezTo>
                  <a:pt x="6946342" y="5413581"/>
                  <a:pt x="6948873" y="5714463"/>
                  <a:pt x="6958989" y="5742282"/>
                </a:cubicBezTo>
                <a:cubicBezTo>
                  <a:pt x="7007024" y="5749862"/>
                  <a:pt x="7328139" y="5747338"/>
                  <a:pt x="7355953" y="5739751"/>
                </a:cubicBezTo>
                <a:cubicBezTo>
                  <a:pt x="7355953" y="5608270"/>
                  <a:pt x="7355953" y="5476794"/>
                  <a:pt x="7355953" y="5342788"/>
                </a:cubicBezTo>
                <a:cubicBezTo>
                  <a:pt x="7337937" y="5339944"/>
                  <a:pt x="7280454" y="5338522"/>
                  <a:pt x="7214304" y="5338255"/>
                </a:cubicBezTo>
                <a:close/>
                <a:moveTo>
                  <a:pt x="5100893" y="5338255"/>
                </a:moveTo>
                <a:cubicBezTo>
                  <a:pt x="4990917" y="5337811"/>
                  <a:pt x="4855013" y="5340576"/>
                  <a:pt x="4837630" y="5345313"/>
                </a:cubicBezTo>
                <a:cubicBezTo>
                  <a:pt x="4837630" y="5476794"/>
                  <a:pt x="4837630" y="5608270"/>
                  <a:pt x="4837630" y="5739751"/>
                </a:cubicBezTo>
                <a:cubicBezTo>
                  <a:pt x="4888195" y="5747338"/>
                  <a:pt x="5211841" y="5744807"/>
                  <a:pt x="5239648" y="5737221"/>
                </a:cubicBezTo>
                <a:cubicBezTo>
                  <a:pt x="5239648" y="5605745"/>
                  <a:pt x="5239648" y="5474264"/>
                  <a:pt x="5239648" y="5342788"/>
                </a:cubicBezTo>
                <a:cubicBezTo>
                  <a:pt x="5223531" y="5339944"/>
                  <a:pt x="5166879" y="5338522"/>
                  <a:pt x="5100893" y="5338255"/>
                </a:cubicBezTo>
                <a:close/>
                <a:moveTo>
                  <a:pt x="7990588" y="5337414"/>
                </a:moveTo>
                <a:cubicBezTo>
                  <a:pt x="7899564" y="5337730"/>
                  <a:pt x="7811068" y="5340258"/>
                  <a:pt x="7798427" y="5345313"/>
                </a:cubicBezTo>
                <a:cubicBezTo>
                  <a:pt x="7790840" y="5398409"/>
                  <a:pt x="7793371" y="5714463"/>
                  <a:pt x="7800957" y="5742282"/>
                </a:cubicBezTo>
                <a:cubicBezTo>
                  <a:pt x="7932433" y="5742282"/>
                  <a:pt x="8063914" y="5742282"/>
                  <a:pt x="8197920" y="5742282"/>
                </a:cubicBezTo>
                <a:cubicBezTo>
                  <a:pt x="8197920" y="5605745"/>
                  <a:pt x="8197920" y="5474264"/>
                  <a:pt x="8197920" y="5342788"/>
                </a:cubicBezTo>
                <a:cubicBezTo>
                  <a:pt x="8175165" y="5338995"/>
                  <a:pt x="8081612" y="5337099"/>
                  <a:pt x="7990588" y="5337414"/>
                </a:cubicBezTo>
                <a:close/>
                <a:moveTo>
                  <a:pt x="9263338" y="5337099"/>
                </a:moveTo>
                <a:cubicBezTo>
                  <a:pt x="9171367" y="5337099"/>
                  <a:pt x="9080343" y="5338995"/>
                  <a:pt x="9065171" y="5342788"/>
                </a:cubicBezTo>
                <a:cubicBezTo>
                  <a:pt x="9065171" y="5474264"/>
                  <a:pt x="9065171" y="5605745"/>
                  <a:pt x="9065171" y="5742282"/>
                </a:cubicBezTo>
                <a:cubicBezTo>
                  <a:pt x="9201708" y="5742282"/>
                  <a:pt x="9333184" y="5742282"/>
                  <a:pt x="9467190" y="5742282"/>
                </a:cubicBezTo>
                <a:cubicBezTo>
                  <a:pt x="9467190" y="5608270"/>
                  <a:pt x="9467190" y="5476794"/>
                  <a:pt x="9467190" y="5342788"/>
                </a:cubicBezTo>
                <a:cubicBezTo>
                  <a:pt x="9448228" y="5338995"/>
                  <a:pt x="9355309" y="5337099"/>
                  <a:pt x="9263338" y="5337099"/>
                </a:cubicBezTo>
                <a:close/>
                <a:moveTo>
                  <a:pt x="3393690" y="5336525"/>
                </a:moveTo>
                <a:cubicBezTo>
                  <a:pt x="3286554" y="5336822"/>
                  <a:pt x="3163491" y="5340576"/>
                  <a:pt x="3146108" y="5345313"/>
                </a:cubicBezTo>
                <a:cubicBezTo>
                  <a:pt x="3146108" y="5476794"/>
                  <a:pt x="3146108" y="5608270"/>
                  <a:pt x="3146108" y="5742282"/>
                </a:cubicBezTo>
                <a:cubicBezTo>
                  <a:pt x="3282645" y="5742282"/>
                  <a:pt x="3414121" y="5742282"/>
                  <a:pt x="3545602" y="5742282"/>
                </a:cubicBezTo>
                <a:cubicBezTo>
                  <a:pt x="3553188" y="5699297"/>
                  <a:pt x="3553188" y="5365540"/>
                  <a:pt x="3543071" y="5340257"/>
                </a:cubicBezTo>
                <a:cubicBezTo>
                  <a:pt x="3516522" y="5337412"/>
                  <a:pt x="3457973" y="5336346"/>
                  <a:pt x="3393690" y="5336525"/>
                </a:cubicBezTo>
                <a:close/>
                <a:moveTo>
                  <a:pt x="8893839" y="5335857"/>
                </a:moveTo>
                <a:cubicBezTo>
                  <a:pt x="8786331" y="5335635"/>
                  <a:pt x="8660304" y="5338994"/>
                  <a:pt x="8642925" y="5345313"/>
                </a:cubicBezTo>
                <a:cubicBezTo>
                  <a:pt x="8642925" y="5476794"/>
                  <a:pt x="8642925" y="5608270"/>
                  <a:pt x="8642925" y="5742282"/>
                </a:cubicBezTo>
                <a:cubicBezTo>
                  <a:pt x="8779462" y="5742282"/>
                  <a:pt x="8908407" y="5742282"/>
                  <a:pt x="9039888" y="5742282"/>
                </a:cubicBezTo>
                <a:cubicBezTo>
                  <a:pt x="9049999" y="5704352"/>
                  <a:pt x="9047474" y="5370602"/>
                  <a:pt x="9039888" y="5340257"/>
                </a:cubicBezTo>
                <a:cubicBezTo>
                  <a:pt x="9016183" y="5337412"/>
                  <a:pt x="8958344" y="5335990"/>
                  <a:pt x="8893839" y="5335857"/>
                </a:cubicBezTo>
                <a:close/>
                <a:moveTo>
                  <a:pt x="4241697" y="5335857"/>
                </a:moveTo>
                <a:cubicBezTo>
                  <a:pt x="4134212" y="5335635"/>
                  <a:pt x="4009568" y="5338994"/>
                  <a:pt x="3990606" y="5345313"/>
                </a:cubicBezTo>
                <a:cubicBezTo>
                  <a:pt x="3990606" y="5476794"/>
                  <a:pt x="3990606" y="5608270"/>
                  <a:pt x="3990606" y="5742282"/>
                </a:cubicBezTo>
                <a:cubicBezTo>
                  <a:pt x="4127137" y="5742282"/>
                  <a:pt x="4261150" y="5742282"/>
                  <a:pt x="4392625" y="5742282"/>
                </a:cubicBezTo>
                <a:cubicBezTo>
                  <a:pt x="4400211" y="5696766"/>
                  <a:pt x="4397681" y="5368071"/>
                  <a:pt x="4390100" y="5340257"/>
                </a:cubicBezTo>
                <a:cubicBezTo>
                  <a:pt x="4364500" y="5337412"/>
                  <a:pt x="4306187" y="5335990"/>
                  <a:pt x="4241697" y="5335857"/>
                </a:cubicBezTo>
                <a:close/>
                <a:moveTo>
                  <a:pt x="11431776" y="5335724"/>
                </a:moveTo>
                <a:cubicBezTo>
                  <a:pt x="11323775" y="5335280"/>
                  <a:pt x="11193798" y="5338047"/>
                  <a:pt x="11176414" y="5342788"/>
                </a:cubicBezTo>
                <a:cubicBezTo>
                  <a:pt x="11168828" y="5403470"/>
                  <a:pt x="11171359" y="5711938"/>
                  <a:pt x="11178945" y="5739751"/>
                </a:cubicBezTo>
                <a:cubicBezTo>
                  <a:pt x="11312951" y="5742282"/>
                  <a:pt x="11444427" y="5742282"/>
                  <a:pt x="11573378" y="5742282"/>
                </a:cubicBezTo>
                <a:cubicBezTo>
                  <a:pt x="11580964" y="5709407"/>
                  <a:pt x="11580964" y="5370602"/>
                  <a:pt x="11573378" y="5340257"/>
                </a:cubicBezTo>
                <a:cubicBezTo>
                  <a:pt x="11553467" y="5337412"/>
                  <a:pt x="11496577" y="5335990"/>
                  <a:pt x="11431776" y="5335724"/>
                </a:cubicBezTo>
                <a:close/>
                <a:moveTo>
                  <a:pt x="1293066" y="5335724"/>
                </a:moveTo>
                <a:cubicBezTo>
                  <a:pt x="1184200" y="5335280"/>
                  <a:pt x="1052248" y="5338047"/>
                  <a:pt x="1034865" y="5342788"/>
                </a:cubicBezTo>
                <a:cubicBezTo>
                  <a:pt x="1034865" y="5476794"/>
                  <a:pt x="1034865" y="5605745"/>
                  <a:pt x="1034865" y="5739751"/>
                </a:cubicBezTo>
                <a:cubicBezTo>
                  <a:pt x="1082906" y="5747338"/>
                  <a:pt x="1409076" y="5744807"/>
                  <a:pt x="1434359" y="5737221"/>
                </a:cubicBezTo>
                <a:cubicBezTo>
                  <a:pt x="1434359" y="5605745"/>
                  <a:pt x="1434359" y="5471739"/>
                  <a:pt x="1434359" y="5340257"/>
                </a:cubicBezTo>
                <a:cubicBezTo>
                  <a:pt x="1415394" y="5337412"/>
                  <a:pt x="1358386" y="5335990"/>
                  <a:pt x="1293066" y="5335724"/>
                </a:cubicBezTo>
                <a:close/>
                <a:moveTo>
                  <a:pt x="11178945" y="4918011"/>
                </a:moveTo>
                <a:cubicBezTo>
                  <a:pt x="11178945" y="5052017"/>
                  <a:pt x="11178945" y="5186024"/>
                  <a:pt x="11178945" y="5317505"/>
                </a:cubicBezTo>
                <a:cubicBezTo>
                  <a:pt x="11312951" y="5317505"/>
                  <a:pt x="11444427" y="5317505"/>
                  <a:pt x="11578433" y="5317505"/>
                </a:cubicBezTo>
                <a:cubicBezTo>
                  <a:pt x="11578433" y="5183493"/>
                  <a:pt x="11578433" y="5052017"/>
                  <a:pt x="11578433" y="4918011"/>
                </a:cubicBezTo>
                <a:cubicBezTo>
                  <a:pt x="11444427" y="4918011"/>
                  <a:pt x="11312951" y="4918011"/>
                  <a:pt x="11178945" y="4918011"/>
                </a:cubicBezTo>
                <a:close/>
                <a:moveTo>
                  <a:pt x="10754168" y="4918011"/>
                </a:moveTo>
                <a:cubicBezTo>
                  <a:pt x="10754168" y="5052017"/>
                  <a:pt x="10754168" y="5183493"/>
                  <a:pt x="10754168" y="5317505"/>
                </a:cubicBezTo>
                <a:cubicBezTo>
                  <a:pt x="10890699" y="5317505"/>
                  <a:pt x="11022180" y="5317505"/>
                  <a:pt x="11156187" y="5317505"/>
                </a:cubicBezTo>
                <a:cubicBezTo>
                  <a:pt x="11156187" y="5183493"/>
                  <a:pt x="11156187" y="5052017"/>
                  <a:pt x="11156187" y="4918011"/>
                </a:cubicBezTo>
                <a:cubicBezTo>
                  <a:pt x="11022180" y="4918011"/>
                  <a:pt x="10890699" y="4918011"/>
                  <a:pt x="10754168" y="4918011"/>
                </a:cubicBezTo>
                <a:close/>
                <a:moveTo>
                  <a:pt x="10331916" y="4918011"/>
                </a:moveTo>
                <a:cubicBezTo>
                  <a:pt x="10331916" y="5052017"/>
                  <a:pt x="10331916" y="5183493"/>
                  <a:pt x="10331916" y="5317505"/>
                </a:cubicBezTo>
                <a:cubicBezTo>
                  <a:pt x="10465922" y="5317505"/>
                  <a:pt x="10599934" y="5317505"/>
                  <a:pt x="10733940" y="5317505"/>
                </a:cubicBezTo>
                <a:cubicBezTo>
                  <a:pt x="10733940" y="5183493"/>
                  <a:pt x="10733940" y="5052017"/>
                  <a:pt x="10733940" y="4918011"/>
                </a:cubicBezTo>
                <a:cubicBezTo>
                  <a:pt x="10599934" y="4918011"/>
                  <a:pt x="10468453" y="4918011"/>
                  <a:pt x="10331916" y="4918011"/>
                </a:cubicBezTo>
                <a:close/>
                <a:moveTo>
                  <a:pt x="7376180" y="4918011"/>
                </a:moveTo>
                <a:cubicBezTo>
                  <a:pt x="7376180" y="5052017"/>
                  <a:pt x="7376180" y="5183493"/>
                  <a:pt x="7376180" y="5320030"/>
                </a:cubicBezTo>
                <a:cubicBezTo>
                  <a:pt x="7510187" y="5320030"/>
                  <a:pt x="7644193" y="5320030"/>
                  <a:pt x="7778199" y="5320030"/>
                </a:cubicBezTo>
                <a:cubicBezTo>
                  <a:pt x="7778199" y="5183493"/>
                  <a:pt x="7778199" y="5052017"/>
                  <a:pt x="7778199" y="4918011"/>
                </a:cubicBezTo>
                <a:cubicBezTo>
                  <a:pt x="7644193" y="4918011"/>
                  <a:pt x="7512711" y="4918011"/>
                  <a:pt x="7376180" y="4918011"/>
                </a:cubicBezTo>
                <a:close/>
                <a:moveTo>
                  <a:pt x="6951403" y="4918011"/>
                </a:moveTo>
                <a:cubicBezTo>
                  <a:pt x="6951403" y="5052017"/>
                  <a:pt x="6951403" y="5183493"/>
                  <a:pt x="6951403" y="5314975"/>
                </a:cubicBezTo>
                <a:cubicBezTo>
                  <a:pt x="6989328" y="5322561"/>
                  <a:pt x="7323084" y="5322561"/>
                  <a:pt x="7353422" y="5314975"/>
                </a:cubicBezTo>
                <a:cubicBezTo>
                  <a:pt x="7353422" y="5183493"/>
                  <a:pt x="7353422" y="5052017"/>
                  <a:pt x="7353422" y="4918011"/>
                </a:cubicBezTo>
                <a:cubicBezTo>
                  <a:pt x="7219416" y="4918011"/>
                  <a:pt x="7087934" y="4918011"/>
                  <a:pt x="6951403" y="4918011"/>
                </a:cubicBezTo>
                <a:close/>
                <a:moveTo>
                  <a:pt x="4415383" y="4918011"/>
                </a:moveTo>
                <a:cubicBezTo>
                  <a:pt x="4415383" y="5052017"/>
                  <a:pt x="4415383" y="5183493"/>
                  <a:pt x="4415383" y="5317505"/>
                </a:cubicBezTo>
                <a:cubicBezTo>
                  <a:pt x="4549390" y="5317505"/>
                  <a:pt x="4680865" y="5317505"/>
                  <a:pt x="4814877" y="5317505"/>
                </a:cubicBezTo>
                <a:cubicBezTo>
                  <a:pt x="4814877" y="5183493"/>
                  <a:pt x="4814877" y="5052017"/>
                  <a:pt x="4814877" y="4918011"/>
                </a:cubicBezTo>
                <a:cubicBezTo>
                  <a:pt x="4680865" y="4918011"/>
                  <a:pt x="4549390" y="4918011"/>
                  <a:pt x="4415383" y="4918011"/>
                </a:cubicBezTo>
                <a:close/>
                <a:moveTo>
                  <a:pt x="3570885" y="4918011"/>
                </a:moveTo>
                <a:cubicBezTo>
                  <a:pt x="3570885" y="5052017"/>
                  <a:pt x="3570885" y="5183493"/>
                  <a:pt x="3570885" y="5314975"/>
                </a:cubicBezTo>
                <a:cubicBezTo>
                  <a:pt x="3611340" y="5322561"/>
                  <a:pt x="3940035" y="5320030"/>
                  <a:pt x="3970379" y="5314975"/>
                </a:cubicBezTo>
                <a:cubicBezTo>
                  <a:pt x="3977959" y="5266934"/>
                  <a:pt x="3975434" y="4945825"/>
                  <a:pt x="3967848" y="4918011"/>
                </a:cubicBezTo>
                <a:cubicBezTo>
                  <a:pt x="3836373" y="4918011"/>
                  <a:pt x="3704891" y="4918011"/>
                  <a:pt x="3570885" y="4918011"/>
                </a:cubicBezTo>
                <a:close/>
                <a:moveTo>
                  <a:pt x="1879363" y="4918011"/>
                </a:moveTo>
                <a:cubicBezTo>
                  <a:pt x="1879363" y="5052017"/>
                  <a:pt x="1879363" y="5183493"/>
                  <a:pt x="1879363" y="5317505"/>
                </a:cubicBezTo>
                <a:cubicBezTo>
                  <a:pt x="2013369" y="5317505"/>
                  <a:pt x="2144845" y="5317505"/>
                  <a:pt x="2278857" y="5317505"/>
                </a:cubicBezTo>
                <a:cubicBezTo>
                  <a:pt x="2278857" y="5183493"/>
                  <a:pt x="2278857" y="5052017"/>
                  <a:pt x="2278857" y="4918011"/>
                </a:cubicBezTo>
                <a:cubicBezTo>
                  <a:pt x="2147376" y="4918011"/>
                  <a:pt x="2015900" y="4918011"/>
                  <a:pt x="1879363" y="4918011"/>
                </a:cubicBezTo>
                <a:close/>
                <a:moveTo>
                  <a:pt x="1457117" y="4918011"/>
                </a:moveTo>
                <a:cubicBezTo>
                  <a:pt x="1457117" y="5052017"/>
                  <a:pt x="1457117" y="5183493"/>
                  <a:pt x="1457117" y="5317505"/>
                </a:cubicBezTo>
                <a:cubicBezTo>
                  <a:pt x="1593648" y="5317505"/>
                  <a:pt x="1725130" y="5317505"/>
                  <a:pt x="1859136" y="5317505"/>
                </a:cubicBezTo>
                <a:cubicBezTo>
                  <a:pt x="1859136" y="5183493"/>
                  <a:pt x="1859136" y="5052017"/>
                  <a:pt x="1859136" y="4918011"/>
                </a:cubicBezTo>
                <a:cubicBezTo>
                  <a:pt x="1725130" y="4918011"/>
                  <a:pt x="1593648" y="4918011"/>
                  <a:pt x="1457117" y="4918011"/>
                </a:cubicBezTo>
                <a:close/>
                <a:moveTo>
                  <a:pt x="612619" y="4918011"/>
                </a:moveTo>
                <a:cubicBezTo>
                  <a:pt x="612619" y="5052017"/>
                  <a:pt x="612619" y="5183493"/>
                  <a:pt x="612619" y="5314975"/>
                </a:cubicBezTo>
                <a:cubicBezTo>
                  <a:pt x="650543" y="5322561"/>
                  <a:pt x="984299" y="5322561"/>
                  <a:pt x="1014637" y="5314975"/>
                </a:cubicBezTo>
                <a:cubicBezTo>
                  <a:pt x="1014637" y="5183493"/>
                  <a:pt x="1014637" y="5052017"/>
                  <a:pt x="1014637" y="4918011"/>
                </a:cubicBezTo>
                <a:cubicBezTo>
                  <a:pt x="880631" y="4918011"/>
                  <a:pt x="746625" y="4918011"/>
                  <a:pt x="612619" y="4918011"/>
                </a:cubicBezTo>
                <a:close/>
                <a:moveTo>
                  <a:pt x="8908764" y="4916005"/>
                </a:moveTo>
                <a:cubicBezTo>
                  <a:pt x="8799923" y="4915561"/>
                  <a:pt x="8664415" y="4918325"/>
                  <a:pt x="8645449" y="4923067"/>
                </a:cubicBezTo>
                <a:cubicBezTo>
                  <a:pt x="8645449" y="5054542"/>
                  <a:pt x="8645449" y="5186024"/>
                  <a:pt x="8645449" y="5320030"/>
                </a:cubicBezTo>
                <a:cubicBezTo>
                  <a:pt x="8779462" y="5317505"/>
                  <a:pt x="8910937" y="5317505"/>
                  <a:pt x="9044944" y="5317505"/>
                </a:cubicBezTo>
                <a:cubicBezTo>
                  <a:pt x="9044944" y="5183493"/>
                  <a:pt x="9044944" y="5052017"/>
                  <a:pt x="9044944" y="4920536"/>
                </a:cubicBezTo>
                <a:cubicBezTo>
                  <a:pt x="9029773" y="4917694"/>
                  <a:pt x="8974069" y="4916272"/>
                  <a:pt x="8908764" y="4916005"/>
                </a:cubicBezTo>
                <a:close/>
                <a:moveTo>
                  <a:pt x="6370169" y="4916005"/>
                </a:moveTo>
                <a:cubicBezTo>
                  <a:pt x="6260192" y="4915561"/>
                  <a:pt x="6124288" y="4918325"/>
                  <a:pt x="6106905" y="4923067"/>
                </a:cubicBezTo>
                <a:cubicBezTo>
                  <a:pt x="6099319" y="4971108"/>
                  <a:pt x="6101850" y="5292216"/>
                  <a:pt x="6109436" y="5320030"/>
                </a:cubicBezTo>
                <a:cubicBezTo>
                  <a:pt x="6243442" y="5317505"/>
                  <a:pt x="6374917" y="5317505"/>
                  <a:pt x="6508924" y="5317505"/>
                </a:cubicBezTo>
                <a:cubicBezTo>
                  <a:pt x="6508924" y="5183493"/>
                  <a:pt x="6508924" y="5052017"/>
                  <a:pt x="6508924" y="4920536"/>
                </a:cubicBezTo>
                <a:cubicBezTo>
                  <a:pt x="6492807" y="4917694"/>
                  <a:pt x="6436155" y="4916272"/>
                  <a:pt x="6370169" y="4916005"/>
                </a:cubicBezTo>
                <a:close/>
                <a:moveTo>
                  <a:pt x="3409678" y="4916005"/>
                </a:moveTo>
                <a:cubicBezTo>
                  <a:pt x="3299949" y="4915561"/>
                  <a:pt x="3166022" y="4918325"/>
                  <a:pt x="3148639" y="4923067"/>
                </a:cubicBezTo>
                <a:cubicBezTo>
                  <a:pt x="3141053" y="4983749"/>
                  <a:pt x="3143577" y="5292216"/>
                  <a:pt x="3151163" y="5317505"/>
                </a:cubicBezTo>
                <a:cubicBezTo>
                  <a:pt x="3282645" y="5317505"/>
                  <a:pt x="3414121" y="5317505"/>
                  <a:pt x="3548127" y="5317505"/>
                </a:cubicBezTo>
                <a:cubicBezTo>
                  <a:pt x="3550657" y="5183493"/>
                  <a:pt x="3550657" y="5054542"/>
                  <a:pt x="3550657" y="4920536"/>
                </a:cubicBezTo>
                <a:cubicBezTo>
                  <a:pt x="3532642" y="4917694"/>
                  <a:pt x="3475516" y="4916272"/>
                  <a:pt x="3409678" y="4916005"/>
                </a:cubicBezTo>
                <a:close/>
                <a:moveTo>
                  <a:pt x="2562653" y="4916005"/>
                </a:moveTo>
                <a:cubicBezTo>
                  <a:pt x="2452922" y="4915561"/>
                  <a:pt x="2318993" y="4918325"/>
                  <a:pt x="2301610" y="4923067"/>
                </a:cubicBezTo>
                <a:cubicBezTo>
                  <a:pt x="2301610" y="5052017"/>
                  <a:pt x="2301610" y="5183493"/>
                  <a:pt x="2301610" y="5317505"/>
                </a:cubicBezTo>
                <a:cubicBezTo>
                  <a:pt x="2438146" y="5317505"/>
                  <a:pt x="2569628" y="5317505"/>
                  <a:pt x="2703634" y="5317505"/>
                </a:cubicBezTo>
                <a:cubicBezTo>
                  <a:pt x="2703634" y="5183493"/>
                  <a:pt x="2703634" y="5052017"/>
                  <a:pt x="2703634" y="4920536"/>
                </a:cubicBezTo>
                <a:cubicBezTo>
                  <a:pt x="2685619" y="4917694"/>
                  <a:pt x="2628492" y="4916272"/>
                  <a:pt x="2562653" y="4916005"/>
                </a:cubicBezTo>
                <a:close/>
                <a:moveTo>
                  <a:pt x="8192859" y="4915480"/>
                </a:moveTo>
                <a:cubicBezTo>
                  <a:pt x="8063914" y="4918011"/>
                  <a:pt x="7932433" y="4918011"/>
                  <a:pt x="7798427" y="4918011"/>
                </a:cubicBezTo>
                <a:cubicBezTo>
                  <a:pt x="7798427" y="5052017"/>
                  <a:pt x="7798427" y="5183493"/>
                  <a:pt x="7798427" y="5314975"/>
                </a:cubicBezTo>
                <a:cubicBezTo>
                  <a:pt x="7838881" y="5322561"/>
                  <a:pt x="8172637" y="5322561"/>
                  <a:pt x="8197920" y="5312444"/>
                </a:cubicBezTo>
                <a:cubicBezTo>
                  <a:pt x="8205506" y="5234065"/>
                  <a:pt x="8202976" y="4943294"/>
                  <a:pt x="8192859" y="4915480"/>
                </a:cubicBezTo>
                <a:close/>
                <a:moveTo>
                  <a:pt x="1039920" y="4915480"/>
                </a:moveTo>
                <a:cubicBezTo>
                  <a:pt x="1037395" y="5052017"/>
                  <a:pt x="1037395" y="5183493"/>
                  <a:pt x="1037395" y="5314975"/>
                </a:cubicBezTo>
                <a:cubicBezTo>
                  <a:pt x="1085436" y="5322561"/>
                  <a:pt x="1411601" y="5320030"/>
                  <a:pt x="1436884" y="5312444"/>
                </a:cubicBezTo>
                <a:cubicBezTo>
                  <a:pt x="1444470" y="5251761"/>
                  <a:pt x="1441945" y="4943294"/>
                  <a:pt x="1434359" y="4915480"/>
                </a:cubicBezTo>
                <a:cubicBezTo>
                  <a:pt x="1302877" y="4915480"/>
                  <a:pt x="1171402" y="4915480"/>
                  <a:pt x="1039920" y="4915480"/>
                </a:cubicBezTo>
                <a:close/>
                <a:moveTo>
                  <a:pt x="11793983" y="4915168"/>
                </a:moveTo>
                <a:cubicBezTo>
                  <a:pt x="11702327" y="4915484"/>
                  <a:pt x="11612567" y="4918012"/>
                  <a:pt x="11598660" y="4923067"/>
                </a:cubicBezTo>
                <a:cubicBezTo>
                  <a:pt x="11598660" y="5054542"/>
                  <a:pt x="11598660" y="5186024"/>
                  <a:pt x="11598660" y="5320030"/>
                </a:cubicBezTo>
                <a:cubicBezTo>
                  <a:pt x="11732673" y="5320030"/>
                  <a:pt x="11866679" y="5320030"/>
                  <a:pt x="12000685" y="5320030"/>
                </a:cubicBezTo>
                <a:cubicBezTo>
                  <a:pt x="12000685" y="5183493"/>
                  <a:pt x="12000685" y="5052017"/>
                  <a:pt x="12000685" y="4920536"/>
                </a:cubicBezTo>
                <a:cubicBezTo>
                  <a:pt x="11979192" y="4916746"/>
                  <a:pt x="11885640" y="4914851"/>
                  <a:pt x="11793983" y="4915168"/>
                </a:cubicBezTo>
                <a:close/>
                <a:moveTo>
                  <a:pt x="6727634" y="4915168"/>
                </a:moveTo>
                <a:cubicBezTo>
                  <a:pt x="6635347" y="4915484"/>
                  <a:pt x="6544323" y="4918012"/>
                  <a:pt x="6529151" y="4923067"/>
                </a:cubicBezTo>
                <a:cubicBezTo>
                  <a:pt x="6529151" y="5054542"/>
                  <a:pt x="6529151" y="5186024"/>
                  <a:pt x="6529151" y="5317505"/>
                </a:cubicBezTo>
                <a:cubicBezTo>
                  <a:pt x="6665688" y="5317505"/>
                  <a:pt x="6797164" y="5317505"/>
                  <a:pt x="6933701" y="5317505"/>
                </a:cubicBezTo>
                <a:cubicBezTo>
                  <a:pt x="6933701" y="5183493"/>
                  <a:pt x="6933701" y="5052017"/>
                  <a:pt x="6933701" y="4920536"/>
                </a:cubicBezTo>
                <a:cubicBezTo>
                  <a:pt x="6913473" y="4916746"/>
                  <a:pt x="6819922" y="4914851"/>
                  <a:pt x="6727634" y="4915168"/>
                </a:cubicBezTo>
                <a:close/>
                <a:moveTo>
                  <a:pt x="5455832" y="4915168"/>
                </a:moveTo>
                <a:cubicBezTo>
                  <a:pt x="5363544" y="4915484"/>
                  <a:pt x="5272520" y="4918012"/>
                  <a:pt x="5257351" y="4923067"/>
                </a:cubicBezTo>
                <a:cubicBezTo>
                  <a:pt x="5257351" y="5054542"/>
                  <a:pt x="5257351" y="5186024"/>
                  <a:pt x="5257351" y="5317505"/>
                </a:cubicBezTo>
                <a:cubicBezTo>
                  <a:pt x="5393883" y="5317505"/>
                  <a:pt x="5527894" y="5317505"/>
                  <a:pt x="5661901" y="5317505"/>
                </a:cubicBezTo>
                <a:cubicBezTo>
                  <a:pt x="5661901" y="5183493"/>
                  <a:pt x="5661901" y="5052017"/>
                  <a:pt x="5661901" y="4920536"/>
                </a:cubicBezTo>
                <a:cubicBezTo>
                  <a:pt x="5641673" y="4916746"/>
                  <a:pt x="5548121" y="4914851"/>
                  <a:pt x="5455832" y="4915168"/>
                </a:cubicBezTo>
                <a:close/>
                <a:moveTo>
                  <a:pt x="10107201" y="4914851"/>
                </a:moveTo>
                <a:cubicBezTo>
                  <a:pt x="10015862" y="4914851"/>
                  <a:pt x="9926104" y="4916746"/>
                  <a:pt x="9912200" y="4920536"/>
                </a:cubicBezTo>
                <a:cubicBezTo>
                  <a:pt x="9904614" y="4963521"/>
                  <a:pt x="9907139" y="5289692"/>
                  <a:pt x="9914725" y="5317505"/>
                </a:cubicBezTo>
                <a:cubicBezTo>
                  <a:pt x="10046206" y="5317505"/>
                  <a:pt x="10177682" y="5317505"/>
                  <a:pt x="10311688" y="5317505"/>
                </a:cubicBezTo>
                <a:cubicBezTo>
                  <a:pt x="10311688" y="5183493"/>
                  <a:pt x="10311688" y="5052017"/>
                  <a:pt x="10311688" y="4920536"/>
                </a:cubicBezTo>
                <a:cubicBezTo>
                  <a:pt x="10291461" y="4916746"/>
                  <a:pt x="10198541" y="4914851"/>
                  <a:pt x="10107201" y="4914851"/>
                </a:cubicBezTo>
                <a:close/>
                <a:moveTo>
                  <a:pt x="9264287" y="4914851"/>
                </a:moveTo>
                <a:cubicBezTo>
                  <a:pt x="9171999" y="4914851"/>
                  <a:pt x="9080343" y="4916746"/>
                  <a:pt x="9065171" y="4920536"/>
                </a:cubicBezTo>
                <a:cubicBezTo>
                  <a:pt x="9065171" y="5052017"/>
                  <a:pt x="9065171" y="5183493"/>
                  <a:pt x="9065171" y="5314975"/>
                </a:cubicBezTo>
                <a:cubicBezTo>
                  <a:pt x="9123323" y="5322561"/>
                  <a:pt x="9441907" y="5320030"/>
                  <a:pt x="9467190" y="5312444"/>
                </a:cubicBezTo>
                <a:cubicBezTo>
                  <a:pt x="9467190" y="5180968"/>
                  <a:pt x="9467190" y="5052017"/>
                  <a:pt x="9467190" y="4920536"/>
                </a:cubicBezTo>
                <a:cubicBezTo>
                  <a:pt x="9449493" y="4916746"/>
                  <a:pt x="9356574" y="4914851"/>
                  <a:pt x="9264287" y="4914851"/>
                </a:cubicBezTo>
                <a:close/>
                <a:moveTo>
                  <a:pt x="5880293" y="4914851"/>
                </a:moveTo>
                <a:cubicBezTo>
                  <a:pt x="5788321" y="4914851"/>
                  <a:pt x="5697297" y="4916746"/>
                  <a:pt x="5682128" y="4920536"/>
                </a:cubicBezTo>
                <a:cubicBezTo>
                  <a:pt x="5682128" y="5052017"/>
                  <a:pt x="5682128" y="5183493"/>
                  <a:pt x="5682128" y="5317505"/>
                </a:cubicBezTo>
                <a:cubicBezTo>
                  <a:pt x="5818665" y="5317505"/>
                  <a:pt x="5950141" y="5317505"/>
                  <a:pt x="6084147" y="5317505"/>
                </a:cubicBezTo>
                <a:cubicBezTo>
                  <a:pt x="6084147" y="5183493"/>
                  <a:pt x="6084147" y="5052017"/>
                  <a:pt x="6084147" y="4920536"/>
                </a:cubicBezTo>
                <a:cubicBezTo>
                  <a:pt x="6065185" y="4916746"/>
                  <a:pt x="5972264" y="4914851"/>
                  <a:pt x="5880293" y="4914851"/>
                </a:cubicBezTo>
                <a:close/>
                <a:moveTo>
                  <a:pt x="5035797" y="4914851"/>
                </a:moveTo>
                <a:cubicBezTo>
                  <a:pt x="4943826" y="4914851"/>
                  <a:pt x="4852802" y="4916746"/>
                  <a:pt x="4837630" y="4920536"/>
                </a:cubicBezTo>
                <a:cubicBezTo>
                  <a:pt x="4837630" y="5052017"/>
                  <a:pt x="4837630" y="5183493"/>
                  <a:pt x="4837630" y="5317505"/>
                </a:cubicBezTo>
                <a:cubicBezTo>
                  <a:pt x="4974166" y="5317505"/>
                  <a:pt x="5105642" y="5317505"/>
                  <a:pt x="5239648" y="5317505"/>
                </a:cubicBezTo>
                <a:cubicBezTo>
                  <a:pt x="5239648" y="5183493"/>
                  <a:pt x="5239648" y="5052017"/>
                  <a:pt x="5239648" y="4920536"/>
                </a:cubicBezTo>
                <a:cubicBezTo>
                  <a:pt x="5220686" y="4916746"/>
                  <a:pt x="5127768" y="4914851"/>
                  <a:pt x="5035797" y="4914851"/>
                </a:cubicBezTo>
                <a:close/>
                <a:moveTo>
                  <a:pt x="2922973" y="4914851"/>
                </a:moveTo>
                <a:cubicBezTo>
                  <a:pt x="2830686" y="4914851"/>
                  <a:pt x="2739031" y="4916746"/>
                  <a:pt x="2723862" y="4920536"/>
                </a:cubicBezTo>
                <a:cubicBezTo>
                  <a:pt x="2723862" y="5052017"/>
                  <a:pt x="2723862" y="5183493"/>
                  <a:pt x="2723862" y="5314975"/>
                </a:cubicBezTo>
                <a:cubicBezTo>
                  <a:pt x="2779483" y="5322561"/>
                  <a:pt x="3100598" y="5320030"/>
                  <a:pt x="3125881" y="5312444"/>
                </a:cubicBezTo>
                <a:cubicBezTo>
                  <a:pt x="3125881" y="5180968"/>
                  <a:pt x="3125881" y="5052017"/>
                  <a:pt x="3125881" y="4920536"/>
                </a:cubicBezTo>
                <a:cubicBezTo>
                  <a:pt x="3108181" y="4916746"/>
                  <a:pt x="3015261" y="4914851"/>
                  <a:pt x="2922973" y="4914851"/>
                </a:cubicBezTo>
                <a:close/>
                <a:moveTo>
                  <a:pt x="388534" y="4914851"/>
                </a:moveTo>
                <a:cubicBezTo>
                  <a:pt x="296562" y="4914851"/>
                  <a:pt x="205538" y="4916746"/>
                  <a:pt x="190366" y="4920536"/>
                </a:cubicBezTo>
                <a:cubicBezTo>
                  <a:pt x="190366" y="5052017"/>
                  <a:pt x="190366" y="5183493"/>
                  <a:pt x="190366" y="5317505"/>
                </a:cubicBezTo>
                <a:cubicBezTo>
                  <a:pt x="326903" y="5317505"/>
                  <a:pt x="458385" y="5317505"/>
                  <a:pt x="592391" y="5317505"/>
                </a:cubicBezTo>
                <a:cubicBezTo>
                  <a:pt x="592391" y="5183493"/>
                  <a:pt x="592391" y="5052017"/>
                  <a:pt x="592391" y="4920536"/>
                </a:cubicBezTo>
                <a:cubicBezTo>
                  <a:pt x="573426" y="4916746"/>
                  <a:pt x="480506" y="4914851"/>
                  <a:pt x="388534" y="4914851"/>
                </a:cubicBezTo>
                <a:close/>
                <a:moveTo>
                  <a:pt x="9741313" y="4913611"/>
                </a:moveTo>
                <a:cubicBezTo>
                  <a:pt x="9632053" y="4913389"/>
                  <a:pt x="9500694" y="4916748"/>
                  <a:pt x="9484893" y="4923067"/>
                </a:cubicBezTo>
                <a:cubicBezTo>
                  <a:pt x="9484893" y="5054542"/>
                  <a:pt x="9484893" y="5183493"/>
                  <a:pt x="9484893" y="5317505"/>
                </a:cubicBezTo>
                <a:cubicBezTo>
                  <a:pt x="9621429" y="5317505"/>
                  <a:pt x="9752905" y="5317505"/>
                  <a:pt x="9884381" y="5317505"/>
                </a:cubicBezTo>
                <a:cubicBezTo>
                  <a:pt x="9891973" y="5287161"/>
                  <a:pt x="9891973" y="4950880"/>
                  <a:pt x="9884381" y="4918011"/>
                </a:cubicBezTo>
                <a:cubicBezTo>
                  <a:pt x="9864470" y="4915167"/>
                  <a:pt x="9806869" y="4913745"/>
                  <a:pt x="9741313" y="4913611"/>
                </a:cubicBezTo>
                <a:close/>
                <a:moveTo>
                  <a:pt x="4239423" y="4913611"/>
                </a:moveTo>
                <a:cubicBezTo>
                  <a:pt x="4131052" y="4913389"/>
                  <a:pt x="4007990" y="4916748"/>
                  <a:pt x="3990606" y="4923067"/>
                </a:cubicBezTo>
                <a:cubicBezTo>
                  <a:pt x="3990606" y="5054542"/>
                  <a:pt x="3990606" y="5183493"/>
                  <a:pt x="3990606" y="5314975"/>
                </a:cubicBezTo>
                <a:cubicBezTo>
                  <a:pt x="4028531" y="5322561"/>
                  <a:pt x="4364812" y="5322561"/>
                  <a:pt x="4392625" y="5314975"/>
                </a:cubicBezTo>
                <a:cubicBezTo>
                  <a:pt x="4392625" y="5183493"/>
                  <a:pt x="4392625" y="5052017"/>
                  <a:pt x="4392625" y="4918011"/>
                </a:cubicBezTo>
                <a:cubicBezTo>
                  <a:pt x="4364180" y="4915167"/>
                  <a:pt x="4304446" y="4913745"/>
                  <a:pt x="4239423" y="4913611"/>
                </a:cubicBezTo>
                <a:close/>
                <a:moveTo>
                  <a:pt x="8477147" y="4913478"/>
                </a:moveTo>
                <a:cubicBezTo>
                  <a:pt x="8369022" y="4913034"/>
                  <a:pt x="8238056" y="4915799"/>
                  <a:pt x="8220673" y="4920536"/>
                </a:cubicBezTo>
                <a:cubicBezTo>
                  <a:pt x="8220673" y="5052017"/>
                  <a:pt x="8220673" y="5183493"/>
                  <a:pt x="8220673" y="5317505"/>
                </a:cubicBezTo>
                <a:cubicBezTo>
                  <a:pt x="8357209" y="5317505"/>
                  <a:pt x="8488691" y="5317505"/>
                  <a:pt x="8620167" y="5317505"/>
                </a:cubicBezTo>
                <a:cubicBezTo>
                  <a:pt x="8627753" y="5264403"/>
                  <a:pt x="8625222" y="4943294"/>
                  <a:pt x="8617636" y="4918011"/>
                </a:cubicBezTo>
                <a:cubicBezTo>
                  <a:pt x="8598674" y="4915167"/>
                  <a:pt x="8542021" y="4913745"/>
                  <a:pt x="8477147" y="4913478"/>
                </a:cubicBezTo>
                <a:close/>
                <a:moveTo>
                  <a:pt x="11601191" y="4495759"/>
                </a:moveTo>
                <a:cubicBezTo>
                  <a:pt x="11601191" y="4629771"/>
                  <a:pt x="11601191" y="4763777"/>
                  <a:pt x="11601191" y="4895253"/>
                </a:cubicBezTo>
                <a:cubicBezTo>
                  <a:pt x="11651757" y="4902839"/>
                  <a:pt x="11977927" y="4900308"/>
                  <a:pt x="12003210" y="4892722"/>
                </a:cubicBezTo>
                <a:cubicBezTo>
                  <a:pt x="12003210" y="4761247"/>
                  <a:pt x="12003210" y="4629771"/>
                  <a:pt x="12003210" y="4495759"/>
                </a:cubicBezTo>
                <a:cubicBezTo>
                  <a:pt x="11866679" y="4495759"/>
                  <a:pt x="11735197" y="4495759"/>
                  <a:pt x="11601191" y="4495759"/>
                </a:cubicBezTo>
                <a:close/>
                <a:moveTo>
                  <a:pt x="11178945" y="4495759"/>
                </a:moveTo>
                <a:cubicBezTo>
                  <a:pt x="11178945" y="4629771"/>
                  <a:pt x="11178945" y="4763777"/>
                  <a:pt x="11178945" y="4895253"/>
                </a:cubicBezTo>
                <a:cubicBezTo>
                  <a:pt x="11312951" y="4895253"/>
                  <a:pt x="11444427" y="4895253"/>
                  <a:pt x="11580964" y="4895253"/>
                </a:cubicBezTo>
                <a:cubicBezTo>
                  <a:pt x="11580964" y="4761247"/>
                  <a:pt x="11580964" y="4629771"/>
                  <a:pt x="11580964" y="4495759"/>
                </a:cubicBezTo>
                <a:cubicBezTo>
                  <a:pt x="11444427" y="4495759"/>
                  <a:pt x="11310420" y="4495759"/>
                  <a:pt x="11178945" y="4495759"/>
                </a:cubicBezTo>
                <a:close/>
                <a:moveTo>
                  <a:pt x="9487423" y="4495759"/>
                </a:moveTo>
                <a:cubicBezTo>
                  <a:pt x="9487423" y="4629771"/>
                  <a:pt x="9487423" y="4761247"/>
                  <a:pt x="9487423" y="4895253"/>
                </a:cubicBezTo>
                <a:cubicBezTo>
                  <a:pt x="9621429" y="4895253"/>
                  <a:pt x="9752905" y="4895253"/>
                  <a:pt x="9889442" y="4895253"/>
                </a:cubicBezTo>
                <a:cubicBezTo>
                  <a:pt x="9889442" y="4758716"/>
                  <a:pt x="9889442" y="4629771"/>
                  <a:pt x="9889442" y="4495759"/>
                </a:cubicBezTo>
                <a:cubicBezTo>
                  <a:pt x="9755436" y="4495759"/>
                  <a:pt x="9621429" y="4495759"/>
                  <a:pt x="9487423" y="4495759"/>
                </a:cubicBezTo>
                <a:close/>
                <a:moveTo>
                  <a:pt x="8645449" y="4495759"/>
                </a:moveTo>
                <a:cubicBezTo>
                  <a:pt x="8645449" y="4629771"/>
                  <a:pt x="8645449" y="4763777"/>
                  <a:pt x="8645449" y="4895253"/>
                </a:cubicBezTo>
                <a:cubicBezTo>
                  <a:pt x="8779462" y="4895253"/>
                  <a:pt x="8910937" y="4895253"/>
                  <a:pt x="9044944" y="4895253"/>
                </a:cubicBezTo>
                <a:cubicBezTo>
                  <a:pt x="9044944" y="4761247"/>
                  <a:pt x="9044944" y="4629771"/>
                  <a:pt x="9044944" y="4495759"/>
                </a:cubicBezTo>
                <a:cubicBezTo>
                  <a:pt x="8908407" y="4495759"/>
                  <a:pt x="8776931" y="4495759"/>
                  <a:pt x="8645449" y="4495759"/>
                </a:cubicBezTo>
                <a:close/>
                <a:moveTo>
                  <a:pt x="6531682" y="4495759"/>
                </a:moveTo>
                <a:cubicBezTo>
                  <a:pt x="6531682" y="4629771"/>
                  <a:pt x="6531682" y="4763777"/>
                  <a:pt x="6531682" y="4895253"/>
                </a:cubicBezTo>
                <a:cubicBezTo>
                  <a:pt x="6584778" y="4902839"/>
                  <a:pt x="6908418" y="4900308"/>
                  <a:pt x="6933701" y="4892722"/>
                </a:cubicBezTo>
                <a:cubicBezTo>
                  <a:pt x="6933701" y="4761247"/>
                  <a:pt x="6933701" y="4629771"/>
                  <a:pt x="6933701" y="4498290"/>
                </a:cubicBezTo>
                <a:cubicBezTo>
                  <a:pt x="6797164" y="4495759"/>
                  <a:pt x="6665688" y="4495759"/>
                  <a:pt x="6531682" y="4495759"/>
                </a:cubicBezTo>
                <a:close/>
                <a:moveTo>
                  <a:pt x="5259876" y="4495759"/>
                </a:moveTo>
                <a:cubicBezTo>
                  <a:pt x="5259876" y="4629771"/>
                  <a:pt x="5259876" y="4763777"/>
                  <a:pt x="5259876" y="4895253"/>
                </a:cubicBezTo>
                <a:cubicBezTo>
                  <a:pt x="5312978" y="4902839"/>
                  <a:pt x="5636618" y="4900308"/>
                  <a:pt x="5661901" y="4892722"/>
                </a:cubicBezTo>
                <a:cubicBezTo>
                  <a:pt x="5661901" y="4761247"/>
                  <a:pt x="5661901" y="4629771"/>
                  <a:pt x="5661901" y="4498290"/>
                </a:cubicBezTo>
                <a:cubicBezTo>
                  <a:pt x="5527894" y="4495759"/>
                  <a:pt x="5393883" y="4495759"/>
                  <a:pt x="5259876" y="4495759"/>
                </a:cubicBezTo>
                <a:close/>
                <a:moveTo>
                  <a:pt x="4840160" y="4495759"/>
                </a:moveTo>
                <a:cubicBezTo>
                  <a:pt x="4832575" y="4536214"/>
                  <a:pt x="4832575" y="4869970"/>
                  <a:pt x="4842685" y="4895253"/>
                </a:cubicBezTo>
                <a:cubicBezTo>
                  <a:pt x="4974166" y="4895253"/>
                  <a:pt x="5108173" y="4895253"/>
                  <a:pt x="5239648" y="4895253"/>
                </a:cubicBezTo>
                <a:cubicBezTo>
                  <a:pt x="5239648" y="4761247"/>
                  <a:pt x="5239648" y="4629771"/>
                  <a:pt x="5239648" y="4495759"/>
                </a:cubicBezTo>
                <a:cubicBezTo>
                  <a:pt x="5103117" y="4495759"/>
                  <a:pt x="4971636" y="4495759"/>
                  <a:pt x="4840160" y="4495759"/>
                </a:cubicBezTo>
                <a:close/>
                <a:moveTo>
                  <a:pt x="3990606" y="4495759"/>
                </a:moveTo>
                <a:cubicBezTo>
                  <a:pt x="3990606" y="4566558"/>
                  <a:pt x="3990606" y="4632296"/>
                  <a:pt x="3990606" y="4698034"/>
                </a:cubicBezTo>
                <a:cubicBezTo>
                  <a:pt x="3990606" y="4763777"/>
                  <a:pt x="3985551" y="4832046"/>
                  <a:pt x="3993131" y="4897784"/>
                </a:cubicBezTo>
                <a:cubicBezTo>
                  <a:pt x="4129668" y="4897784"/>
                  <a:pt x="4261150" y="4897784"/>
                  <a:pt x="4392625" y="4897784"/>
                </a:cubicBezTo>
                <a:cubicBezTo>
                  <a:pt x="4392625" y="4763777"/>
                  <a:pt x="4392625" y="4632296"/>
                  <a:pt x="4392625" y="4495759"/>
                </a:cubicBezTo>
                <a:cubicBezTo>
                  <a:pt x="4258619" y="4495759"/>
                  <a:pt x="4127137" y="4495759"/>
                  <a:pt x="3990606" y="4495759"/>
                </a:cubicBezTo>
                <a:close/>
                <a:moveTo>
                  <a:pt x="3570885" y="4495759"/>
                </a:moveTo>
                <a:cubicBezTo>
                  <a:pt x="3570885" y="4629771"/>
                  <a:pt x="3570885" y="4763777"/>
                  <a:pt x="3570885" y="4895253"/>
                </a:cubicBezTo>
                <a:cubicBezTo>
                  <a:pt x="3704891" y="4895253"/>
                  <a:pt x="3836373" y="4895253"/>
                  <a:pt x="3970379" y="4895253"/>
                </a:cubicBezTo>
                <a:cubicBezTo>
                  <a:pt x="3970379" y="4761247"/>
                  <a:pt x="3970379" y="4629771"/>
                  <a:pt x="3970379" y="4495759"/>
                </a:cubicBezTo>
                <a:cubicBezTo>
                  <a:pt x="3836373" y="4495759"/>
                  <a:pt x="3704891" y="4495759"/>
                  <a:pt x="3570885" y="4495759"/>
                </a:cubicBezTo>
                <a:close/>
                <a:moveTo>
                  <a:pt x="1879363" y="4495759"/>
                </a:moveTo>
                <a:cubicBezTo>
                  <a:pt x="1879363" y="4632296"/>
                  <a:pt x="1879363" y="4763777"/>
                  <a:pt x="1879363" y="4897784"/>
                </a:cubicBezTo>
                <a:cubicBezTo>
                  <a:pt x="2013369" y="4897784"/>
                  <a:pt x="2144845" y="4897784"/>
                  <a:pt x="2278857" y="4897784"/>
                </a:cubicBezTo>
                <a:cubicBezTo>
                  <a:pt x="2278857" y="4763777"/>
                  <a:pt x="2278857" y="4632296"/>
                  <a:pt x="2278857" y="4495759"/>
                </a:cubicBezTo>
                <a:cubicBezTo>
                  <a:pt x="2147376" y="4495759"/>
                  <a:pt x="2015900" y="4495759"/>
                  <a:pt x="1879363" y="4495759"/>
                </a:cubicBezTo>
                <a:close/>
                <a:moveTo>
                  <a:pt x="1454586" y="4495759"/>
                </a:moveTo>
                <a:cubicBezTo>
                  <a:pt x="1454586" y="4566558"/>
                  <a:pt x="1454586" y="4632296"/>
                  <a:pt x="1454586" y="4698034"/>
                </a:cubicBezTo>
                <a:cubicBezTo>
                  <a:pt x="1454586" y="4763777"/>
                  <a:pt x="1449525" y="4832046"/>
                  <a:pt x="1457117" y="4897784"/>
                </a:cubicBezTo>
                <a:cubicBezTo>
                  <a:pt x="1593648" y="4897784"/>
                  <a:pt x="1725130" y="4897784"/>
                  <a:pt x="1856605" y="4897784"/>
                </a:cubicBezTo>
                <a:cubicBezTo>
                  <a:pt x="1856605" y="4763777"/>
                  <a:pt x="1856605" y="4632296"/>
                  <a:pt x="1856605" y="4495759"/>
                </a:cubicBezTo>
                <a:cubicBezTo>
                  <a:pt x="1725130" y="4495759"/>
                  <a:pt x="1593648" y="4495759"/>
                  <a:pt x="1454586" y="4495759"/>
                </a:cubicBezTo>
                <a:close/>
                <a:moveTo>
                  <a:pt x="6364800" y="4493757"/>
                </a:moveTo>
                <a:cubicBezTo>
                  <a:pt x="6255687" y="4493312"/>
                  <a:pt x="6121758" y="4496077"/>
                  <a:pt x="6104374" y="4500814"/>
                </a:cubicBezTo>
                <a:cubicBezTo>
                  <a:pt x="6104374" y="4629771"/>
                  <a:pt x="6104374" y="4761247"/>
                  <a:pt x="6104374" y="4895253"/>
                </a:cubicBezTo>
                <a:cubicBezTo>
                  <a:pt x="6157471" y="4902839"/>
                  <a:pt x="6481110" y="4900308"/>
                  <a:pt x="6506399" y="4892722"/>
                </a:cubicBezTo>
                <a:cubicBezTo>
                  <a:pt x="6513985" y="4844687"/>
                  <a:pt x="6511454" y="4523572"/>
                  <a:pt x="6503868" y="4498290"/>
                </a:cubicBezTo>
                <a:cubicBezTo>
                  <a:pt x="6486802" y="4495446"/>
                  <a:pt x="6430268" y="4494023"/>
                  <a:pt x="6364800" y="4493757"/>
                </a:cubicBezTo>
                <a:close/>
                <a:moveTo>
                  <a:pt x="10756693" y="4493234"/>
                </a:moveTo>
                <a:cubicBezTo>
                  <a:pt x="10756693" y="4629771"/>
                  <a:pt x="10756693" y="4761247"/>
                  <a:pt x="10756693" y="4895253"/>
                </a:cubicBezTo>
                <a:cubicBezTo>
                  <a:pt x="10890699" y="4895253"/>
                  <a:pt x="11022180" y="4895253"/>
                  <a:pt x="11153656" y="4895253"/>
                </a:cubicBezTo>
                <a:cubicBezTo>
                  <a:pt x="11161242" y="4854798"/>
                  <a:pt x="11161242" y="4521048"/>
                  <a:pt x="11151131" y="4493234"/>
                </a:cubicBezTo>
                <a:cubicBezTo>
                  <a:pt x="11022180" y="4493234"/>
                  <a:pt x="10890699" y="4493234"/>
                  <a:pt x="10756693" y="4493234"/>
                </a:cubicBezTo>
                <a:close/>
                <a:moveTo>
                  <a:pt x="8220673" y="4493234"/>
                </a:moveTo>
                <a:cubicBezTo>
                  <a:pt x="8220673" y="4629771"/>
                  <a:pt x="8220673" y="4761247"/>
                  <a:pt x="8220673" y="4895253"/>
                </a:cubicBezTo>
                <a:cubicBezTo>
                  <a:pt x="8354685" y="4895253"/>
                  <a:pt x="8486160" y="4895253"/>
                  <a:pt x="8617636" y="4895253"/>
                </a:cubicBezTo>
                <a:cubicBezTo>
                  <a:pt x="8625222" y="4854798"/>
                  <a:pt x="8625222" y="4521048"/>
                  <a:pt x="8615111" y="4493234"/>
                </a:cubicBezTo>
                <a:cubicBezTo>
                  <a:pt x="8486160" y="4493234"/>
                  <a:pt x="8357209" y="4493234"/>
                  <a:pt x="8220673" y="4493234"/>
                </a:cubicBezTo>
                <a:close/>
                <a:moveTo>
                  <a:pt x="7803482" y="4493234"/>
                </a:moveTo>
                <a:cubicBezTo>
                  <a:pt x="7793371" y="4518517"/>
                  <a:pt x="7790840" y="4847212"/>
                  <a:pt x="7800957" y="4892722"/>
                </a:cubicBezTo>
                <a:cubicBezTo>
                  <a:pt x="7836351" y="4900308"/>
                  <a:pt x="8172637" y="4897784"/>
                  <a:pt x="8200445" y="4892722"/>
                </a:cubicBezTo>
                <a:cubicBezTo>
                  <a:pt x="8200445" y="4761247"/>
                  <a:pt x="8200445" y="4629771"/>
                  <a:pt x="8200445" y="4495759"/>
                </a:cubicBezTo>
                <a:cubicBezTo>
                  <a:pt x="8063914" y="4493234"/>
                  <a:pt x="7934963" y="4493234"/>
                  <a:pt x="7803482" y="4493234"/>
                </a:cubicBezTo>
                <a:close/>
                <a:moveTo>
                  <a:pt x="7778199" y="4493234"/>
                </a:moveTo>
                <a:cubicBezTo>
                  <a:pt x="7641662" y="4495759"/>
                  <a:pt x="7510187" y="4495759"/>
                  <a:pt x="7376180" y="4495759"/>
                </a:cubicBezTo>
                <a:cubicBezTo>
                  <a:pt x="7376180" y="4629771"/>
                  <a:pt x="7376180" y="4761247"/>
                  <a:pt x="7376180" y="4892722"/>
                </a:cubicBezTo>
                <a:cubicBezTo>
                  <a:pt x="7419160" y="4900308"/>
                  <a:pt x="7750386" y="4897784"/>
                  <a:pt x="7778199" y="4890198"/>
                </a:cubicBezTo>
                <a:cubicBezTo>
                  <a:pt x="7778199" y="4758716"/>
                  <a:pt x="7778199" y="4627240"/>
                  <a:pt x="7778199" y="4493234"/>
                </a:cubicBezTo>
                <a:close/>
                <a:moveTo>
                  <a:pt x="5682128" y="4493234"/>
                </a:moveTo>
                <a:cubicBezTo>
                  <a:pt x="5682128" y="4627240"/>
                  <a:pt x="5682128" y="4758716"/>
                  <a:pt x="5682128" y="4895253"/>
                </a:cubicBezTo>
                <a:cubicBezTo>
                  <a:pt x="5816135" y="4895253"/>
                  <a:pt x="5950141" y="4895253"/>
                  <a:pt x="6084147" y="4895253"/>
                </a:cubicBezTo>
                <a:cubicBezTo>
                  <a:pt x="6084147" y="4758716"/>
                  <a:pt x="6084147" y="4627240"/>
                  <a:pt x="6084147" y="4493234"/>
                </a:cubicBezTo>
                <a:cubicBezTo>
                  <a:pt x="5950141" y="4493234"/>
                  <a:pt x="5816135" y="4493234"/>
                  <a:pt x="5682128" y="4493234"/>
                </a:cubicBezTo>
                <a:close/>
                <a:moveTo>
                  <a:pt x="612619" y="4493234"/>
                </a:moveTo>
                <a:cubicBezTo>
                  <a:pt x="612619" y="4627240"/>
                  <a:pt x="612619" y="4761247"/>
                  <a:pt x="612619" y="4895253"/>
                </a:cubicBezTo>
                <a:cubicBezTo>
                  <a:pt x="746625" y="4895253"/>
                  <a:pt x="880631" y="4895253"/>
                  <a:pt x="1014637" y="4895253"/>
                </a:cubicBezTo>
                <a:cubicBezTo>
                  <a:pt x="1014637" y="4758716"/>
                  <a:pt x="1014637" y="4627240"/>
                  <a:pt x="1014637" y="4493234"/>
                </a:cubicBezTo>
                <a:cubicBezTo>
                  <a:pt x="880631" y="4493234"/>
                  <a:pt x="746625" y="4493234"/>
                  <a:pt x="612619" y="4493234"/>
                </a:cubicBezTo>
                <a:close/>
                <a:moveTo>
                  <a:pt x="10106887" y="4492916"/>
                </a:moveTo>
                <a:cubicBezTo>
                  <a:pt x="10014600" y="4493232"/>
                  <a:pt x="9923576" y="4495759"/>
                  <a:pt x="9909669" y="4500814"/>
                </a:cubicBezTo>
                <a:cubicBezTo>
                  <a:pt x="9909669" y="4629771"/>
                  <a:pt x="9909669" y="4761247"/>
                  <a:pt x="9909669" y="4895253"/>
                </a:cubicBezTo>
                <a:cubicBezTo>
                  <a:pt x="10046206" y="4895253"/>
                  <a:pt x="10177682" y="4895253"/>
                  <a:pt x="10311688" y="4895253"/>
                </a:cubicBezTo>
                <a:cubicBezTo>
                  <a:pt x="10311688" y="4761247"/>
                  <a:pt x="10311688" y="4629771"/>
                  <a:pt x="10311688" y="4498290"/>
                </a:cubicBezTo>
                <a:cubicBezTo>
                  <a:pt x="10292726" y="4494497"/>
                  <a:pt x="10199175" y="4492601"/>
                  <a:pt x="10106887" y="4492916"/>
                </a:cubicBezTo>
                <a:close/>
                <a:moveTo>
                  <a:pt x="7149251" y="4492916"/>
                </a:moveTo>
                <a:cubicBezTo>
                  <a:pt x="7057595" y="4493232"/>
                  <a:pt x="6967835" y="4495759"/>
                  <a:pt x="6953928" y="4500814"/>
                </a:cubicBezTo>
                <a:cubicBezTo>
                  <a:pt x="6946342" y="4561503"/>
                  <a:pt x="6948873" y="4869970"/>
                  <a:pt x="6956459" y="4897784"/>
                </a:cubicBezTo>
                <a:cubicBezTo>
                  <a:pt x="7087934" y="4897784"/>
                  <a:pt x="7221947" y="4897784"/>
                  <a:pt x="7355953" y="4897784"/>
                </a:cubicBezTo>
                <a:cubicBezTo>
                  <a:pt x="7355953" y="4761247"/>
                  <a:pt x="7355953" y="4629771"/>
                  <a:pt x="7355953" y="4498290"/>
                </a:cubicBezTo>
                <a:cubicBezTo>
                  <a:pt x="7334460" y="4494497"/>
                  <a:pt x="7240907" y="4492601"/>
                  <a:pt x="7149251" y="4492916"/>
                </a:cubicBezTo>
                <a:close/>
                <a:moveTo>
                  <a:pt x="9263338" y="4492601"/>
                </a:moveTo>
                <a:cubicBezTo>
                  <a:pt x="9171367" y="4492601"/>
                  <a:pt x="9080343" y="4494497"/>
                  <a:pt x="9065171" y="4498290"/>
                </a:cubicBezTo>
                <a:cubicBezTo>
                  <a:pt x="9065171" y="4629771"/>
                  <a:pt x="9065171" y="4761247"/>
                  <a:pt x="9065171" y="4895253"/>
                </a:cubicBezTo>
                <a:cubicBezTo>
                  <a:pt x="9201708" y="4895253"/>
                  <a:pt x="9333184" y="4895253"/>
                  <a:pt x="9467190" y="4895253"/>
                </a:cubicBezTo>
                <a:cubicBezTo>
                  <a:pt x="9467190" y="4761247"/>
                  <a:pt x="9467190" y="4629771"/>
                  <a:pt x="9467190" y="4498290"/>
                </a:cubicBezTo>
                <a:cubicBezTo>
                  <a:pt x="9448228" y="4494497"/>
                  <a:pt x="9355309" y="4492601"/>
                  <a:pt x="9263338" y="4492601"/>
                </a:cubicBezTo>
                <a:close/>
                <a:moveTo>
                  <a:pt x="3347750" y="4492601"/>
                </a:moveTo>
                <a:cubicBezTo>
                  <a:pt x="3255463" y="4492601"/>
                  <a:pt x="3163808" y="4494497"/>
                  <a:pt x="3148639" y="4498290"/>
                </a:cubicBezTo>
                <a:cubicBezTo>
                  <a:pt x="3148639" y="4629771"/>
                  <a:pt x="3148639" y="4761247"/>
                  <a:pt x="3148639" y="4892722"/>
                </a:cubicBezTo>
                <a:cubicBezTo>
                  <a:pt x="3201735" y="4900308"/>
                  <a:pt x="3525375" y="4897784"/>
                  <a:pt x="3550657" y="4890198"/>
                </a:cubicBezTo>
                <a:cubicBezTo>
                  <a:pt x="3550657" y="4758716"/>
                  <a:pt x="3550657" y="4627240"/>
                  <a:pt x="3550657" y="4498290"/>
                </a:cubicBezTo>
                <a:cubicBezTo>
                  <a:pt x="3532958" y="4494497"/>
                  <a:pt x="3440037" y="4492601"/>
                  <a:pt x="3347750" y="4492601"/>
                </a:cubicBezTo>
                <a:close/>
                <a:moveTo>
                  <a:pt x="2922973" y="4492601"/>
                </a:moveTo>
                <a:cubicBezTo>
                  <a:pt x="2830686" y="4492601"/>
                  <a:pt x="2739031" y="4494497"/>
                  <a:pt x="2723862" y="4498290"/>
                </a:cubicBezTo>
                <a:cubicBezTo>
                  <a:pt x="2723862" y="4629771"/>
                  <a:pt x="2723862" y="4761247"/>
                  <a:pt x="2723862" y="4895253"/>
                </a:cubicBezTo>
                <a:cubicBezTo>
                  <a:pt x="2860393" y="4895253"/>
                  <a:pt x="2991874" y="4895253"/>
                  <a:pt x="3125881" y="4895253"/>
                </a:cubicBezTo>
                <a:cubicBezTo>
                  <a:pt x="3125881" y="4761247"/>
                  <a:pt x="3125881" y="4629771"/>
                  <a:pt x="3125881" y="4498290"/>
                </a:cubicBezTo>
                <a:cubicBezTo>
                  <a:pt x="3108181" y="4494497"/>
                  <a:pt x="3015261" y="4492601"/>
                  <a:pt x="2922973" y="4492601"/>
                </a:cubicBezTo>
                <a:close/>
                <a:moveTo>
                  <a:pt x="386638" y="4492601"/>
                </a:moveTo>
                <a:cubicBezTo>
                  <a:pt x="294665" y="4492601"/>
                  <a:pt x="204273" y="4494497"/>
                  <a:pt x="190366" y="4498290"/>
                </a:cubicBezTo>
                <a:cubicBezTo>
                  <a:pt x="182780" y="4551386"/>
                  <a:pt x="185311" y="4867439"/>
                  <a:pt x="192897" y="4895253"/>
                </a:cubicBezTo>
                <a:cubicBezTo>
                  <a:pt x="324372" y="4895253"/>
                  <a:pt x="455854" y="4895253"/>
                  <a:pt x="592391" y="4895253"/>
                </a:cubicBezTo>
                <a:cubicBezTo>
                  <a:pt x="592391" y="4761247"/>
                  <a:pt x="592391" y="4632296"/>
                  <a:pt x="592391" y="4498290"/>
                </a:cubicBezTo>
                <a:cubicBezTo>
                  <a:pt x="572164" y="4494497"/>
                  <a:pt x="478611" y="4492601"/>
                  <a:pt x="386638" y="4492601"/>
                </a:cubicBezTo>
                <a:close/>
                <a:moveTo>
                  <a:pt x="2496932" y="4491967"/>
                </a:moveTo>
                <a:cubicBezTo>
                  <a:pt x="2405276" y="4492599"/>
                  <a:pt x="2315516" y="4495759"/>
                  <a:pt x="2301610" y="4500814"/>
                </a:cubicBezTo>
                <a:cubicBezTo>
                  <a:pt x="2301610" y="4629771"/>
                  <a:pt x="2301610" y="4761247"/>
                  <a:pt x="2301610" y="4895253"/>
                </a:cubicBezTo>
                <a:cubicBezTo>
                  <a:pt x="2438146" y="4895253"/>
                  <a:pt x="2569628" y="4895253"/>
                  <a:pt x="2703634" y="4895253"/>
                </a:cubicBezTo>
                <a:cubicBezTo>
                  <a:pt x="2703634" y="4761247"/>
                  <a:pt x="2703634" y="4629771"/>
                  <a:pt x="2703634" y="4498290"/>
                </a:cubicBezTo>
                <a:cubicBezTo>
                  <a:pt x="2682141" y="4493232"/>
                  <a:pt x="2588589" y="4491335"/>
                  <a:pt x="2496932" y="4491967"/>
                </a:cubicBezTo>
                <a:close/>
                <a:moveTo>
                  <a:pt x="1234297" y="4491652"/>
                </a:moveTo>
                <a:cubicBezTo>
                  <a:pt x="1142326" y="4491968"/>
                  <a:pt x="1051302" y="4494497"/>
                  <a:pt x="1037395" y="4498290"/>
                </a:cubicBezTo>
                <a:cubicBezTo>
                  <a:pt x="1029809" y="4553917"/>
                  <a:pt x="1032334" y="4867439"/>
                  <a:pt x="1039920" y="4895253"/>
                </a:cubicBezTo>
                <a:cubicBezTo>
                  <a:pt x="1171402" y="4895253"/>
                  <a:pt x="1302877" y="4895253"/>
                  <a:pt x="1436884" y="4895253"/>
                </a:cubicBezTo>
                <a:cubicBezTo>
                  <a:pt x="1436884" y="4758716"/>
                  <a:pt x="1436884" y="4627240"/>
                  <a:pt x="1436884" y="4498290"/>
                </a:cubicBezTo>
                <a:cubicBezTo>
                  <a:pt x="1419187" y="4493232"/>
                  <a:pt x="1326268" y="4491335"/>
                  <a:pt x="1234297" y="4491652"/>
                </a:cubicBezTo>
                <a:close/>
                <a:moveTo>
                  <a:pt x="10594869" y="4491226"/>
                </a:moveTo>
                <a:cubicBezTo>
                  <a:pt x="10485756" y="4490782"/>
                  <a:pt x="10351830" y="4493549"/>
                  <a:pt x="10334446" y="4498290"/>
                </a:cubicBezTo>
                <a:cubicBezTo>
                  <a:pt x="10334446" y="4629771"/>
                  <a:pt x="10334446" y="4761247"/>
                  <a:pt x="10334446" y="4895253"/>
                </a:cubicBezTo>
                <a:cubicBezTo>
                  <a:pt x="10465922" y="4895253"/>
                  <a:pt x="10599934" y="4895253"/>
                  <a:pt x="10733940" y="4895253"/>
                </a:cubicBezTo>
                <a:cubicBezTo>
                  <a:pt x="10733940" y="4758716"/>
                  <a:pt x="10733940" y="4627240"/>
                  <a:pt x="10733940" y="4495759"/>
                </a:cubicBezTo>
                <a:cubicBezTo>
                  <a:pt x="10716872" y="4492914"/>
                  <a:pt x="10660337" y="4491492"/>
                  <a:pt x="10594869" y="4491226"/>
                </a:cubicBezTo>
                <a:close/>
                <a:moveTo>
                  <a:pt x="4669767" y="4491226"/>
                </a:moveTo>
                <a:cubicBezTo>
                  <a:pt x="4562111" y="4490782"/>
                  <a:pt x="4433714" y="4493549"/>
                  <a:pt x="4417908" y="4498290"/>
                </a:cubicBezTo>
                <a:cubicBezTo>
                  <a:pt x="4410328" y="4556441"/>
                  <a:pt x="4412853" y="4867439"/>
                  <a:pt x="4420439" y="4895253"/>
                </a:cubicBezTo>
                <a:cubicBezTo>
                  <a:pt x="4549390" y="4895253"/>
                  <a:pt x="4680865" y="4895253"/>
                  <a:pt x="4814877" y="4895253"/>
                </a:cubicBezTo>
                <a:cubicBezTo>
                  <a:pt x="4822457" y="4821929"/>
                  <a:pt x="4819933" y="4521048"/>
                  <a:pt x="4812347" y="4495759"/>
                </a:cubicBezTo>
                <a:cubicBezTo>
                  <a:pt x="4791487" y="4492914"/>
                  <a:pt x="4734360" y="4491492"/>
                  <a:pt x="4669767" y="4491226"/>
                </a:cubicBezTo>
                <a:close/>
                <a:moveTo>
                  <a:pt x="6951403" y="4073513"/>
                </a:moveTo>
                <a:cubicBezTo>
                  <a:pt x="6951403" y="4204994"/>
                  <a:pt x="6951403" y="4336470"/>
                  <a:pt x="6951403" y="4473007"/>
                </a:cubicBezTo>
                <a:cubicBezTo>
                  <a:pt x="7012086" y="4480593"/>
                  <a:pt x="7328139" y="4478062"/>
                  <a:pt x="7353422" y="4470476"/>
                </a:cubicBezTo>
                <a:cubicBezTo>
                  <a:pt x="7353422" y="4339000"/>
                  <a:pt x="7353422" y="4207519"/>
                  <a:pt x="7353422" y="4073513"/>
                </a:cubicBezTo>
                <a:cubicBezTo>
                  <a:pt x="7219416" y="4073513"/>
                  <a:pt x="7085410" y="4073513"/>
                  <a:pt x="6951403" y="4073513"/>
                </a:cubicBezTo>
                <a:close/>
                <a:moveTo>
                  <a:pt x="3570885" y="4073513"/>
                </a:moveTo>
                <a:cubicBezTo>
                  <a:pt x="3570885" y="4204994"/>
                  <a:pt x="3570885" y="4339000"/>
                  <a:pt x="3570885" y="4473007"/>
                </a:cubicBezTo>
                <a:cubicBezTo>
                  <a:pt x="3623981" y="4480593"/>
                  <a:pt x="3942565" y="4478062"/>
                  <a:pt x="3970379" y="4470476"/>
                </a:cubicBezTo>
                <a:cubicBezTo>
                  <a:pt x="3970379" y="4339000"/>
                  <a:pt x="3970379" y="4204994"/>
                  <a:pt x="3970379" y="4073513"/>
                </a:cubicBezTo>
                <a:cubicBezTo>
                  <a:pt x="3836373" y="4073513"/>
                  <a:pt x="3704891" y="4073513"/>
                  <a:pt x="3570885" y="4073513"/>
                </a:cubicBezTo>
                <a:close/>
                <a:moveTo>
                  <a:pt x="1037395" y="4073513"/>
                </a:moveTo>
                <a:cubicBezTo>
                  <a:pt x="1037395" y="4204994"/>
                  <a:pt x="1037395" y="4339000"/>
                  <a:pt x="1037395" y="4473007"/>
                </a:cubicBezTo>
                <a:cubicBezTo>
                  <a:pt x="1090492" y="4480593"/>
                  <a:pt x="1411601" y="4478062"/>
                  <a:pt x="1436884" y="4470476"/>
                </a:cubicBezTo>
                <a:cubicBezTo>
                  <a:pt x="1436884" y="4339000"/>
                  <a:pt x="1436884" y="4204994"/>
                  <a:pt x="1436884" y="4073513"/>
                </a:cubicBezTo>
                <a:cubicBezTo>
                  <a:pt x="1302877" y="4073513"/>
                  <a:pt x="1171402" y="4073513"/>
                  <a:pt x="1037395" y="4073513"/>
                </a:cubicBezTo>
                <a:close/>
                <a:moveTo>
                  <a:pt x="11603716" y="4070982"/>
                </a:moveTo>
                <a:cubicBezTo>
                  <a:pt x="11596136" y="4113968"/>
                  <a:pt x="11596136" y="4445193"/>
                  <a:pt x="11606246" y="4473007"/>
                </a:cubicBezTo>
                <a:cubicBezTo>
                  <a:pt x="11737728" y="4473007"/>
                  <a:pt x="11869204" y="4473007"/>
                  <a:pt x="12000685" y="4473007"/>
                </a:cubicBezTo>
                <a:cubicBezTo>
                  <a:pt x="12008265" y="4430021"/>
                  <a:pt x="12008265" y="4098796"/>
                  <a:pt x="11998154" y="4070982"/>
                </a:cubicBezTo>
                <a:cubicBezTo>
                  <a:pt x="11866679" y="4070982"/>
                  <a:pt x="11735197" y="4070982"/>
                  <a:pt x="11603716" y="4070982"/>
                </a:cubicBezTo>
                <a:close/>
                <a:moveTo>
                  <a:pt x="11181470" y="4070982"/>
                </a:moveTo>
                <a:cubicBezTo>
                  <a:pt x="11173884" y="4108912"/>
                  <a:pt x="11173884" y="4445193"/>
                  <a:pt x="11181470" y="4473007"/>
                </a:cubicBezTo>
                <a:cubicBezTo>
                  <a:pt x="11312951" y="4473007"/>
                  <a:pt x="11444427" y="4473007"/>
                  <a:pt x="11573378" y="4473007"/>
                </a:cubicBezTo>
                <a:cubicBezTo>
                  <a:pt x="11580964" y="4435077"/>
                  <a:pt x="11580964" y="4098796"/>
                  <a:pt x="11573378" y="4070982"/>
                </a:cubicBezTo>
                <a:cubicBezTo>
                  <a:pt x="11444427" y="4070982"/>
                  <a:pt x="11312951" y="4070982"/>
                  <a:pt x="11181470" y="4070982"/>
                </a:cubicBezTo>
                <a:close/>
                <a:moveTo>
                  <a:pt x="10759223" y="4070982"/>
                </a:moveTo>
                <a:cubicBezTo>
                  <a:pt x="10751637" y="4124084"/>
                  <a:pt x="10754168" y="4447718"/>
                  <a:pt x="10761754" y="4473007"/>
                </a:cubicBezTo>
                <a:cubicBezTo>
                  <a:pt x="10893230" y="4473007"/>
                  <a:pt x="11024711" y="4473007"/>
                  <a:pt x="11153656" y="4473007"/>
                </a:cubicBezTo>
                <a:cubicBezTo>
                  <a:pt x="11161242" y="4440138"/>
                  <a:pt x="11161242" y="4101326"/>
                  <a:pt x="11153656" y="4070982"/>
                </a:cubicBezTo>
                <a:cubicBezTo>
                  <a:pt x="11022180" y="4070982"/>
                  <a:pt x="10890699" y="4070982"/>
                  <a:pt x="10759223" y="4070982"/>
                </a:cubicBezTo>
                <a:close/>
                <a:moveTo>
                  <a:pt x="10336971" y="4070982"/>
                </a:moveTo>
                <a:cubicBezTo>
                  <a:pt x="10329391" y="4106382"/>
                  <a:pt x="10329391" y="4442663"/>
                  <a:pt x="10336971" y="4473007"/>
                </a:cubicBezTo>
                <a:cubicBezTo>
                  <a:pt x="10465922" y="4473007"/>
                  <a:pt x="10597404" y="4473007"/>
                  <a:pt x="10733940" y="4473007"/>
                </a:cubicBezTo>
                <a:cubicBezTo>
                  <a:pt x="10733940" y="4336470"/>
                  <a:pt x="10733940" y="4204994"/>
                  <a:pt x="10733940" y="4070982"/>
                </a:cubicBezTo>
                <a:cubicBezTo>
                  <a:pt x="10599934" y="4070982"/>
                  <a:pt x="10468453" y="4070982"/>
                  <a:pt x="10336971" y="4070982"/>
                </a:cubicBezTo>
                <a:close/>
                <a:moveTo>
                  <a:pt x="9909669" y="4070982"/>
                </a:moveTo>
                <a:cubicBezTo>
                  <a:pt x="9909669" y="4204994"/>
                  <a:pt x="9909669" y="4339000"/>
                  <a:pt x="9909669" y="4470476"/>
                </a:cubicBezTo>
                <a:cubicBezTo>
                  <a:pt x="9952655" y="4478062"/>
                  <a:pt x="10283875" y="4478062"/>
                  <a:pt x="10311688" y="4467945"/>
                </a:cubicBezTo>
                <a:cubicBezTo>
                  <a:pt x="10311688" y="4336470"/>
                  <a:pt x="10311688" y="4207519"/>
                  <a:pt x="10311688" y="4070982"/>
                </a:cubicBezTo>
                <a:cubicBezTo>
                  <a:pt x="10175151" y="4070982"/>
                  <a:pt x="10043676" y="4070982"/>
                  <a:pt x="9909669" y="4070982"/>
                </a:cubicBezTo>
                <a:close/>
                <a:moveTo>
                  <a:pt x="9487423" y="4070982"/>
                </a:moveTo>
                <a:cubicBezTo>
                  <a:pt x="9487423" y="4207519"/>
                  <a:pt x="9487423" y="4339000"/>
                  <a:pt x="9487423" y="4473007"/>
                </a:cubicBezTo>
                <a:cubicBezTo>
                  <a:pt x="9623954" y="4473007"/>
                  <a:pt x="9755436" y="4473007"/>
                  <a:pt x="9886911" y="4473007"/>
                </a:cubicBezTo>
                <a:cubicBezTo>
                  <a:pt x="9894497" y="4417380"/>
                  <a:pt x="9891973" y="4096265"/>
                  <a:pt x="9884381" y="4070982"/>
                </a:cubicBezTo>
                <a:cubicBezTo>
                  <a:pt x="9752905" y="4070982"/>
                  <a:pt x="9621429" y="4070982"/>
                  <a:pt x="9487423" y="4070982"/>
                </a:cubicBezTo>
                <a:close/>
                <a:moveTo>
                  <a:pt x="8647980" y="4070982"/>
                </a:moveTo>
                <a:cubicBezTo>
                  <a:pt x="8645449" y="4204994"/>
                  <a:pt x="8645449" y="4339000"/>
                  <a:pt x="8645449" y="4473007"/>
                </a:cubicBezTo>
                <a:cubicBezTo>
                  <a:pt x="8779462" y="4473007"/>
                  <a:pt x="8910937" y="4473007"/>
                  <a:pt x="9042419" y="4473007"/>
                </a:cubicBezTo>
                <a:cubicBezTo>
                  <a:pt x="9049999" y="4435077"/>
                  <a:pt x="9049999" y="4098796"/>
                  <a:pt x="9042419" y="4070982"/>
                </a:cubicBezTo>
                <a:cubicBezTo>
                  <a:pt x="8910937" y="4070982"/>
                  <a:pt x="8779462" y="4070982"/>
                  <a:pt x="8647980" y="4070982"/>
                </a:cubicBezTo>
                <a:close/>
                <a:moveTo>
                  <a:pt x="8220673" y="4070982"/>
                </a:moveTo>
                <a:cubicBezTo>
                  <a:pt x="8220673" y="4204994"/>
                  <a:pt x="8220673" y="4339000"/>
                  <a:pt x="8220673" y="4473007"/>
                </a:cubicBezTo>
                <a:cubicBezTo>
                  <a:pt x="8357209" y="4473007"/>
                  <a:pt x="8488691" y="4473007"/>
                  <a:pt x="8622697" y="4473007"/>
                </a:cubicBezTo>
                <a:cubicBezTo>
                  <a:pt x="8622697" y="4339000"/>
                  <a:pt x="8622697" y="4204994"/>
                  <a:pt x="8622697" y="4070982"/>
                </a:cubicBezTo>
                <a:cubicBezTo>
                  <a:pt x="8488691" y="4070982"/>
                  <a:pt x="8354685" y="4070982"/>
                  <a:pt x="8220673" y="4070982"/>
                </a:cubicBezTo>
                <a:close/>
                <a:moveTo>
                  <a:pt x="7800957" y="4070982"/>
                </a:moveTo>
                <a:cubicBezTo>
                  <a:pt x="7793371" y="4113968"/>
                  <a:pt x="7793371" y="4445193"/>
                  <a:pt x="7803482" y="4473007"/>
                </a:cubicBezTo>
                <a:cubicBezTo>
                  <a:pt x="7861640" y="4480593"/>
                  <a:pt x="8172637" y="4478062"/>
                  <a:pt x="8200445" y="4470476"/>
                </a:cubicBezTo>
                <a:cubicBezTo>
                  <a:pt x="8200445" y="4339000"/>
                  <a:pt x="8200445" y="4207519"/>
                  <a:pt x="8200445" y="4070982"/>
                </a:cubicBezTo>
                <a:cubicBezTo>
                  <a:pt x="8063914" y="4070982"/>
                  <a:pt x="7934963" y="4070982"/>
                  <a:pt x="7800957" y="4070982"/>
                </a:cubicBezTo>
                <a:close/>
                <a:moveTo>
                  <a:pt x="6534212" y="4070982"/>
                </a:moveTo>
                <a:cubicBezTo>
                  <a:pt x="6526626" y="4126609"/>
                  <a:pt x="6529151" y="4447718"/>
                  <a:pt x="6536737" y="4470476"/>
                </a:cubicBezTo>
                <a:cubicBezTo>
                  <a:pt x="6668219" y="4470476"/>
                  <a:pt x="6799694" y="4470476"/>
                  <a:pt x="6933701" y="4470476"/>
                </a:cubicBezTo>
                <a:cubicBezTo>
                  <a:pt x="6933701" y="4339000"/>
                  <a:pt x="6933701" y="4204994"/>
                  <a:pt x="6933701" y="4070982"/>
                </a:cubicBezTo>
                <a:cubicBezTo>
                  <a:pt x="6797164" y="4070982"/>
                  <a:pt x="6665688" y="4070982"/>
                  <a:pt x="6534212" y="4070982"/>
                </a:cubicBezTo>
                <a:close/>
                <a:moveTo>
                  <a:pt x="6109436" y="4070982"/>
                </a:moveTo>
                <a:cubicBezTo>
                  <a:pt x="6101850" y="4101326"/>
                  <a:pt x="6099319" y="4437607"/>
                  <a:pt x="6109436" y="4473007"/>
                </a:cubicBezTo>
                <a:cubicBezTo>
                  <a:pt x="6240911" y="4473007"/>
                  <a:pt x="6369862" y="4473007"/>
                  <a:pt x="6508924" y="4473007"/>
                </a:cubicBezTo>
                <a:cubicBezTo>
                  <a:pt x="6508924" y="4339000"/>
                  <a:pt x="6508924" y="4204994"/>
                  <a:pt x="6508924" y="4070982"/>
                </a:cubicBezTo>
                <a:cubicBezTo>
                  <a:pt x="6374917" y="4070982"/>
                  <a:pt x="6240911" y="4070982"/>
                  <a:pt x="6109436" y="4070982"/>
                </a:cubicBezTo>
                <a:close/>
                <a:moveTo>
                  <a:pt x="5684653" y="4070982"/>
                </a:moveTo>
                <a:cubicBezTo>
                  <a:pt x="5677073" y="4113968"/>
                  <a:pt x="5677073" y="4445193"/>
                  <a:pt x="5684653" y="4473007"/>
                </a:cubicBezTo>
                <a:cubicBezTo>
                  <a:pt x="5816135" y="4473007"/>
                  <a:pt x="5947616" y="4473007"/>
                  <a:pt x="6079091" y="4473007"/>
                </a:cubicBezTo>
                <a:cubicBezTo>
                  <a:pt x="6086677" y="4430021"/>
                  <a:pt x="6086677" y="4098796"/>
                  <a:pt x="6076561" y="4070982"/>
                </a:cubicBezTo>
                <a:cubicBezTo>
                  <a:pt x="5950141" y="4070982"/>
                  <a:pt x="5818665" y="4070982"/>
                  <a:pt x="5684653" y="4070982"/>
                </a:cubicBezTo>
                <a:close/>
                <a:moveTo>
                  <a:pt x="5262406" y="4070982"/>
                </a:moveTo>
                <a:cubicBezTo>
                  <a:pt x="5254821" y="4113968"/>
                  <a:pt x="5254821" y="4445193"/>
                  <a:pt x="5264938" y="4473007"/>
                </a:cubicBezTo>
                <a:cubicBezTo>
                  <a:pt x="5396413" y="4473007"/>
                  <a:pt x="5527894" y="4473007"/>
                  <a:pt x="5659370" y="4473007"/>
                </a:cubicBezTo>
                <a:cubicBezTo>
                  <a:pt x="5666956" y="4430021"/>
                  <a:pt x="5666956" y="4098796"/>
                  <a:pt x="5656845" y="4070982"/>
                </a:cubicBezTo>
                <a:cubicBezTo>
                  <a:pt x="5527894" y="4070982"/>
                  <a:pt x="5396413" y="4070982"/>
                  <a:pt x="5262406" y="4070982"/>
                </a:cubicBezTo>
                <a:close/>
                <a:moveTo>
                  <a:pt x="4837630" y="4070982"/>
                </a:moveTo>
                <a:cubicBezTo>
                  <a:pt x="4837630" y="4204994"/>
                  <a:pt x="4837630" y="4336470"/>
                  <a:pt x="4837630" y="4473007"/>
                </a:cubicBezTo>
                <a:cubicBezTo>
                  <a:pt x="4974166" y="4473007"/>
                  <a:pt x="5105642" y="4473007"/>
                  <a:pt x="5239648" y="4473007"/>
                </a:cubicBezTo>
                <a:cubicBezTo>
                  <a:pt x="5239648" y="4339000"/>
                  <a:pt x="5239648" y="4204994"/>
                  <a:pt x="5239648" y="4070982"/>
                </a:cubicBezTo>
                <a:cubicBezTo>
                  <a:pt x="5105642" y="4070982"/>
                  <a:pt x="4974166" y="4070982"/>
                  <a:pt x="4837630" y="4070982"/>
                </a:cubicBezTo>
                <a:close/>
                <a:moveTo>
                  <a:pt x="3995662" y="4070982"/>
                </a:moveTo>
                <a:cubicBezTo>
                  <a:pt x="3988076" y="4111437"/>
                  <a:pt x="3988076" y="4445193"/>
                  <a:pt x="3995662" y="4473007"/>
                </a:cubicBezTo>
                <a:cubicBezTo>
                  <a:pt x="4048758" y="4480593"/>
                  <a:pt x="4364812" y="4478062"/>
                  <a:pt x="4392625" y="4470476"/>
                </a:cubicBezTo>
                <a:cubicBezTo>
                  <a:pt x="4392625" y="4339000"/>
                  <a:pt x="4392625" y="4207519"/>
                  <a:pt x="4392625" y="4070982"/>
                </a:cubicBezTo>
                <a:cubicBezTo>
                  <a:pt x="4258619" y="4070982"/>
                  <a:pt x="4129668" y="4070982"/>
                  <a:pt x="3995662" y="4070982"/>
                </a:cubicBezTo>
                <a:close/>
                <a:moveTo>
                  <a:pt x="2726387" y="4070982"/>
                </a:moveTo>
                <a:cubicBezTo>
                  <a:pt x="2718800" y="4126609"/>
                  <a:pt x="2721331" y="4447718"/>
                  <a:pt x="2728917" y="4473007"/>
                </a:cubicBezTo>
                <a:cubicBezTo>
                  <a:pt x="2860393" y="4473007"/>
                  <a:pt x="2991874" y="4473007"/>
                  <a:pt x="3125881" y="4473007"/>
                </a:cubicBezTo>
                <a:cubicBezTo>
                  <a:pt x="3133466" y="4414849"/>
                  <a:pt x="3130936" y="4096265"/>
                  <a:pt x="3123350" y="4070982"/>
                </a:cubicBezTo>
                <a:cubicBezTo>
                  <a:pt x="2991874" y="4070982"/>
                  <a:pt x="2860393" y="4070982"/>
                  <a:pt x="2726387" y="4070982"/>
                </a:cubicBezTo>
                <a:close/>
                <a:moveTo>
                  <a:pt x="1884418" y="4070982"/>
                </a:moveTo>
                <a:cubicBezTo>
                  <a:pt x="1876832" y="4113968"/>
                  <a:pt x="1879363" y="4445193"/>
                  <a:pt x="1886949" y="4473007"/>
                </a:cubicBezTo>
                <a:cubicBezTo>
                  <a:pt x="1942570" y="4480593"/>
                  <a:pt x="2256099" y="4478062"/>
                  <a:pt x="2283913" y="4470476"/>
                </a:cubicBezTo>
                <a:cubicBezTo>
                  <a:pt x="2281382" y="4336470"/>
                  <a:pt x="2281382" y="4204994"/>
                  <a:pt x="2281382" y="4070982"/>
                </a:cubicBezTo>
                <a:cubicBezTo>
                  <a:pt x="2147376" y="4070982"/>
                  <a:pt x="2015900" y="4070982"/>
                  <a:pt x="1884418" y="4070982"/>
                </a:cubicBezTo>
                <a:close/>
                <a:moveTo>
                  <a:pt x="1454586" y="4070982"/>
                </a:moveTo>
                <a:cubicBezTo>
                  <a:pt x="1454586" y="4204994"/>
                  <a:pt x="1454586" y="4339000"/>
                  <a:pt x="1454586" y="4473007"/>
                </a:cubicBezTo>
                <a:cubicBezTo>
                  <a:pt x="1591123" y="4473007"/>
                  <a:pt x="1725130" y="4473007"/>
                  <a:pt x="1856605" y="4473007"/>
                </a:cubicBezTo>
                <a:cubicBezTo>
                  <a:pt x="1864191" y="4430021"/>
                  <a:pt x="1861666" y="4098796"/>
                  <a:pt x="1854075" y="4070982"/>
                </a:cubicBezTo>
                <a:cubicBezTo>
                  <a:pt x="1722599" y="4070982"/>
                  <a:pt x="1591123" y="4070982"/>
                  <a:pt x="1454586" y="4070982"/>
                </a:cubicBezTo>
                <a:close/>
                <a:moveTo>
                  <a:pt x="615143" y="4070982"/>
                </a:moveTo>
                <a:cubicBezTo>
                  <a:pt x="607557" y="4108912"/>
                  <a:pt x="607557" y="4442663"/>
                  <a:pt x="615143" y="4473007"/>
                </a:cubicBezTo>
                <a:cubicBezTo>
                  <a:pt x="670770" y="4480593"/>
                  <a:pt x="989354" y="4478062"/>
                  <a:pt x="1012107" y="4470476"/>
                </a:cubicBezTo>
                <a:cubicBezTo>
                  <a:pt x="1012107" y="4339000"/>
                  <a:pt x="1012107" y="4207519"/>
                  <a:pt x="1012107" y="4073513"/>
                </a:cubicBezTo>
                <a:cubicBezTo>
                  <a:pt x="878100" y="4070982"/>
                  <a:pt x="746625" y="4070982"/>
                  <a:pt x="615143" y="4070982"/>
                </a:cubicBezTo>
                <a:close/>
                <a:moveTo>
                  <a:pt x="9324435" y="4068980"/>
                </a:moveTo>
                <a:cubicBezTo>
                  <a:pt x="9214312" y="4068536"/>
                  <a:pt x="9080977" y="4071302"/>
                  <a:pt x="9065171" y="4076043"/>
                </a:cubicBezTo>
                <a:cubicBezTo>
                  <a:pt x="9065171" y="4207519"/>
                  <a:pt x="9065171" y="4339000"/>
                  <a:pt x="9065171" y="4473007"/>
                </a:cubicBezTo>
                <a:cubicBezTo>
                  <a:pt x="9201708" y="4473007"/>
                  <a:pt x="9333184" y="4473007"/>
                  <a:pt x="9467190" y="4473007"/>
                </a:cubicBezTo>
                <a:cubicBezTo>
                  <a:pt x="9467190" y="4336470"/>
                  <a:pt x="9467190" y="4204994"/>
                  <a:pt x="9467190" y="4073513"/>
                </a:cubicBezTo>
                <a:cubicBezTo>
                  <a:pt x="9448228" y="4070668"/>
                  <a:pt x="9390510" y="4069246"/>
                  <a:pt x="9324435" y="4068980"/>
                </a:cubicBezTo>
                <a:close/>
                <a:moveTo>
                  <a:pt x="3409011" y="4068980"/>
                </a:moveTo>
                <a:cubicBezTo>
                  <a:pt x="3298763" y="4068536"/>
                  <a:pt x="3164440" y="4071302"/>
                  <a:pt x="3148639" y="4076043"/>
                </a:cubicBezTo>
                <a:cubicBezTo>
                  <a:pt x="3148639" y="4207519"/>
                  <a:pt x="3148639" y="4339000"/>
                  <a:pt x="3148639" y="4470476"/>
                </a:cubicBezTo>
                <a:cubicBezTo>
                  <a:pt x="3194149" y="4478062"/>
                  <a:pt x="3522844" y="4475531"/>
                  <a:pt x="3550657" y="4467945"/>
                </a:cubicBezTo>
                <a:cubicBezTo>
                  <a:pt x="3550657" y="4339000"/>
                  <a:pt x="3550657" y="4207519"/>
                  <a:pt x="3550657" y="4073513"/>
                </a:cubicBezTo>
                <a:cubicBezTo>
                  <a:pt x="3532642" y="4070668"/>
                  <a:pt x="3475160" y="4069246"/>
                  <a:pt x="3409011" y="4068980"/>
                </a:cubicBezTo>
                <a:close/>
                <a:moveTo>
                  <a:pt x="7567074" y="4068140"/>
                </a:moveTo>
                <a:cubicBezTo>
                  <a:pt x="7475418" y="4068456"/>
                  <a:pt x="7386291" y="4070985"/>
                  <a:pt x="7373650" y="4076043"/>
                </a:cubicBezTo>
                <a:cubicBezTo>
                  <a:pt x="7366064" y="4131664"/>
                  <a:pt x="7368594" y="4445193"/>
                  <a:pt x="7376180" y="4473007"/>
                </a:cubicBezTo>
                <a:cubicBezTo>
                  <a:pt x="7510187" y="4473007"/>
                  <a:pt x="7641662" y="4473007"/>
                  <a:pt x="7775668" y="4473007"/>
                </a:cubicBezTo>
                <a:cubicBezTo>
                  <a:pt x="7775668" y="4336470"/>
                  <a:pt x="7775668" y="4204994"/>
                  <a:pt x="7775668" y="4073513"/>
                </a:cubicBezTo>
                <a:cubicBezTo>
                  <a:pt x="7752913" y="4069720"/>
                  <a:pt x="7658729" y="4067824"/>
                  <a:pt x="7567074" y="4068140"/>
                </a:cubicBezTo>
                <a:close/>
                <a:moveTo>
                  <a:pt x="2496932" y="4068140"/>
                </a:moveTo>
                <a:cubicBezTo>
                  <a:pt x="2405276" y="4068456"/>
                  <a:pt x="2315516" y="4070985"/>
                  <a:pt x="2301610" y="4076043"/>
                </a:cubicBezTo>
                <a:cubicBezTo>
                  <a:pt x="2301610" y="4207519"/>
                  <a:pt x="2301610" y="4341525"/>
                  <a:pt x="2301610" y="4475531"/>
                </a:cubicBezTo>
                <a:cubicBezTo>
                  <a:pt x="2438146" y="4473007"/>
                  <a:pt x="2569628" y="4473007"/>
                  <a:pt x="2703634" y="4473007"/>
                </a:cubicBezTo>
                <a:cubicBezTo>
                  <a:pt x="2703634" y="4336470"/>
                  <a:pt x="2703634" y="4204994"/>
                  <a:pt x="2703634" y="4073513"/>
                </a:cubicBezTo>
                <a:cubicBezTo>
                  <a:pt x="2682141" y="4069720"/>
                  <a:pt x="2588589" y="4067824"/>
                  <a:pt x="2496932" y="4068140"/>
                </a:cubicBezTo>
                <a:close/>
                <a:moveTo>
                  <a:pt x="385689" y="4068140"/>
                </a:moveTo>
                <a:cubicBezTo>
                  <a:pt x="294033" y="4068456"/>
                  <a:pt x="204273" y="4070985"/>
                  <a:pt x="190366" y="4076043"/>
                </a:cubicBezTo>
                <a:cubicBezTo>
                  <a:pt x="190366" y="4207519"/>
                  <a:pt x="190366" y="4339000"/>
                  <a:pt x="190366" y="4473007"/>
                </a:cubicBezTo>
                <a:cubicBezTo>
                  <a:pt x="324372" y="4473007"/>
                  <a:pt x="455854" y="4473007"/>
                  <a:pt x="592391" y="4473007"/>
                </a:cubicBezTo>
                <a:cubicBezTo>
                  <a:pt x="592391" y="4336470"/>
                  <a:pt x="592391" y="4204994"/>
                  <a:pt x="592391" y="4073513"/>
                </a:cubicBezTo>
                <a:cubicBezTo>
                  <a:pt x="570898" y="4069720"/>
                  <a:pt x="477345" y="4067824"/>
                  <a:pt x="385689" y="4068140"/>
                </a:cubicBezTo>
                <a:close/>
                <a:moveTo>
                  <a:pt x="4667412" y="4066582"/>
                </a:moveTo>
                <a:cubicBezTo>
                  <a:pt x="4559781" y="4066361"/>
                  <a:pt x="4432767" y="4069721"/>
                  <a:pt x="4415383" y="4076043"/>
                </a:cubicBezTo>
                <a:cubicBezTo>
                  <a:pt x="4415383" y="4207519"/>
                  <a:pt x="4415383" y="4339000"/>
                  <a:pt x="4415383" y="4473007"/>
                </a:cubicBezTo>
                <a:cubicBezTo>
                  <a:pt x="4551914" y="4473007"/>
                  <a:pt x="4683396" y="4473007"/>
                  <a:pt x="4814877" y="4473007"/>
                </a:cubicBezTo>
                <a:cubicBezTo>
                  <a:pt x="4822457" y="4424966"/>
                  <a:pt x="4819933" y="4098796"/>
                  <a:pt x="4812347" y="4070982"/>
                </a:cubicBezTo>
                <a:cubicBezTo>
                  <a:pt x="4789591" y="4068137"/>
                  <a:pt x="4731990" y="4066715"/>
                  <a:pt x="4667412" y="4066582"/>
                </a:cubicBezTo>
                <a:close/>
                <a:moveTo>
                  <a:pt x="11181470" y="3651266"/>
                </a:moveTo>
                <a:cubicBezTo>
                  <a:pt x="11173884" y="3694246"/>
                  <a:pt x="11173884" y="4025472"/>
                  <a:pt x="11184000" y="4053285"/>
                </a:cubicBezTo>
                <a:cubicBezTo>
                  <a:pt x="11315482" y="4053285"/>
                  <a:pt x="11446957" y="4053285"/>
                  <a:pt x="11575908" y="4053285"/>
                </a:cubicBezTo>
                <a:cubicBezTo>
                  <a:pt x="11583494" y="4012830"/>
                  <a:pt x="11583494" y="3679074"/>
                  <a:pt x="11573378" y="3651266"/>
                </a:cubicBezTo>
                <a:cubicBezTo>
                  <a:pt x="11441902" y="3651266"/>
                  <a:pt x="11312951" y="3651266"/>
                  <a:pt x="11181470" y="3651266"/>
                </a:cubicBezTo>
                <a:close/>
                <a:moveTo>
                  <a:pt x="9912200" y="3651266"/>
                </a:moveTo>
                <a:cubicBezTo>
                  <a:pt x="9902083" y="3694246"/>
                  <a:pt x="9904614" y="4025472"/>
                  <a:pt x="9914725" y="4053285"/>
                </a:cubicBezTo>
                <a:cubicBezTo>
                  <a:pt x="9975407" y="4060871"/>
                  <a:pt x="10283875" y="4058341"/>
                  <a:pt x="10311688" y="4050755"/>
                </a:cubicBezTo>
                <a:cubicBezTo>
                  <a:pt x="10311688" y="3919279"/>
                  <a:pt x="10311688" y="3787797"/>
                  <a:pt x="10311688" y="3653791"/>
                </a:cubicBezTo>
                <a:cubicBezTo>
                  <a:pt x="10175151" y="3651266"/>
                  <a:pt x="10043676" y="3651266"/>
                  <a:pt x="9912200" y="3651266"/>
                </a:cubicBezTo>
                <a:close/>
                <a:moveTo>
                  <a:pt x="8223203" y="3651266"/>
                </a:moveTo>
                <a:cubicBezTo>
                  <a:pt x="8215617" y="3701832"/>
                  <a:pt x="8218148" y="4028002"/>
                  <a:pt x="8225734" y="4053285"/>
                </a:cubicBezTo>
                <a:cubicBezTo>
                  <a:pt x="8357209" y="4053285"/>
                  <a:pt x="8488691" y="4053285"/>
                  <a:pt x="8620167" y="4053285"/>
                </a:cubicBezTo>
                <a:cubicBezTo>
                  <a:pt x="8622697" y="3916748"/>
                  <a:pt x="8622697" y="3785273"/>
                  <a:pt x="8622697" y="3651266"/>
                </a:cubicBezTo>
                <a:cubicBezTo>
                  <a:pt x="8488691" y="3651266"/>
                  <a:pt x="8354685" y="3651266"/>
                  <a:pt x="8223203" y="3651266"/>
                </a:cubicBezTo>
                <a:close/>
                <a:moveTo>
                  <a:pt x="7376180" y="3651266"/>
                </a:moveTo>
                <a:cubicBezTo>
                  <a:pt x="7376180" y="3785273"/>
                  <a:pt x="7376180" y="3919279"/>
                  <a:pt x="7376180" y="4050755"/>
                </a:cubicBezTo>
                <a:cubicBezTo>
                  <a:pt x="7421691" y="4058341"/>
                  <a:pt x="7752916" y="4055816"/>
                  <a:pt x="7778199" y="4048230"/>
                </a:cubicBezTo>
                <a:cubicBezTo>
                  <a:pt x="7778199" y="3916748"/>
                  <a:pt x="7778199" y="3785273"/>
                  <a:pt x="7778199" y="3651266"/>
                </a:cubicBezTo>
                <a:cubicBezTo>
                  <a:pt x="7641662" y="3651266"/>
                  <a:pt x="7510187" y="3651266"/>
                  <a:pt x="7376180" y="3651266"/>
                </a:cubicBezTo>
                <a:close/>
                <a:moveTo>
                  <a:pt x="6534212" y="3651266"/>
                </a:moveTo>
                <a:cubicBezTo>
                  <a:pt x="6526626" y="3696777"/>
                  <a:pt x="6526626" y="4025472"/>
                  <a:pt x="6536737" y="4053285"/>
                </a:cubicBezTo>
                <a:cubicBezTo>
                  <a:pt x="6605006" y="4060871"/>
                  <a:pt x="6905887" y="4055816"/>
                  <a:pt x="6933701" y="4050755"/>
                </a:cubicBezTo>
                <a:cubicBezTo>
                  <a:pt x="6941287" y="4002719"/>
                  <a:pt x="6938762" y="3681605"/>
                  <a:pt x="6931176" y="3653791"/>
                </a:cubicBezTo>
                <a:cubicBezTo>
                  <a:pt x="6797164" y="3651266"/>
                  <a:pt x="6665688" y="3651266"/>
                  <a:pt x="6534212" y="3651266"/>
                </a:cubicBezTo>
                <a:close/>
                <a:moveTo>
                  <a:pt x="5682128" y="3651266"/>
                </a:moveTo>
                <a:cubicBezTo>
                  <a:pt x="5682128" y="3785273"/>
                  <a:pt x="5682128" y="3919279"/>
                  <a:pt x="5682128" y="4050755"/>
                </a:cubicBezTo>
                <a:cubicBezTo>
                  <a:pt x="5727639" y="4058341"/>
                  <a:pt x="6058864" y="4055816"/>
                  <a:pt x="6084147" y="4048230"/>
                </a:cubicBezTo>
                <a:cubicBezTo>
                  <a:pt x="6084147" y="3916748"/>
                  <a:pt x="6084147" y="3785273"/>
                  <a:pt x="6084147" y="3651266"/>
                </a:cubicBezTo>
                <a:cubicBezTo>
                  <a:pt x="5947616" y="3651266"/>
                  <a:pt x="5816135" y="3651266"/>
                  <a:pt x="5682128" y="3651266"/>
                </a:cubicBezTo>
                <a:close/>
                <a:moveTo>
                  <a:pt x="5262406" y="3651266"/>
                </a:moveTo>
                <a:cubicBezTo>
                  <a:pt x="5254821" y="3694246"/>
                  <a:pt x="5254821" y="4025472"/>
                  <a:pt x="5264938" y="4050755"/>
                </a:cubicBezTo>
                <a:cubicBezTo>
                  <a:pt x="5396413" y="4050755"/>
                  <a:pt x="5530419" y="4050755"/>
                  <a:pt x="5661901" y="4050755"/>
                </a:cubicBezTo>
                <a:cubicBezTo>
                  <a:pt x="5661901" y="3916748"/>
                  <a:pt x="5661901" y="3782742"/>
                  <a:pt x="5661901" y="3651266"/>
                </a:cubicBezTo>
                <a:cubicBezTo>
                  <a:pt x="5525364" y="3651266"/>
                  <a:pt x="5393883" y="3651266"/>
                  <a:pt x="5262406" y="3651266"/>
                </a:cubicBezTo>
                <a:close/>
                <a:moveTo>
                  <a:pt x="3993131" y="3651266"/>
                </a:moveTo>
                <a:cubicBezTo>
                  <a:pt x="3993131" y="3785273"/>
                  <a:pt x="3993131" y="3919279"/>
                  <a:pt x="3993131" y="4053285"/>
                </a:cubicBezTo>
                <a:cubicBezTo>
                  <a:pt x="4127137" y="4053285"/>
                  <a:pt x="4258619" y="4053285"/>
                  <a:pt x="4390100" y="4053285"/>
                </a:cubicBezTo>
                <a:cubicBezTo>
                  <a:pt x="4397681" y="4000189"/>
                  <a:pt x="4395156" y="3676549"/>
                  <a:pt x="4387570" y="3651266"/>
                </a:cubicBezTo>
                <a:cubicBezTo>
                  <a:pt x="4256088" y="3651266"/>
                  <a:pt x="4124613" y="3651266"/>
                  <a:pt x="3993131" y="3651266"/>
                </a:cubicBezTo>
                <a:close/>
                <a:moveTo>
                  <a:pt x="3151163" y="3651266"/>
                </a:moveTo>
                <a:cubicBezTo>
                  <a:pt x="3143577" y="3694246"/>
                  <a:pt x="3143577" y="4025472"/>
                  <a:pt x="3153694" y="4053285"/>
                </a:cubicBezTo>
                <a:cubicBezTo>
                  <a:pt x="3219432" y="4060871"/>
                  <a:pt x="3522844" y="4055816"/>
                  <a:pt x="3550657" y="4048230"/>
                </a:cubicBezTo>
                <a:cubicBezTo>
                  <a:pt x="3550657" y="3916748"/>
                  <a:pt x="3550657" y="3785273"/>
                  <a:pt x="3550657" y="3651266"/>
                </a:cubicBezTo>
                <a:cubicBezTo>
                  <a:pt x="3414121" y="3651266"/>
                  <a:pt x="3282645" y="3651266"/>
                  <a:pt x="3151163" y="3651266"/>
                </a:cubicBezTo>
                <a:close/>
                <a:moveTo>
                  <a:pt x="2306665" y="3651266"/>
                </a:moveTo>
                <a:cubicBezTo>
                  <a:pt x="2299085" y="3694246"/>
                  <a:pt x="2299085" y="4025472"/>
                  <a:pt x="2309196" y="4053285"/>
                </a:cubicBezTo>
                <a:cubicBezTo>
                  <a:pt x="2372409" y="4060871"/>
                  <a:pt x="2678346" y="4058341"/>
                  <a:pt x="2706159" y="4050755"/>
                </a:cubicBezTo>
                <a:cubicBezTo>
                  <a:pt x="2706159" y="3919279"/>
                  <a:pt x="2706159" y="3787797"/>
                  <a:pt x="2706159" y="3653791"/>
                </a:cubicBezTo>
                <a:cubicBezTo>
                  <a:pt x="2569628" y="3651266"/>
                  <a:pt x="2438146" y="3651266"/>
                  <a:pt x="2306665" y="3651266"/>
                </a:cubicBezTo>
                <a:close/>
                <a:moveTo>
                  <a:pt x="1881894" y="3651266"/>
                </a:moveTo>
                <a:cubicBezTo>
                  <a:pt x="1881894" y="3785273"/>
                  <a:pt x="1881894" y="3916748"/>
                  <a:pt x="1881894" y="4053285"/>
                </a:cubicBezTo>
                <a:cubicBezTo>
                  <a:pt x="2015900" y="4053285"/>
                  <a:pt x="2147376" y="4053285"/>
                  <a:pt x="2281382" y="4053285"/>
                </a:cubicBezTo>
                <a:cubicBezTo>
                  <a:pt x="2281382" y="3916748"/>
                  <a:pt x="2281382" y="3785273"/>
                  <a:pt x="2281382" y="3651266"/>
                </a:cubicBezTo>
                <a:cubicBezTo>
                  <a:pt x="2147376" y="3651266"/>
                  <a:pt x="2015900" y="3651266"/>
                  <a:pt x="1881894" y="3651266"/>
                </a:cubicBezTo>
                <a:close/>
                <a:moveTo>
                  <a:pt x="1459642" y="3651266"/>
                </a:moveTo>
                <a:cubicBezTo>
                  <a:pt x="1459642" y="3785273"/>
                  <a:pt x="1459642" y="3919279"/>
                  <a:pt x="1459642" y="4053285"/>
                </a:cubicBezTo>
                <a:cubicBezTo>
                  <a:pt x="1591123" y="4053285"/>
                  <a:pt x="1722599" y="4053285"/>
                  <a:pt x="1859136" y="4053285"/>
                </a:cubicBezTo>
                <a:cubicBezTo>
                  <a:pt x="1859136" y="3916748"/>
                  <a:pt x="1859136" y="3785273"/>
                  <a:pt x="1859136" y="3651266"/>
                </a:cubicBezTo>
                <a:cubicBezTo>
                  <a:pt x="1725130" y="3651266"/>
                  <a:pt x="1593648" y="3651266"/>
                  <a:pt x="1459642" y="3651266"/>
                </a:cubicBezTo>
                <a:close/>
                <a:moveTo>
                  <a:pt x="9747795" y="3649258"/>
                </a:moveTo>
                <a:cubicBezTo>
                  <a:pt x="9637547" y="3648814"/>
                  <a:pt x="9503225" y="3651581"/>
                  <a:pt x="9487423" y="3656322"/>
                </a:cubicBezTo>
                <a:cubicBezTo>
                  <a:pt x="9479831" y="3727115"/>
                  <a:pt x="9482362" y="4025472"/>
                  <a:pt x="9492479" y="4053285"/>
                </a:cubicBezTo>
                <a:cubicBezTo>
                  <a:pt x="9621429" y="4053285"/>
                  <a:pt x="9752905" y="4053285"/>
                  <a:pt x="9889442" y="4053285"/>
                </a:cubicBezTo>
                <a:cubicBezTo>
                  <a:pt x="9889442" y="3916748"/>
                  <a:pt x="9889442" y="3785273"/>
                  <a:pt x="9889442" y="3653791"/>
                </a:cubicBezTo>
                <a:cubicBezTo>
                  <a:pt x="9871427" y="3650946"/>
                  <a:pt x="9813944" y="3649524"/>
                  <a:pt x="9747795" y="3649258"/>
                </a:cubicBezTo>
                <a:close/>
                <a:moveTo>
                  <a:pt x="3833087" y="3649258"/>
                </a:moveTo>
                <a:cubicBezTo>
                  <a:pt x="3724370" y="3648814"/>
                  <a:pt x="3589850" y="3651581"/>
                  <a:pt x="3570885" y="3656322"/>
                </a:cubicBezTo>
                <a:cubicBezTo>
                  <a:pt x="3570885" y="3787797"/>
                  <a:pt x="3570885" y="3919279"/>
                  <a:pt x="3570885" y="4053285"/>
                </a:cubicBezTo>
                <a:cubicBezTo>
                  <a:pt x="3704891" y="4053285"/>
                  <a:pt x="3836373" y="4053285"/>
                  <a:pt x="3970379" y="4053285"/>
                </a:cubicBezTo>
                <a:cubicBezTo>
                  <a:pt x="3970379" y="3916748"/>
                  <a:pt x="3970379" y="3785273"/>
                  <a:pt x="3970379" y="3653791"/>
                </a:cubicBezTo>
                <a:cubicBezTo>
                  <a:pt x="3954259" y="3650946"/>
                  <a:pt x="3898318" y="3649524"/>
                  <a:pt x="3833087" y="3649258"/>
                </a:cubicBezTo>
                <a:close/>
                <a:moveTo>
                  <a:pt x="10759223" y="3648736"/>
                </a:moveTo>
                <a:cubicBezTo>
                  <a:pt x="10751637" y="3694246"/>
                  <a:pt x="10754168" y="4022947"/>
                  <a:pt x="10761754" y="4050755"/>
                </a:cubicBezTo>
                <a:cubicBezTo>
                  <a:pt x="10893230" y="4050755"/>
                  <a:pt x="11024711" y="4050755"/>
                  <a:pt x="11158717" y="4050755"/>
                </a:cubicBezTo>
                <a:cubicBezTo>
                  <a:pt x="11158717" y="3916748"/>
                  <a:pt x="11158717" y="3782742"/>
                  <a:pt x="11158717" y="3648736"/>
                </a:cubicBezTo>
                <a:cubicBezTo>
                  <a:pt x="11022180" y="3648736"/>
                  <a:pt x="10893230" y="3648736"/>
                  <a:pt x="10759223" y="3648736"/>
                </a:cubicBezTo>
                <a:close/>
                <a:moveTo>
                  <a:pt x="10334446" y="3648736"/>
                </a:moveTo>
                <a:cubicBezTo>
                  <a:pt x="10324330" y="3691715"/>
                  <a:pt x="10326860" y="4022947"/>
                  <a:pt x="10336971" y="4050755"/>
                </a:cubicBezTo>
                <a:cubicBezTo>
                  <a:pt x="10397659" y="4058341"/>
                  <a:pt x="10706127" y="4055816"/>
                  <a:pt x="10733940" y="4048230"/>
                </a:cubicBezTo>
                <a:cubicBezTo>
                  <a:pt x="10733940" y="3916748"/>
                  <a:pt x="10733940" y="3785273"/>
                  <a:pt x="10733940" y="3651266"/>
                </a:cubicBezTo>
                <a:cubicBezTo>
                  <a:pt x="10599934" y="3648736"/>
                  <a:pt x="10468453" y="3648736"/>
                  <a:pt x="10334446" y="3648736"/>
                </a:cubicBezTo>
                <a:close/>
                <a:moveTo>
                  <a:pt x="9067702" y="3648736"/>
                </a:moveTo>
                <a:cubicBezTo>
                  <a:pt x="9065171" y="3785273"/>
                  <a:pt x="9065171" y="3916748"/>
                  <a:pt x="9065171" y="4045699"/>
                </a:cubicBezTo>
                <a:cubicBezTo>
                  <a:pt x="9095515" y="4055816"/>
                  <a:pt x="9436852" y="4055816"/>
                  <a:pt x="9467190" y="4045699"/>
                </a:cubicBezTo>
                <a:cubicBezTo>
                  <a:pt x="9474776" y="3982486"/>
                  <a:pt x="9472251" y="3676549"/>
                  <a:pt x="9464665" y="3648736"/>
                </a:cubicBezTo>
                <a:cubicBezTo>
                  <a:pt x="9333184" y="3648736"/>
                  <a:pt x="9201708" y="3648736"/>
                  <a:pt x="9067702" y="3648736"/>
                </a:cubicBezTo>
                <a:close/>
                <a:moveTo>
                  <a:pt x="8645449" y="3648736"/>
                </a:moveTo>
                <a:cubicBezTo>
                  <a:pt x="8645449" y="3785273"/>
                  <a:pt x="8645449" y="3916748"/>
                  <a:pt x="8645449" y="4050755"/>
                </a:cubicBezTo>
                <a:cubicBezTo>
                  <a:pt x="8781986" y="4050755"/>
                  <a:pt x="8910937" y="4050755"/>
                  <a:pt x="9042419" y="4050755"/>
                </a:cubicBezTo>
                <a:cubicBezTo>
                  <a:pt x="9049999" y="4010300"/>
                  <a:pt x="9049999" y="3676549"/>
                  <a:pt x="9039888" y="3648736"/>
                </a:cubicBezTo>
                <a:cubicBezTo>
                  <a:pt x="8908407" y="3648736"/>
                  <a:pt x="8776931" y="3648736"/>
                  <a:pt x="8645449" y="3648736"/>
                </a:cubicBezTo>
                <a:close/>
                <a:moveTo>
                  <a:pt x="6104374" y="3648736"/>
                </a:moveTo>
                <a:cubicBezTo>
                  <a:pt x="6104374" y="3782742"/>
                  <a:pt x="6101850" y="3916748"/>
                  <a:pt x="6104374" y="4050755"/>
                </a:cubicBezTo>
                <a:cubicBezTo>
                  <a:pt x="6240911" y="4050755"/>
                  <a:pt x="6374917" y="4050755"/>
                  <a:pt x="6511454" y="4050755"/>
                </a:cubicBezTo>
                <a:cubicBezTo>
                  <a:pt x="6511454" y="3916748"/>
                  <a:pt x="6513985" y="3782742"/>
                  <a:pt x="6511454" y="3648736"/>
                </a:cubicBezTo>
                <a:cubicBezTo>
                  <a:pt x="6372387" y="3648736"/>
                  <a:pt x="6240911" y="3648736"/>
                  <a:pt x="6104374" y="3648736"/>
                </a:cubicBezTo>
                <a:close/>
                <a:moveTo>
                  <a:pt x="4415383" y="3648736"/>
                </a:moveTo>
                <a:cubicBezTo>
                  <a:pt x="4415383" y="3782742"/>
                  <a:pt x="4415383" y="3914224"/>
                  <a:pt x="4415383" y="4050755"/>
                </a:cubicBezTo>
                <a:cubicBezTo>
                  <a:pt x="4549390" y="4050755"/>
                  <a:pt x="4678340" y="4050755"/>
                  <a:pt x="4814877" y="4050755"/>
                </a:cubicBezTo>
                <a:cubicBezTo>
                  <a:pt x="4814877" y="3916748"/>
                  <a:pt x="4814877" y="3782742"/>
                  <a:pt x="4814877" y="3648736"/>
                </a:cubicBezTo>
                <a:cubicBezTo>
                  <a:pt x="4680865" y="3648736"/>
                  <a:pt x="4549390" y="3648736"/>
                  <a:pt x="4415383" y="3648736"/>
                </a:cubicBezTo>
                <a:close/>
                <a:moveTo>
                  <a:pt x="2726387" y="3648736"/>
                </a:moveTo>
                <a:cubicBezTo>
                  <a:pt x="2726387" y="3785273"/>
                  <a:pt x="2726387" y="3916748"/>
                  <a:pt x="2726387" y="4048230"/>
                </a:cubicBezTo>
                <a:cubicBezTo>
                  <a:pt x="2769372" y="4055816"/>
                  <a:pt x="3100598" y="4055816"/>
                  <a:pt x="3128411" y="4045699"/>
                </a:cubicBezTo>
                <a:cubicBezTo>
                  <a:pt x="3135991" y="3987547"/>
                  <a:pt x="3133466" y="3676549"/>
                  <a:pt x="3125881" y="3648736"/>
                </a:cubicBezTo>
                <a:cubicBezTo>
                  <a:pt x="2991874" y="3648736"/>
                  <a:pt x="2860393" y="3648736"/>
                  <a:pt x="2726387" y="3648736"/>
                </a:cubicBezTo>
                <a:close/>
                <a:moveTo>
                  <a:pt x="1034865" y="3648736"/>
                </a:moveTo>
                <a:cubicBezTo>
                  <a:pt x="1034865" y="3782742"/>
                  <a:pt x="1032334" y="3916748"/>
                  <a:pt x="1034865" y="4048230"/>
                </a:cubicBezTo>
                <a:cubicBezTo>
                  <a:pt x="1087961" y="4055816"/>
                  <a:pt x="1409076" y="4053285"/>
                  <a:pt x="1436884" y="4045699"/>
                </a:cubicBezTo>
                <a:cubicBezTo>
                  <a:pt x="1436884" y="3916748"/>
                  <a:pt x="1436884" y="3785273"/>
                  <a:pt x="1436884" y="3648736"/>
                </a:cubicBezTo>
                <a:cubicBezTo>
                  <a:pt x="1302877" y="3648736"/>
                  <a:pt x="1171402" y="3648736"/>
                  <a:pt x="1034865" y="3648736"/>
                </a:cubicBezTo>
                <a:close/>
                <a:moveTo>
                  <a:pt x="808885" y="3648418"/>
                </a:moveTo>
                <a:cubicBezTo>
                  <a:pt x="716913" y="3648734"/>
                  <a:pt x="626522" y="3651264"/>
                  <a:pt x="612619" y="3656322"/>
                </a:cubicBezTo>
                <a:cubicBezTo>
                  <a:pt x="612619" y="3787797"/>
                  <a:pt x="612619" y="3919279"/>
                  <a:pt x="612619" y="4053285"/>
                </a:cubicBezTo>
                <a:cubicBezTo>
                  <a:pt x="746625" y="4053285"/>
                  <a:pt x="878100" y="4053285"/>
                  <a:pt x="1014637" y="4053285"/>
                </a:cubicBezTo>
                <a:cubicBezTo>
                  <a:pt x="1014637" y="3916748"/>
                  <a:pt x="1014637" y="3785273"/>
                  <a:pt x="1014637" y="3653791"/>
                </a:cubicBezTo>
                <a:cubicBezTo>
                  <a:pt x="994410" y="3649998"/>
                  <a:pt x="900857" y="3648102"/>
                  <a:pt x="808885" y="3648418"/>
                </a:cubicBezTo>
                <a:close/>
                <a:moveTo>
                  <a:pt x="11794932" y="3648102"/>
                </a:moveTo>
                <a:cubicBezTo>
                  <a:pt x="11702960" y="3648102"/>
                  <a:pt x="11612567" y="3649998"/>
                  <a:pt x="11598660" y="3653791"/>
                </a:cubicBezTo>
                <a:cubicBezTo>
                  <a:pt x="11598660" y="3785273"/>
                  <a:pt x="11598660" y="3916748"/>
                  <a:pt x="11598660" y="4050755"/>
                </a:cubicBezTo>
                <a:cubicBezTo>
                  <a:pt x="11735197" y="4053285"/>
                  <a:pt x="11866679" y="4053285"/>
                  <a:pt x="12000685" y="4053285"/>
                </a:cubicBezTo>
                <a:cubicBezTo>
                  <a:pt x="12000685" y="3916748"/>
                  <a:pt x="12000685" y="3785273"/>
                  <a:pt x="12000685" y="3653791"/>
                </a:cubicBezTo>
                <a:cubicBezTo>
                  <a:pt x="11980458" y="3649998"/>
                  <a:pt x="11886905" y="3648102"/>
                  <a:pt x="11794932" y="3648102"/>
                </a:cubicBezTo>
                <a:close/>
                <a:moveTo>
                  <a:pt x="7146721" y="3648102"/>
                </a:moveTo>
                <a:cubicBezTo>
                  <a:pt x="7055065" y="3648102"/>
                  <a:pt x="6965307" y="3649998"/>
                  <a:pt x="6951403" y="3653791"/>
                </a:cubicBezTo>
                <a:cubicBezTo>
                  <a:pt x="6951403" y="3785273"/>
                  <a:pt x="6951403" y="3916748"/>
                  <a:pt x="6951403" y="4050755"/>
                </a:cubicBezTo>
                <a:cubicBezTo>
                  <a:pt x="7087934" y="4053285"/>
                  <a:pt x="7219416" y="4053285"/>
                  <a:pt x="7353422" y="4053285"/>
                </a:cubicBezTo>
                <a:cubicBezTo>
                  <a:pt x="7353422" y="3916748"/>
                  <a:pt x="7353422" y="3785273"/>
                  <a:pt x="7353422" y="3653791"/>
                </a:cubicBezTo>
                <a:cubicBezTo>
                  <a:pt x="7331929" y="3649998"/>
                  <a:pt x="7238377" y="3648102"/>
                  <a:pt x="7146721" y="3648102"/>
                </a:cubicBezTo>
                <a:close/>
                <a:moveTo>
                  <a:pt x="5033901" y="3648102"/>
                </a:moveTo>
                <a:cubicBezTo>
                  <a:pt x="4941929" y="3648102"/>
                  <a:pt x="4851537" y="3649998"/>
                  <a:pt x="4837630" y="3653791"/>
                </a:cubicBezTo>
                <a:cubicBezTo>
                  <a:pt x="4837630" y="3785273"/>
                  <a:pt x="4837630" y="3916748"/>
                  <a:pt x="4837630" y="4050755"/>
                </a:cubicBezTo>
                <a:cubicBezTo>
                  <a:pt x="4971636" y="4053285"/>
                  <a:pt x="5103117" y="4053285"/>
                  <a:pt x="5239648" y="4053285"/>
                </a:cubicBezTo>
                <a:cubicBezTo>
                  <a:pt x="5239648" y="3916748"/>
                  <a:pt x="5239648" y="3785273"/>
                  <a:pt x="5239648" y="3653791"/>
                </a:cubicBezTo>
                <a:cubicBezTo>
                  <a:pt x="5219424" y="3649998"/>
                  <a:pt x="5125873" y="3648102"/>
                  <a:pt x="5033901" y="3648102"/>
                </a:cubicBezTo>
                <a:close/>
                <a:moveTo>
                  <a:pt x="8049296" y="3646731"/>
                </a:moveTo>
                <a:cubicBezTo>
                  <a:pt x="7940652" y="3646286"/>
                  <a:pt x="7814228" y="3649050"/>
                  <a:pt x="7798427" y="3653791"/>
                </a:cubicBezTo>
                <a:cubicBezTo>
                  <a:pt x="7798427" y="3785273"/>
                  <a:pt x="7798427" y="3916748"/>
                  <a:pt x="7798427" y="4050755"/>
                </a:cubicBezTo>
                <a:cubicBezTo>
                  <a:pt x="7932433" y="4050755"/>
                  <a:pt x="8063914" y="4050755"/>
                  <a:pt x="8197920" y="4050755"/>
                </a:cubicBezTo>
                <a:cubicBezTo>
                  <a:pt x="8197920" y="3916748"/>
                  <a:pt x="8197920" y="3785273"/>
                  <a:pt x="8197920" y="3651266"/>
                </a:cubicBezTo>
                <a:cubicBezTo>
                  <a:pt x="8173269" y="3648421"/>
                  <a:pt x="8114483" y="3646999"/>
                  <a:pt x="8049296" y="3646731"/>
                </a:cubicBezTo>
                <a:close/>
                <a:moveTo>
                  <a:pt x="441285" y="3645002"/>
                </a:moveTo>
                <a:cubicBezTo>
                  <a:pt x="333777" y="3645297"/>
                  <a:pt x="207750" y="3649050"/>
                  <a:pt x="190366" y="3653791"/>
                </a:cubicBezTo>
                <a:cubicBezTo>
                  <a:pt x="190366" y="3785273"/>
                  <a:pt x="190366" y="3916748"/>
                  <a:pt x="190366" y="4050755"/>
                </a:cubicBezTo>
                <a:cubicBezTo>
                  <a:pt x="326903" y="4050755"/>
                  <a:pt x="458385" y="4050755"/>
                  <a:pt x="589860" y="4050755"/>
                </a:cubicBezTo>
                <a:cubicBezTo>
                  <a:pt x="597446" y="4007775"/>
                  <a:pt x="597446" y="3676549"/>
                  <a:pt x="587330" y="3648736"/>
                </a:cubicBezTo>
                <a:cubicBezTo>
                  <a:pt x="563627" y="3645891"/>
                  <a:pt x="505790" y="3644824"/>
                  <a:pt x="441285" y="3645002"/>
                </a:cubicBezTo>
                <a:close/>
                <a:moveTo>
                  <a:pt x="10334446" y="3229014"/>
                </a:moveTo>
                <a:cubicBezTo>
                  <a:pt x="10324330" y="3279586"/>
                  <a:pt x="10326860" y="3605750"/>
                  <a:pt x="10336971" y="3631039"/>
                </a:cubicBezTo>
                <a:cubicBezTo>
                  <a:pt x="10412826" y="3638619"/>
                  <a:pt x="10706127" y="3636094"/>
                  <a:pt x="10731410" y="3625978"/>
                </a:cubicBezTo>
                <a:cubicBezTo>
                  <a:pt x="10736465" y="3567826"/>
                  <a:pt x="10733940" y="3256828"/>
                  <a:pt x="10728879" y="3229014"/>
                </a:cubicBezTo>
                <a:cubicBezTo>
                  <a:pt x="10599934" y="3229014"/>
                  <a:pt x="10468453" y="3229014"/>
                  <a:pt x="10334446" y="3229014"/>
                </a:cubicBezTo>
                <a:close/>
                <a:moveTo>
                  <a:pt x="7800957" y="3229014"/>
                </a:moveTo>
                <a:cubicBezTo>
                  <a:pt x="7790840" y="3279586"/>
                  <a:pt x="7793371" y="3605750"/>
                  <a:pt x="7803482" y="3631039"/>
                </a:cubicBezTo>
                <a:cubicBezTo>
                  <a:pt x="7879336" y="3638619"/>
                  <a:pt x="8172637" y="3636094"/>
                  <a:pt x="8197920" y="3625978"/>
                </a:cubicBezTo>
                <a:cubicBezTo>
                  <a:pt x="8197920" y="3494502"/>
                  <a:pt x="8197920" y="3363020"/>
                  <a:pt x="8197920" y="3229014"/>
                </a:cubicBezTo>
                <a:cubicBezTo>
                  <a:pt x="8063914" y="3229014"/>
                  <a:pt x="7932433" y="3229014"/>
                  <a:pt x="7800957" y="3229014"/>
                </a:cubicBezTo>
                <a:close/>
                <a:moveTo>
                  <a:pt x="7378705" y="3229014"/>
                </a:moveTo>
                <a:cubicBezTo>
                  <a:pt x="7371119" y="3269469"/>
                  <a:pt x="7371119" y="3603225"/>
                  <a:pt x="7381236" y="3631039"/>
                </a:cubicBezTo>
                <a:cubicBezTo>
                  <a:pt x="7439387" y="3638619"/>
                  <a:pt x="7750386" y="3636094"/>
                  <a:pt x="7778199" y="3628508"/>
                </a:cubicBezTo>
                <a:cubicBezTo>
                  <a:pt x="7778199" y="3497033"/>
                  <a:pt x="7778199" y="3365551"/>
                  <a:pt x="7778199" y="3231545"/>
                </a:cubicBezTo>
                <a:cubicBezTo>
                  <a:pt x="7641662" y="3229014"/>
                  <a:pt x="7510187" y="3229014"/>
                  <a:pt x="7378705" y="3229014"/>
                </a:cubicBezTo>
                <a:close/>
                <a:moveTo>
                  <a:pt x="6951403" y="3229014"/>
                </a:moveTo>
                <a:cubicBezTo>
                  <a:pt x="6951403" y="3365551"/>
                  <a:pt x="6951403" y="3497033"/>
                  <a:pt x="6951403" y="3628508"/>
                </a:cubicBezTo>
                <a:cubicBezTo>
                  <a:pt x="6994383" y="3636094"/>
                  <a:pt x="7325609" y="3636094"/>
                  <a:pt x="7353422" y="3625978"/>
                </a:cubicBezTo>
                <a:cubicBezTo>
                  <a:pt x="7361008" y="3570356"/>
                  <a:pt x="7358478" y="3256828"/>
                  <a:pt x="7350892" y="3229014"/>
                </a:cubicBezTo>
                <a:cubicBezTo>
                  <a:pt x="7219416" y="3229014"/>
                  <a:pt x="7087934" y="3229014"/>
                  <a:pt x="6951403" y="3229014"/>
                </a:cubicBezTo>
                <a:close/>
                <a:moveTo>
                  <a:pt x="5682128" y="3229014"/>
                </a:moveTo>
                <a:cubicBezTo>
                  <a:pt x="5682128" y="3363020"/>
                  <a:pt x="5682128" y="3497033"/>
                  <a:pt x="5682128" y="3628508"/>
                </a:cubicBezTo>
                <a:cubicBezTo>
                  <a:pt x="5818665" y="3628508"/>
                  <a:pt x="5950141" y="3628508"/>
                  <a:pt x="6081622" y="3628508"/>
                </a:cubicBezTo>
                <a:cubicBezTo>
                  <a:pt x="6089202" y="3585523"/>
                  <a:pt x="6089202" y="3254297"/>
                  <a:pt x="6079091" y="3229014"/>
                </a:cubicBezTo>
                <a:cubicBezTo>
                  <a:pt x="5947616" y="3229014"/>
                  <a:pt x="5813604" y="3229014"/>
                  <a:pt x="5682128" y="3229014"/>
                </a:cubicBezTo>
                <a:close/>
                <a:moveTo>
                  <a:pt x="4840160" y="3229014"/>
                </a:moveTo>
                <a:cubicBezTo>
                  <a:pt x="4837630" y="3363020"/>
                  <a:pt x="4837630" y="3494502"/>
                  <a:pt x="4837630" y="3628508"/>
                </a:cubicBezTo>
                <a:cubicBezTo>
                  <a:pt x="4974166" y="3628508"/>
                  <a:pt x="5105642" y="3628508"/>
                  <a:pt x="5237124" y="3628508"/>
                </a:cubicBezTo>
                <a:cubicBezTo>
                  <a:pt x="5244710" y="3588053"/>
                  <a:pt x="5244710" y="3254297"/>
                  <a:pt x="5237124" y="3229014"/>
                </a:cubicBezTo>
                <a:cubicBezTo>
                  <a:pt x="5105642" y="3229014"/>
                  <a:pt x="4971636" y="3229014"/>
                  <a:pt x="4840160" y="3229014"/>
                </a:cubicBezTo>
                <a:close/>
                <a:moveTo>
                  <a:pt x="4417908" y="3229014"/>
                </a:moveTo>
                <a:cubicBezTo>
                  <a:pt x="4407797" y="3269469"/>
                  <a:pt x="4410328" y="3603225"/>
                  <a:pt x="4420439" y="3631039"/>
                </a:cubicBezTo>
                <a:cubicBezTo>
                  <a:pt x="4551914" y="3631039"/>
                  <a:pt x="4683396" y="3631039"/>
                  <a:pt x="4814877" y="3631039"/>
                </a:cubicBezTo>
                <a:cubicBezTo>
                  <a:pt x="4814877" y="3494502"/>
                  <a:pt x="4814877" y="3363020"/>
                  <a:pt x="4814877" y="3229014"/>
                </a:cubicBezTo>
                <a:cubicBezTo>
                  <a:pt x="4680865" y="3229014"/>
                  <a:pt x="4549390" y="3229014"/>
                  <a:pt x="4417908" y="3229014"/>
                </a:cubicBezTo>
                <a:close/>
                <a:moveTo>
                  <a:pt x="3995662" y="3229014"/>
                </a:moveTo>
                <a:cubicBezTo>
                  <a:pt x="3988076" y="3264414"/>
                  <a:pt x="3988076" y="3600695"/>
                  <a:pt x="3995662" y="3631039"/>
                </a:cubicBezTo>
                <a:cubicBezTo>
                  <a:pt x="4127137" y="3631039"/>
                  <a:pt x="4258619" y="3631039"/>
                  <a:pt x="4390100" y="3631039"/>
                </a:cubicBezTo>
                <a:cubicBezTo>
                  <a:pt x="4397681" y="3577937"/>
                  <a:pt x="4395156" y="3254297"/>
                  <a:pt x="4387570" y="3229014"/>
                </a:cubicBezTo>
                <a:cubicBezTo>
                  <a:pt x="4256088" y="3229014"/>
                  <a:pt x="4127137" y="3229014"/>
                  <a:pt x="3995662" y="3229014"/>
                </a:cubicBezTo>
                <a:close/>
                <a:moveTo>
                  <a:pt x="3570885" y="3229014"/>
                </a:moveTo>
                <a:cubicBezTo>
                  <a:pt x="3570885" y="3363020"/>
                  <a:pt x="3570885" y="3494502"/>
                  <a:pt x="3570885" y="3628508"/>
                </a:cubicBezTo>
                <a:cubicBezTo>
                  <a:pt x="3621451" y="3636094"/>
                  <a:pt x="3942565" y="3633564"/>
                  <a:pt x="3970379" y="3625978"/>
                </a:cubicBezTo>
                <a:cubicBezTo>
                  <a:pt x="3970379" y="3494502"/>
                  <a:pt x="3970379" y="3363020"/>
                  <a:pt x="3970379" y="3229014"/>
                </a:cubicBezTo>
                <a:cubicBezTo>
                  <a:pt x="3836373" y="3229014"/>
                  <a:pt x="3704891" y="3229014"/>
                  <a:pt x="3570885" y="3229014"/>
                </a:cubicBezTo>
                <a:close/>
                <a:moveTo>
                  <a:pt x="3151163" y="3229014"/>
                </a:moveTo>
                <a:cubicBezTo>
                  <a:pt x="3143577" y="3272000"/>
                  <a:pt x="3143577" y="3603225"/>
                  <a:pt x="3153694" y="3631039"/>
                </a:cubicBezTo>
                <a:cubicBezTo>
                  <a:pt x="3216901" y="3638619"/>
                  <a:pt x="3522844" y="3633564"/>
                  <a:pt x="3550657" y="3625978"/>
                </a:cubicBezTo>
                <a:cubicBezTo>
                  <a:pt x="3550657" y="3494502"/>
                  <a:pt x="3550657" y="3363020"/>
                  <a:pt x="3550657" y="3229014"/>
                </a:cubicBezTo>
                <a:cubicBezTo>
                  <a:pt x="3414121" y="3229014"/>
                  <a:pt x="3282645" y="3229014"/>
                  <a:pt x="3151163" y="3229014"/>
                </a:cubicBezTo>
                <a:close/>
                <a:moveTo>
                  <a:pt x="2723862" y="3229014"/>
                </a:moveTo>
                <a:cubicBezTo>
                  <a:pt x="2723862" y="3363020"/>
                  <a:pt x="2723862" y="3497033"/>
                  <a:pt x="2723862" y="3628508"/>
                </a:cubicBezTo>
                <a:cubicBezTo>
                  <a:pt x="2860393" y="3628508"/>
                  <a:pt x="2991874" y="3628508"/>
                  <a:pt x="3125881" y="3628508"/>
                </a:cubicBezTo>
                <a:cubicBezTo>
                  <a:pt x="3133466" y="3545068"/>
                  <a:pt x="3130936" y="3254297"/>
                  <a:pt x="3120825" y="3229014"/>
                </a:cubicBezTo>
                <a:cubicBezTo>
                  <a:pt x="2989344" y="3229014"/>
                  <a:pt x="2855337" y="3229014"/>
                  <a:pt x="2723862" y="3229014"/>
                </a:cubicBezTo>
                <a:close/>
                <a:moveTo>
                  <a:pt x="2304140" y="3229014"/>
                </a:moveTo>
                <a:cubicBezTo>
                  <a:pt x="2304140" y="3365551"/>
                  <a:pt x="2304140" y="3497033"/>
                  <a:pt x="2304140" y="3628508"/>
                </a:cubicBezTo>
                <a:cubicBezTo>
                  <a:pt x="2344595" y="3636094"/>
                  <a:pt x="2678346" y="3636094"/>
                  <a:pt x="2706159" y="3625978"/>
                </a:cubicBezTo>
                <a:cubicBezTo>
                  <a:pt x="2713745" y="3575412"/>
                  <a:pt x="2711214" y="3256828"/>
                  <a:pt x="2703634" y="3229014"/>
                </a:cubicBezTo>
                <a:cubicBezTo>
                  <a:pt x="2569628" y="3229014"/>
                  <a:pt x="2438146" y="3229014"/>
                  <a:pt x="2304140" y="3229014"/>
                </a:cubicBezTo>
                <a:close/>
                <a:moveTo>
                  <a:pt x="1037395" y="3229014"/>
                </a:moveTo>
                <a:cubicBezTo>
                  <a:pt x="1037395" y="3363020"/>
                  <a:pt x="1037395" y="3497033"/>
                  <a:pt x="1037395" y="3628508"/>
                </a:cubicBezTo>
                <a:cubicBezTo>
                  <a:pt x="1171402" y="3628508"/>
                  <a:pt x="1302877" y="3628508"/>
                  <a:pt x="1436884" y="3628508"/>
                </a:cubicBezTo>
                <a:cubicBezTo>
                  <a:pt x="1436884" y="3494502"/>
                  <a:pt x="1436884" y="3360496"/>
                  <a:pt x="1436884" y="3229014"/>
                </a:cubicBezTo>
                <a:cubicBezTo>
                  <a:pt x="1302877" y="3229014"/>
                  <a:pt x="1171402" y="3229014"/>
                  <a:pt x="1037395" y="3229014"/>
                </a:cubicBezTo>
                <a:close/>
                <a:moveTo>
                  <a:pt x="612619" y="3229014"/>
                </a:moveTo>
                <a:cubicBezTo>
                  <a:pt x="612619" y="3363020"/>
                  <a:pt x="612619" y="3497033"/>
                  <a:pt x="612619" y="3628508"/>
                </a:cubicBezTo>
                <a:cubicBezTo>
                  <a:pt x="749155" y="3628508"/>
                  <a:pt x="880631" y="3628508"/>
                  <a:pt x="1012107" y="3628508"/>
                </a:cubicBezTo>
                <a:cubicBezTo>
                  <a:pt x="1019693" y="3585523"/>
                  <a:pt x="1019693" y="3254297"/>
                  <a:pt x="1009582" y="3229014"/>
                </a:cubicBezTo>
                <a:cubicBezTo>
                  <a:pt x="878100" y="3229014"/>
                  <a:pt x="744094" y="3229014"/>
                  <a:pt x="612619" y="3229014"/>
                </a:cubicBezTo>
                <a:close/>
                <a:moveTo>
                  <a:pt x="11436528" y="3227011"/>
                </a:moveTo>
                <a:cubicBezTo>
                  <a:pt x="11328280" y="3226567"/>
                  <a:pt x="11196328" y="3229332"/>
                  <a:pt x="11178945" y="3234070"/>
                </a:cubicBezTo>
                <a:cubicBezTo>
                  <a:pt x="11178945" y="3363020"/>
                  <a:pt x="11178945" y="3494502"/>
                  <a:pt x="11178945" y="3631039"/>
                </a:cubicBezTo>
                <a:cubicBezTo>
                  <a:pt x="11312951" y="3631039"/>
                  <a:pt x="11444427" y="3631039"/>
                  <a:pt x="11575908" y="3631039"/>
                </a:cubicBezTo>
                <a:cubicBezTo>
                  <a:pt x="11583494" y="3598170"/>
                  <a:pt x="11583494" y="3261883"/>
                  <a:pt x="11575908" y="3231545"/>
                </a:cubicBezTo>
                <a:cubicBezTo>
                  <a:pt x="11557893" y="3228700"/>
                  <a:pt x="11501477" y="3227278"/>
                  <a:pt x="11436528" y="3227011"/>
                </a:cubicBezTo>
                <a:close/>
                <a:moveTo>
                  <a:pt x="10759223" y="3226489"/>
                </a:moveTo>
                <a:cubicBezTo>
                  <a:pt x="10751637" y="3279586"/>
                  <a:pt x="10754168" y="3603225"/>
                  <a:pt x="10761754" y="3628508"/>
                </a:cubicBezTo>
                <a:cubicBezTo>
                  <a:pt x="10893230" y="3628508"/>
                  <a:pt x="11024711" y="3628508"/>
                  <a:pt x="11156187" y="3628508"/>
                </a:cubicBezTo>
                <a:cubicBezTo>
                  <a:pt x="11156187" y="3494502"/>
                  <a:pt x="11156187" y="3360496"/>
                  <a:pt x="11156187" y="3226489"/>
                </a:cubicBezTo>
                <a:cubicBezTo>
                  <a:pt x="11022180" y="3226489"/>
                  <a:pt x="10890699" y="3226489"/>
                  <a:pt x="10759223" y="3226489"/>
                </a:cubicBezTo>
                <a:close/>
                <a:moveTo>
                  <a:pt x="9912200" y="3226489"/>
                </a:moveTo>
                <a:cubicBezTo>
                  <a:pt x="9912200" y="3360496"/>
                  <a:pt x="9912200" y="3491971"/>
                  <a:pt x="9912200" y="3628508"/>
                </a:cubicBezTo>
                <a:cubicBezTo>
                  <a:pt x="10043676" y="3628508"/>
                  <a:pt x="10175151" y="3628508"/>
                  <a:pt x="10311688" y="3628508"/>
                </a:cubicBezTo>
                <a:cubicBezTo>
                  <a:pt x="10319274" y="3567826"/>
                  <a:pt x="10316750" y="3254297"/>
                  <a:pt x="10309164" y="3226489"/>
                </a:cubicBezTo>
                <a:cubicBezTo>
                  <a:pt x="10177682" y="3226489"/>
                  <a:pt x="10046206" y="3226489"/>
                  <a:pt x="9912200" y="3226489"/>
                </a:cubicBezTo>
                <a:close/>
                <a:moveTo>
                  <a:pt x="9489948" y="3226489"/>
                </a:moveTo>
                <a:cubicBezTo>
                  <a:pt x="9489948" y="3360496"/>
                  <a:pt x="9489948" y="3491971"/>
                  <a:pt x="9489948" y="3628508"/>
                </a:cubicBezTo>
                <a:cubicBezTo>
                  <a:pt x="9621429" y="3628508"/>
                  <a:pt x="9752905" y="3628508"/>
                  <a:pt x="9889442" y="3628508"/>
                </a:cubicBezTo>
                <a:cubicBezTo>
                  <a:pt x="9897028" y="3562770"/>
                  <a:pt x="9894497" y="3254297"/>
                  <a:pt x="9886911" y="3226489"/>
                </a:cubicBezTo>
                <a:cubicBezTo>
                  <a:pt x="9755436" y="3226489"/>
                  <a:pt x="9623954" y="3226489"/>
                  <a:pt x="9489948" y="3226489"/>
                </a:cubicBezTo>
                <a:close/>
                <a:moveTo>
                  <a:pt x="9067702" y="3226489"/>
                </a:moveTo>
                <a:cubicBezTo>
                  <a:pt x="9067702" y="3360496"/>
                  <a:pt x="9067702" y="3491971"/>
                  <a:pt x="9067702" y="3628508"/>
                </a:cubicBezTo>
                <a:cubicBezTo>
                  <a:pt x="9199177" y="3628508"/>
                  <a:pt x="9333184" y="3628508"/>
                  <a:pt x="9467190" y="3628508"/>
                </a:cubicBezTo>
                <a:cubicBezTo>
                  <a:pt x="9474776" y="3567826"/>
                  <a:pt x="9472251" y="3254297"/>
                  <a:pt x="9464665" y="3226489"/>
                </a:cubicBezTo>
                <a:cubicBezTo>
                  <a:pt x="9333184" y="3226489"/>
                  <a:pt x="9201708" y="3226489"/>
                  <a:pt x="9067702" y="3226489"/>
                </a:cubicBezTo>
                <a:close/>
                <a:moveTo>
                  <a:pt x="8642925" y="3226489"/>
                </a:moveTo>
                <a:cubicBezTo>
                  <a:pt x="8642925" y="3363020"/>
                  <a:pt x="8642925" y="3494502"/>
                  <a:pt x="8642925" y="3628508"/>
                </a:cubicBezTo>
                <a:cubicBezTo>
                  <a:pt x="8779462" y="3628508"/>
                  <a:pt x="8908407" y="3628508"/>
                  <a:pt x="9039888" y="3628508"/>
                </a:cubicBezTo>
                <a:cubicBezTo>
                  <a:pt x="9049999" y="3585523"/>
                  <a:pt x="9047474" y="3254297"/>
                  <a:pt x="9037357" y="3226489"/>
                </a:cubicBezTo>
                <a:cubicBezTo>
                  <a:pt x="8905882" y="3226489"/>
                  <a:pt x="8774400" y="3226489"/>
                  <a:pt x="8642925" y="3226489"/>
                </a:cubicBezTo>
                <a:close/>
                <a:moveTo>
                  <a:pt x="6101850" y="3226489"/>
                </a:moveTo>
                <a:cubicBezTo>
                  <a:pt x="6104374" y="3363020"/>
                  <a:pt x="6104374" y="3494502"/>
                  <a:pt x="6104374" y="3628508"/>
                </a:cubicBezTo>
                <a:cubicBezTo>
                  <a:pt x="6240911" y="3628508"/>
                  <a:pt x="6372387" y="3628508"/>
                  <a:pt x="6503868" y="3628508"/>
                </a:cubicBezTo>
                <a:cubicBezTo>
                  <a:pt x="6513985" y="3585523"/>
                  <a:pt x="6511454" y="3254297"/>
                  <a:pt x="6501338" y="3226489"/>
                </a:cubicBezTo>
                <a:cubicBezTo>
                  <a:pt x="6369862" y="3226489"/>
                  <a:pt x="6235856" y="3226489"/>
                  <a:pt x="6101850" y="3226489"/>
                </a:cubicBezTo>
                <a:close/>
                <a:moveTo>
                  <a:pt x="1879363" y="3226489"/>
                </a:moveTo>
                <a:cubicBezTo>
                  <a:pt x="1879363" y="3363020"/>
                  <a:pt x="1879363" y="3494502"/>
                  <a:pt x="1879363" y="3628508"/>
                </a:cubicBezTo>
                <a:cubicBezTo>
                  <a:pt x="2013369" y="3628508"/>
                  <a:pt x="2144845" y="3628508"/>
                  <a:pt x="2278857" y="3628508"/>
                </a:cubicBezTo>
                <a:cubicBezTo>
                  <a:pt x="2278857" y="3494502"/>
                  <a:pt x="2278857" y="3363020"/>
                  <a:pt x="2278857" y="3226489"/>
                </a:cubicBezTo>
                <a:cubicBezTo>
                  <a:pt x="2144845" y="3226489"/>
                  <a:pt x="2013369" y="3226489"/>
                  <a:pt x="1879363" y="3226489"/>
                </a:cubicBezTo>
                <a:close/>
                <a:moveTo>
                  <a:pt x="1457117" y="3226489"/>
                </a:moveTo>
                <a:cubicBezTo>
                  <a:pt x="1457117" y="3363020"/>
                  <a:pt x="1457117" y="3494502"/>
                  <a:pt x="1457117" y="3628508"/>
                </a:cubicBezTo>
                <a:cubicBezTo>
                  <a:pt x="1593648" y="3628508"/>
                  <a:pt x="1725130" y="3628508"/>
                  <a:pt x="1856605" y="3628508"/>
                </a:cubicBezTo>
                <a:cubicBezTo>
                  <a:pt x="1856605" y="3494502"/>
                  <a:pt x="1856605" y="3360496"/>
                  <a:pt x="1856605" y="3226489"/>
                </a:cubicBezTo>
                <a:cubicBezTo>
                  <a:pt x="1722599" y="3226489"/>
                  <a:pt x="1591123" y="3226489"/>
                  <a:pt x="1457117" y="3226489"/>
                </a:cubicBezTo>
                <a:close/>
                <a:moveTo>
                  <a:pt x="6727951" y="3225856"/>
                </a:moveTo>
                <a:cubicBezTo>
                  <a:pt x="6635980" y="3225856"/>
                  <a:pt x="6545588" y="3227752"/>
                  <a:pt x="6531682" y="3231545"/>
                </a:cubicBezTo>
                <a:cubicBezTo>
                  <a:pt x="6524096" y="3287166"/>
                  <a:pt x="6526626" y="3600695"/>
                  <a:pt x="6534212" y="3628508"/>
                </a:cubicBezTo>
                <a:cubicBezTo>
                  <a:pt x="6665688" y="3628508"/>
                  <a:pt x="6797164" y="3628508"/>
                  <a:pt x="6931176" y="3628508"/>
                </a:cubicBezTo>
                <a:cubicBezTo>
                  <a:pt x="6933701" y="3494502"/>
                  <a:pt x="6933701" y="3363020"/>
                  <a:pt x="6933701" y="3231545"/>
                </a:cubicBezTo>
                <a:cubicBezTo>
                  <a:pt x="6913473" y="3227752"/>
                  <a:pt x="6819922" y="3225856"/>
                  <a:pt x="6727951" y="3225856"/>
                </a:cubicBezTo>
                <a:close/>
                <a:moveTo>
                  <a:pt x="386638" y="3225856"/>
                </a:moveTo>
                <a:cubicBezTo>
                  <a:pt x="294665" y="3225856"/>
                  <a:pt x="204273" y="3227752"/>
                  <a:pt x="190366" y="3231545"/>
                </a:cubicBezTo>
                <a:cubicBezTo>
                  <a:pt x="182780" y="3287166"/>
                  <a:pt x="185311" y="3600695"/>
                  <a:pt x="192897" y="3628508"/>
                </a:cubicBezTo>
                <a:cubicBezTo>
                  <a:pt x="324372" y="3628508"/>
                  <a:pt x="455854" y="3628508"/>
                  <a:pt x="589860" y="3628508"/>
                </a:cubicBezTo>
                <a:cubicBezTo>
                  <a:pt x="592391" y="3494502"/>
                  <a:pt x="592391" y="3363020"/>
                  <a:pt x="592391" y="3231545"/>
                </a:cubicBezTo>
                <a:cubicBezTo>
                  <a:pt x="572164" y="3227752"/>
                  <a:pt x="478611" y="3225856"/>
                  <a:pt x="386638" y="3225856"/>
                </a:cubicBezTo>
                <a:close/>
                <a:moveTo>
                  <a:pt x="11849703" y="3224481"/>
                </a:moveTo>
                <a:cubicBezTo>
                  <a:pt x="11741083" y="3224037"/>
                  <a:pt x="11616044" y="3226804"/>
                  <a:pt x="11598660" y="3231545"/>
                </a:cubicBezTo>
                <a:cubicBezTo>
                  <a:pt x="11598660" y="3363020"/>
                  <a:pt x="11598660" y="3494502"/>
                  <a:pt x="11598660" y="3628508"/>
                </a:cubicBezTo>
                <a:cubicBezTo>
                  <a:pt x="11732673" y="3628508"/>
                  <a:pt x="11866679" y="3628508"/>
                  <a:pt x="12000685" y="3628508"/>
                </a:cubicBezTo>
                <a:cubicBezTo>
                  <a:pt x="12000685" y="3494502"/>
                  <a:pt x="12000685" y="3363020"/>
                  <a:pt x="12000685" y="3229014"/>
                </a:cubicBezTo>
                <a:cubicBezTo>
                  <a:pt x="11974135" y="3226169"/>
                  <a:pt x="11914875" y="3224747"/>
                  <a:pt x="11849703" y="3224481"/>
                </a:cubicBezTo>
                <a:close/>
                <a:moveTo>
                  <a:pt x="5509684" y="3222621"/>
                </a:moveTo>
                <a:cubicBezTo>
                  <a:pt x="5402298" y="3222695"/>
                  <a:pt x="5277259" y="3225855"/>
                  <a:pt x="5259876" y="3229014"/>
                </a:cubicBezTo>
                <a:cubicBezTo>
                  <a:pt x="5259876" y="3360496"/>
                  <a:pt x="5259876" y="3491971"/>
                  <a:pt x="5259876" y="3625978"/>
                </a:cubicBezTo>
                <a:cubicBezTo>
                  <a:pt x="5393883" y="3628508"/>
                  <a:pt x="5527894" y="3628508"/>
                  <a:pt x="5659370" y="3628508"/>
                </a:cubicBezTo>
                <a:cubicBezTo>
                  <a:pt x="5666956" y="3585523"/>
                  <a:pt x="5666956" y="3254297"/>
                  <a:pt x="5656845" y="3226489"/>
                </a:cubicBezTo>
                <a:cubicBezTo>
                  <a:pt x="5632191" y="3223644"/>
                  <a:pt x="5574115" y="3222577"/>
                  <a:pt x="5509684" y="3222621"/>
                </a:cubicBezTo>
                <a:close/>
                <a:moveTo>
                  <a:pt x="8473813" y="3221954"/>
                </a:moveTo>
                <a:cubicBezTo>
                  <a:pt x="8366059" y="3221509"/>
                  <a:pt x="8238056" y="3224273"/>
                  <a:pt x="8220673" y="3229014"/>
                </a:cubicBezTo>
                <a:cubicBezTo>
                  <a:pt x="8220673" y="3363020"/>
                  <a:pt x="8220673" y="3494502"/>
                  <a:pt x="8220673" y="3628508"/>
                </a:cubicBezTo>
                <a:cubicBezTo>
                  <a:pt x="8357209" y="3628508"/>
                  <a:pt x="8488691" y="3628508"/>
                  <a:pt x="8620167" y="3628508"/>
                </a:cubicBezTo>
                <a:cubicBezTo>
                  <a:pt x="8627753" y="3588053"/>
                  <a:pt x="8627753" y="3254297"/>
                  <a:pt x="8617636" y="3226489"/>
                </a:cubicBezTo>
                <a:cubicBezTo>
                  <a:pt x="8595829" y="3223644"/>
                  <a:pt x="8538466" y="3222221"/>
                  <a:pt x="8473813" y="3221954"/>
                </a:cubicBezTo>
                <a:close/>
                <a:moveTo>
                  <a:pt x="11178945" y="2806768"/>
                </a:moveTo>
                <a:cubicBezTo>
                  <a:pt x="11178945" y="2940774"/>
                  <a:pt x="11178945" y="3072250"/>
                  <a:pt x="11178945" y="3206262"/>
                </a:cubicBezTo>
                <a:cubicBezTo>
                  <a:pt x="11312951" y="3206262"/>
                  <a:pt x="11444427" y="3206262"/>
                  <a:pt x="11578433" y="3206262"/>
                </a:cubicBezTo>
                <a:cubicBezTo>
                  <a:pt x="11578433" y="3072250"/>
                  <a:pt x="11578433" y="2938244"/>
                  <a:pt x="11578433" y="2806768"/>
                </a:cubicBezTo>
                <a:cubicBezTo>
                  <a:pt x="11444427" y="2806768"/>
                  <a:pt x="11312951" y="2806768"/>
                  <a:pt x="11178945" y="2806768"/>
                </a:cubicBezTo>
                <a:close/>
                <a:moveTo>
                  <a:pt x="10336971" y="2806768"/>
                </a:moveTo>
                <a:cubicBezTo>
                  <a:pt x="10329391" y="2844692"/>
                  <a:pt x="10329391" y="3178448"/>
                  <a:pt x="10336971" y="3208787"/>
                </a:cubicBezTo>
                <a:cubicBezTo>
                  <a:pt x="10468453" y="3208787"/>
                  <a:pt x="10599934" y="3208787"/>
                  <a:pt x="10733940" y="3208787"/>
                </a:cubicBezTo>
                <a:cubicBezTo>
                  <a:pt x="10733940" y="3072250"/>
                  <a:pt x="10733940" y="2940774"/>
                  <a:pt x="10733940" y="2806768"/>
                </a:cubicBezTo>
                <a:cubicBezTo>
                  <a:pt x="10599934" y="2806768"/>
                  <a:pt x="10468453" y="2806768"/>
                  <a:pt x="10336971" y="2806768"/>
                </a:cubicBezTo>
                <a:close/>
                <a:moveTo>
                  <a:pt x="9909669" y="2806768"/>
                </a:moveTo>
                <a:cubicBezTo>
                  <a:pt x="9909669" y="2940774"/>
                  <a:pt x="9909669" y="3074781"/>
                  <a:pt x="9909669" y="3208787"/>
                </a:cubicBezTo>
                <a:cubicBezTo>
                  <a:pt x="10043676" y="3208787"/>
                  <a:pt x="10175151" y="3208787"/>
                  <a:pt x="10311688" y="3208787"/>
                </a:cubicBezTo>
                <a:cubicBezTo>
                  <a:pt x="10311688" y="3072250"/>
                  <a:pt x="10311688" y="2940774"/>
                  <a:pt x="10311688" y="2806768"/>
                </a:cubicBezTo>
                <a:cubicBezTo>
                  <a:pt x="10175151" y="2806768"/>
                  <a:pt x="10043676" y="2806768"/>
                  <a:pt x="9909669" y="2806768"/>
                </a:cubicBezTo>
                <a:close/>
                <a:moveTo>
                  <a:pt x="6531682" y="2806768"/>
                </a:moveTo>
                <a:cubicBezTo>
                  <a:pt x="6531682" y="2943305"/>
                  <a:pt x="6531682" y="3074781"/>
                  <a:pt x="6531682" y="3208787"/>
                </a:cubicBezTo>
                <a:cubicBezTo>
                  <a:pt x="6665688" y="3208787"/>
                  <a:pt x="6799694" y="3208787"/>
                  <a:pt x="6933701" y="3208787"/>
                </a:cubicBezTo>
                <a:cubicBezTo>
                  <a:pt x="6933701" y="3074781"/>
                  <a:pt x="6933701" y="2943305"/>
                  <a:pt x="6933701" y="2806768"/>
                </a:cubicBezTo>
                <a:cubicBezTo>
                  <a:pt x="6799694" y="2806768"/>
                  <a:pt x="6665688" y="2806768"/>
                  <a:pt x="6531682" y="2806768"/>
                </a:cubicBezTo>
                <a:close/>
                <a:moveTo>
                  <a:pt x="1879363" y="2806768"/>
                </a:moveTo>
                <a:cubicBezTo>
                  <a:pt x="1879363" y="2940774"/>
                  <a:pt x="1879363" y="3072250"/>
                  <a:pt x="1879363" y="3208787"/>
                </a:cubicBezTo>
                <a:cubicBezTo>
                  <a:pt x="2013369" y="3208787"/>
                  <a:pt x="2144845" y="3208787"/>
                  <a:pt x="2276327" y="3208787"/>
                </a:cubicBezTo>
                <a:cubicBezTo>
                  <a:pt x="2283913" y="3170862"/>
                  <a:pt x="2283913" y="2834582"/>
                  <a:pt x="2276327" y="2806768"/>
                </a:cubicBezTo>
                <a:cubicBezTo>
                  <a:pt x="2144845" y="2806768"/>
                  <a:pt x="2013369" y="2806768"/>
                  <a:pt x="1879363" y="2806768"/>
                </a:cubicBezTo>
                <a:close/>
                <a:moveTo>
                  <a:pt x="1037395" y="2806768"/>
                </a:moveTo>
                <a:cubicBezTo>
                  <a:pt x="1029809" y="2854809"/>
                  <a:pt x="1032334" y="3178448"/>
                  <a:pt x="1039920" y="3206262"/>
                </a:cubicBezTo>
                <a:cubicBezTo>
                  <a:pt x="1080375" y="3213848"/>
                  <a:pt x="1409076" y="3211317"/>
                  <a:pt x="1436884" y="3203731"/>
                </a:cubicBezTo>
                <a:cubicBezTo>
                  <a:pt x="1436884" y="3072250"/>
                  <a:pt x="1436884" y="2940774"/>
                  <a:pt x="1436884" y="2806768"/>
                </a:cubicBezTo>
                <a:cubicBezTo>
                  <a:pt x="1302877" y="2806768"/>
                  <a:pt x="1171402" y="2806768"/>
                  <a:pt x="1037395" y="2806768"/>
                </a:cubicBezTo>
                <a:close/>
                <a:moveTo>
                  <a:pt x="192897" y="2806768"/>
                </a:moveTo>
                <a:cubicBezTo>
                  <a:pt x="192897" y="2940774"/>
                  <a:pt x="192897" y="3074781"/>
                  <a:pt x="192897" y="3208787"/>
                </a:cubicBezTo>
                <a:cubicBezTo>
                  <a:pt x="324372" y="3208787"/>
                  <a:pt x="455854" y="3208787"/>
                  <a:pt x="592391" y="3208787"/>
                </a:cubicBezTo>
                <a:cubicBezTo>
                  <a:pt x="599977" y="3145580"/>
                  <a:pt x="597446" y="2834582"/>
                  <a:pt x="589860" y="2806768"/>
                </a:cubicBezTo>
                <a:cubicBezTo>
                  <a:pt x="458385" y="2806768"/>
                  <a:pt x="324372" y="2806768"/>
                  <a:pt x="192897" y="2806768"/>
                </a:cubicBezTo>
                <a:close/>
                <a:moveTo>
                  <a:pt x="6364922" y="2804763"/>
                </a:moveTo>
                <a:cubicBezTo>
                  <a:pt x="6254698" y="2804318"/>
                  <a:pt x="6121758" y="2807082"/>
                  <a:pt x="6104374" y="2811824"/>
                </a:cubicBezTo>
                <a:cubicBezTo>
                  <a:pt x="6104374" y="2940774"/>
                  <a:pt x="6104374" y="3072250"/>
                  <a:pt x="6104374" y="3206262"/>
                </a:cubicBezTo>
                <a:cubicBezTo>
                  <a:pt x="6154946" y="3213848"/>
                  <a:pt x="6481110" y="3211317"/>
                  <a:pt x="6508924" y="3203731"/>
                </a:cubicBezTo>
                <a:cubicBezTo>
                  <a:pt x="6508924" y="3072250"/>
                  <a:pt x="6508924" y="2940774"/>
                  <a:pt x="6508924" y="2809299"/>
                </a:cubicBezTo>
                <a:cubicBezTo>
                  <a:pt x="6489013" y="2806454"/>
                  <a:pt x="6431056" y="2805031"/>
                  <a:pt x="6364922" y="2804763"/>
                </a:cubicBezTo>
                <a:close/>
                <a:moveTo>
                  <a:pt x="3830331" y="2804763"/>
                </a:moveTo>
                <a:cubicBezTo>
                  <a:pt x="3721564" y="2804318"/>
                  <a:pt x="3589215" y="2807082"/>
                  <a:pt x="3573410" y="2811824"/>
                </a:cubicBezTo>
                <a:cubicBezTo>
                  <a:pt x="3565830" y="2857334"/>
                  <a:pt x="3568354" y="3180973"/>
                  <a:pt x="3575940" y="3208787"/>
                </a:cubicBezTo>
                <a:cubicBezTo>
                  <a:pt x="3704891" y="3208787"/>
                  <a:pt x="3836373" y="3208787"/>
                  <a:pt x="3970379" y="3208787"/>
                </a:cubicBezTo>
                <a:cubicBezTo>
                  <a:pt x="3970379" y="3072250"/>
                  <a:pt x="3970379" y="2940774"/>
                  <a:pt x="3970379" y="2809299"/>
                </a:cubicBezTo>
                <a:cubicBezTo>
                  <a:pt x="3952363" y="2806454"/>
                  <a:pt x="3895592" y="2805031"/>
                  <a:pt x="3830331" y="2804763"/>
                </a:cubicBezTo>
                <a:close/>
                <a:moveTo>
                  <a:pt x="10756693" y="2804237"/>
                </a:moveTo>
                <a:cubicBezTo>
                  <a:pt x="10756693" y="2938244"/>
                  <a:pt x="10756693" y="3069725"/>
                  <a:pt x="10756693" y="3206262"/>
                </a:cubicBezTo>
                <a:cubicBezTo>
                  <a:pt x="10890699" y="3206262"/>
                  <a:pt x="11022180" y="3206262"/>
                  <a:pt x="11153656" y="3206262"/>
                </a:cubicBezTo>
                <a:cubicBezTo>
                  <a:pt x="11161242" y="3173387"/>
                  <a:pt x="11161242" y="2837106"/>
                  <a:pt x="11153656" y="2804237"/>
                </a:cubicBezTo>
                <a:cubicBezTo>
                  <a:pt x="11022180" y="2804237"/>
                  <a:pt x="10890699" y="2804237"/>
                  <a:pt x="10756693" y="2804237"/>
                </a:cubicBezTo>
                <a:close/>
                <a:moveTo>
                  <a:pt x="9487423" y="2804237"/>
                </a:moveTo>
                <a:cubicBezTo>
                  <a:pt x="9487423" y="2940774"/>
                  <a:pt x="9487423" y="3072250"/>
                  <a:pt x="9487423" y="3206262"/>
                </a:cubicBezTo>
                <a:cubicBezTo>
                  <a:pt x="9621429" y="3206262"/>
                  <a:pt x="9755436" y="3206262"/>
                  <a:pt x="9886911" y="3206262"/>
                </a:cubicBezTo>
                <a:cubicBezTo>
                  <a:pt x="9894497" y="3163276"/>
                  <a:pt x="9894497" y="2829520"/>
                  <a:pt x="9884381" y="2804237"/>
                </a:cubicBezTo>
                <a:cubicBezTo>
                  <a:pt x="9752905" y="2804237"/>
                  <a:pt x="9621429" y="2804237"/>
                  <a:pt x="9487423" y="2804237"/>
                </a:cubicBezTo>
                <a:close/>
                <a:moveTo>
                  <a:pt x="7798427" y="2804237"/>
                </a:moveTo>
                <a:cubicBezTo>
                  <a:pt x="7798427" y="2938244"/>
                  <a:pt x="7798427" y="3072250"/>
                  <a:pt x="7798427" y="3206262"/>
                </a:cubicBezTo>
                <a:cubicBezTo>
                  <a:pt x="7934963" y="3206262"/>
                  <a:pt x="8066439" y="3206262"/>
                  <a:pt x="8197920" y="3206262"/>
                </a:cubicBezTo>
                <a:cubicBezTo>
                  <a:pt x="8205506" y="3155690"/>
                  <a:pt x="8202976" y="2829520"/>
                  <a:pt x="8195390" y="2804237"/>
                </a:cubicBezTo>
                <a:cubicBezTo>
                  <a:pt x="8063914" y="2804237"/>
                  <a:pt x="7932433" y="2804237"/>
                  <a:pt x="7798427" y="2804237"/>
                </a:cubicBezTo>
                <a:close/>
                <a:moveTo>
                  <a:pt x="7376180" y="2804237"/>
                </a:moveTo>
                <a:cubicBezTo>
                  <a:pt x="7376180" y="2940774"/>
                  <a:pt x="7376180" y="3072250"/>
                  <a:pt x="7376180" y="3206262"/>
                </a:cubicBezTo>
                <a:cubicBezTo>
                  <a:pt x="7512711" y="3206262"/>
                  <a:pt x="7644193" y="3206262"/>
                  <a:pt x="7778199" y="3206262"/>
                </a:cubicBezTo>
                <a:cubicBezTo>
                  <a:pt x="7778199" y="3072250"/>
                  <a:pt x="7778199" y="2938244"/>
                  <a:pt x="7778199" y="2804237"/>
                </a:cubicBezTo>
                <a:cubicBezTo>
                  <a:pt x="7644193" y="2804237"/>
                  <a:pt x="7512711" y="2804237"/>
                  <a:pt x="7376180" y="2804237"/>
                </a:cubicBezTo>
                <a:close/>
                <a:moveTo>
                  <a:pt x="6951403" y="2804237"/>
                </a:moveTo>
                <a:cubicBezTo>
                  <a:pt x="6951403" y="2940774"/>
                  <a:pt x="6951403" y="3072250"/>
                  <a:pt x="6951403" y="3203731"/>
                </a:cubicBezTo>
                <a:cubicBezTo>
                  <a:pt x="6999438" y="3213848"/>
                  <a:pt x="7328139" y="3211317"/>
                  <a:pt x="7353422" y="3201201"/>
                </a:cubicBezTo>
                <a:cubicBezTo>
                  <a:pt x="7361008" y="3135463"/>
                  <a:pt x="7358478" y="2832051"/>
                  <a:pt x="7350892" y="2804237"/>
                </a:cubicBezTo>
                <a:cubicBezTo>
                  <a:pt x="7219416" y="2804237"/>
                  <a:pt x="7085410" y="2804237"/>
                  <a:pt x="6951403" y="2804237"/>
                </a:cubicBezTo>
                <a:close/>
                <a:moveTo>
                  <a:pt x="5262406" y="2804237"/>
                </a:moveTo>
                <a:cubicBezTo>
                  <a:pt x="5259876" y="2940774"/>
                  <a:pt x="5259876" y="3072250"/>
                  <a:pt x="5259876" y="3203731"/>
                </a:cubicBezTo>
                <a:cubicBezTo>
                  <a:pt x="5300337" y="3211317"/>
                  <a:pt x="5634087" y="3211317"/>
                  <a:pt x="5661901" y="3201201"/>
                </a:cubicBezTo>
                <a:cubicBezTo>
                  <a:pt x="5669487" y="3143049"/>
                  <a:pt x="5666956" y="2832051"/>
                  <a:pt x="5659370" y="2804237"/>
                </a:cubicBezTo>
                <a:cubicBezTo>
                  <a:pt x="5527894" y="2804237"/>
                  <a:pt x="5393883" y="2804237"/>
                  <a:pt x="5262406" y="2804237"/>
                </a:cubicBezTo>
                <a:close/>
                <a:moveTo>
                  <a:pt x="4837630" y="2804237"/>
                </a:moveTo>
                <a:cubicBezTo>
                  <a:pt x="4837630" y="2938244"/>
                  <a:pt x="4837630" y="3069725"/>
                  <a:pt x="4837630" y="3206262"/>
                </a:cubicBezTo>
                <a:cubicBezTo>
                  <a:pt x="4971636" y="3206262"/>
                  <a:pt x="5103117" y="3206262"/>
                  <a:pt x="5237124" y="3206262"/>
                </a:cubicBezTo>
                <a:cubicBezTo>
                  <a:pt x="5244710" y="3150635"/>
                  <a:pt x="5242179" y="2832051"/>
                  <a:pt x="5234593" y="2804237"/>
                </a:cubicBezTo>
                <a:cubicBezTo>
                  <a:pt x="5103117" y="2804237"/>
                  <a:pt x="4971636" y="2804237"/>
                  <a:pt x="4837630" y="2804237"/>
                </a:cubicBezTo>
                <a:close/>
                <a:moveTo>
                  <a:pt x="4415383" y="2804237"/>
                </a:moveTo>
                <a:cubicBezTo>
                  <a:pt x="4415383" y="2938244"/>
                  <a:pt x="4415383" y="3069725"/>
                  <a:pt x="4415383" y="3206262"/>
                </a:cubicBezTo>
                <a:cubicBezTo>
                  <a:pt x="4549390" y="3206262"/>
                  <a:pt x="4680865" y="3206262"/>
                  <a:pt x="4812347" y="3206262"/>
                </a:cubicBezTo>
                <a:cubicBezTo>
                  <a:pt x="4819933" y="3170862"/>
                  <a:pt x="4819933" y="2837106"/>
                  <a:pt x="4812347" y="2804237"/>
                </a:cubicBezTo>
                <a:cubicBezTo>
                  <a:pt x="4680865" y="2804237"/>
                  <a:pt x="4549390" y="2804237"/>
                  <a:pt x="4415383" y="2804237"/>
                </a:cubicBezTo>
                <a:close/>
                <a:moveTo>
                  <a:pt x="3146108" y="2804237"/>
                </a:moveTo>
                <a:cubicBezTo>
                  <a:pt x="3146108" y="2938244"/>
                  <a:pt x="3146108" y="3069725"/>
                  <a:pt x="3146108" y="3206262"/>
                </a:cubicBezTo>
                <a:cubicBezTo>
                  <a:pt x="3282645" y="3206262"/>
                  <a:pt x="3414121" y="3206262"/>
                  <a:pt x="3548127" y="3206262"/>
                </a:cubicBezTo>
                <a:cubicBezTo>
                  <a:pt x="3548127" y="3069725"/>
                  <a:pt x="3548127" y="2938244"/>
                  <a:pt x="3548127" y="2804237"/>
                </a:cubicBezTo>
                <a:cubicBezTo>
                  <a:pt x="3414121" y="2804237"/>
                  <a:pt x="3280114" y="2804237"/>
                  <a:pt x="3146108" y="2804237"/>
                </a:cubicBezTo>
                <a:close/>
                <a:moveTo>
                  <a:pt x="1459642" y="2804237"/>
                </a:moveTo>
                <a:cubicBezTo>
                  <a:pt x="1452056" y="2854809"/>
                  <a:pt x="1454586" y="3178448"/>
                  <a:pt x="1462172" y="3206262"/>
                </a:cubicBezTo>
                <a:cubicBezTo>
                  <a:pt x="1593648" y="3206262"/>
                  <a:pt x="1725130" y="3206262"/>
                  <a:pt x="1856605" y="3206262"/>
                </a:cubicBezTo>
                <a:cubicBezTo>
                  <a:pt x="1864191" y="3160746"/>
                  <a:pt x="1861666" y="2832051"/>
                  <a:pt x="1854075" y="2804237"/>
                </a:cubicBezTo>
                <a:cubicBezTo>
                  <a:pt x="1722599" y="2804237"/>
                  <a:pt x="1591123" y="2804237"/>
                  <a:pt x="1459642" y="2804237"/>
                </a:cubicBezTo>
                <a:close/>
                <a:moveTo>
                  <a:pt x="612619" y="2804237"/>
                </a:moveTo>
                <a:cubicBezTo>
                  <a:pt x="612619" y="2940774"/>
                  <a:pt x="612619" y="3072250"/>
                  <a:pt x="612619" y="3206262"/>
                </a:cubicBezTo>
                <a:cubicBezTo>
                  <a:pt x="746625" y="3206262"/>
                  <a:pt x="880631" y="3206262"/>
                  <a:pt x="1012107" y="3206262"/>
                </a:cubicBezTo>
                <a:cubicBezTo>
                  <a:pt x="1019693" y="3165807"/>
                  <a:pt x="1019693" y="2832051"/>
                  <a:pt x="1009582" y="2804237"/>
                </a:cubicBezTo>
                <a:cubicBezTo>
                  <a:pt x="878100" y="2804237"/>
                  <a:pt x="749155" y="2804237"/>
                  <a:pt x="612619" y="2804237"/>
                </a:cubicBezTo>
                <a:close/>
                <a:moveTo>
                  <a:pt x="9260493" y="2803925"/>
                </a:moveTo>
                <a:cubicBezTo>
                  <a:pt x="9168838" y="2804240"/>
                  <a:pt x="9079078" y="2806768"/>
                  <a:pt x="9065171" y="2811824"/>
                </a:cubicBezTo>
                <a:cubicBezTo>
                  <a:pt x="9057585" y="2869975"/>
                  <a:pt x="9060116" y="3180973"/>
                  <a:pt x="9067702" y="3208787"/>
                </a:cubicBezTo>
                <a:cubicBezTo>
                  <a:pt x="9199177" y="3208787"/>
                  <a:pt x="9330659" y="3208787"/>
                  <a:pt x="9464665" y="3208787"/>
                </a:cubicBezTo>
                <a:cubicBezTo>
                  <a:pt x="9467190" y="3072250"/>
                  <a:pt x="9467190" y="2940774"/>
                  <a:pt x="9467190" y="2809299"/>
                </a:cubicBezTo>
                <a:cubicBezTo>
                  <a:pt x="9445700" y="2805506"/>
                  <a:pt x="9352149" y="2803609"/>
                  <a:pt x="9260493" y="2803925"/>
                </a:cubicBezTo>
                <a:close/>
                <a:moveTo>
                  <a:pt x="5875552" y="2803925"/>
                </a:moveTo>
                <a:cubicBezTo>
                  <a:pt x="5783897" y="2804240"/>
                  <a:pt x="5694769" y="2806768"/>
                  <a:pt x="5682128" y="2811824"/>
                </a:cubicBezTo>
                <a:cubicBezTo>
                  <a:pt x="5674542" y="2872506"/>
                  <a:pt x="5677073" y="3180973"/>
                  <a:pt x="5684653" y="3208787"/>
                </a:cubicBezTo>
                <a:cubicBezTo>
                  <a:pt x="5816135" y="3208787"/>
                  <a:pt x="5947616" y="3208787"/>
                  <a:pt x="6081622" y="3208787"/>
                </a:cubicBezTo>
                <a:cubicBezTo>
                  <a:pt x="6084147" y="3072250"/>
                  <a:pt x="6084147" y="2940774"/>
                  <a:pt x="6084147" y="2809299"/>
                </a:cubicBezTo>
                <a:cubicBezTo>
                  <a:pt x="6061392" y="2805506"/>
                  <a:pt x="5967208" y="2803609"/>
                  <a:pt x="5875552" y="2803925"/>
                </a:cubicBezTo>
                <a:close/>
                <a:moveTo>
                  <a:pt x="2496932" y="2803925"/>
                </a:moveTo>
                <a:cubicBezTo>
                  <a:pt x="2405276" y="2804240"/>
                  <a:pt x="2315516" y="2806768"/>
                  <a:pt x="2301610" y="2811824"/>
                </a:cubicBezTo>
                <a:cubicBezTo>
                  <a:pt x="2301610" y="2940774"/>
                  <a:pt x="2301610" y="3072250"/>
                  <a:pt x="2301610" y="3206262"/>
                </a:cubicBezTo>
                <a:cubicBezTo>
                  <a:pt x="2352181" y="3213848"/>
                  <a:pt x="2675821" y="3211317"/>
                  <a:pt x="2703634" y="3203731"/>
                </a:cubicBezTo>
                <a:cubicBezTo>
                  <a:pt x="2703634" y="3072250"/>
                  <a:pt x="2703634" y="2940774"/>
                  <a:pt x="2703634" y="2809299"/>
                </a:cubicBezTo>
                <a:cubicBezTo>
                  <a:pt x="2682141" y="2805506"/>
                  <a:pt x="2588589" y="2803609"/>
                  <a:pt x="2496932" y="2803925"/>
                </a:cubicBezTo>
                <a:close/>
                <a:moveTo>
                  <a:pt x="8898285" y="2802235"/>
                </a:moveTo>
                <a:cubicBezTo>
                  <a:pt x="8790283" y="2801791"/>
                  <a:pt x="8660304" y="2804557"/>
                  <a:pt x="8642925" y="2809299"/>
                </a:cubicBezTo>
                <a:cubicBezTo>
                  <a:pt x="8635339" y="2867451"/>
                  <a:pt x="8637869" y="3178448"/>
                  <a:pt x="8645449" y="3206262"/>
                </a:cubicBezTo>
                <a:cubicBezTo>
                  <a:pt x="8779462" y="3208787"/>
                  <a:pt x="8908407" y="3208787"/>
                  <a:pt x="9039888" y="3208787"/>
                </a:cubicBezTo>
                <a:cubicBezTo>
                  <a:pt x="9047474" y="3175918"/>
                  <a:pt x="9047474" y="2837106"/>
                  <a:pt x="9039888" y="2806768"/>
                </a:cubicBezTo>
                <a:cubicBezTo>
                  <a:pt x="9019977" y="2803923"/>
                  <a:pt x="8963087" y="2802501"/>
                  <a:pt x="8898285" y="2802235"/>
                </a:cubicBezTo>
                <a:close/>
                <a:moveTo>
                  <a:pt x="8471725" y="2802235"/>
                </a:moveTo>
                <a:cubicBezTo>
                  <a:pt x="8364440" y="2801791"/>
                  <a:pt x="8239005" y="2804557"/>
                  <a:pt x="8223203" y="2809299"/>
                </a:cubicBezTo>
                <a:cubicBezTo>
                  <a:pt x="8223203" y="2940774"/>
                  <a:pt x="8223203" y="3072250"/>
                  <a:pt x="8223203" y="3206262"/>
                </a:cubicBezTo>
                <a:cubicBezTo>
                  <a:pt x="8354685" y="3208787"/>
                  <a:pt x="8486160" y="3208787"/>
                  <a:pt x="8620167" y="3208787"/>
                </a:cubicBezTo>
                <a:cubicBezTo>
                  <a:pt x="8630283" y="3163276"/>
                  <a:pt x="8627753" y="2832051"/>
                  <a:pt x="8617636" y="2806768"/>
                </a:cubicBezTo>
                <a:cubicBezTo>
                  <a:pt x="8593933" y="2803923"/>
                  <a:pt x="8536096" y="2802501"/>
                  <a:pt x="8471725" y="2802235"/>
                </a:cubicBezTo>
                <a:close/>
                <a:moveTo>
                  <a:pt x="11794932" y="2801395"/>
                </a:moveTo>
                <a:cubicBezTo>
                  <a:pt x="11702960" y="2801711"/>
                  <a:pt x="11612567" y="2804240"/>
                  <a:pt x="11598660" y="2809299"/>
                </a:cubicBezTo>
                <a:cubicBezTo>
                  <a:pt x="11598660" y="2940774"/>
                  <a:pt x="11598660" y="3072250"/>
                  <a:pt x="11598660" y="3206262"/>
                </a:cubicBezTo>
                <a:cubicBezTo>
                  <a:pt x="11735197" y="3206262"/>
                  <a:pt x="11866679" y="3206262"/>
                  <a:pt x="12000685" y="3206262"/>
                </a:cubicBezTo>
                <a:cubicBezTo>
                  <a:pt x="12000685" y="3072250"/>
                  <a:pt x="12000685" y="2938244"/>
                  <a:pt x="12000685" y="2806768"/>
                </a:cubicBezTo>
                <a:cubicBezTo>
                  <a:pt x="11980458" y="2802975"/>
                  <a:pt x="11886905" y="2801079"/>
                  <a:pt x="11794932" y="2801395"/>
                </a:cubicBezTo>
                <a:close/>
                <a:moveTo>
                  <a:pt x="2922026" y="2801079"/>
                </a:moveTo>
                <a:cubicBezTo>
                  <a:pt x="2830055" y="2801079"/>
                  <a:pt x="2739031" y="2802975"/>
                  <a:pt x="2723862" y="2806768"/>
                </a:cubicBezTo>
                <a:cubicBezTo>
                  <a:pt x="2723862" y="2940774"/>
                  <a:pt x="2723862" y="3072250"/>
                  <a:pt x="2723862" y="3206262"/>
                </a:cubicBezTo>
                <a:cubicBezTo>
                  <a:pt x="2860393" y="3206262"/>
                  <a:pt x="2991874" y="3206262"/>
                  <a:pt x="3125881" y="3206262"/>
                </a:cubicBezTo>
                <a:cubicBezTo>
                  <a:pt x="3125881" y="3072250"/>
                  <a:pt x="3125881" y="2940774"/>
                  <a:pt x="3125881" y="2806768"/>
                </a:cubicBezTo>
                <a:cubicBezTo>
                  <a:pt x="3106918" y="2802975"/>
                  <a:pt x="3013998" y="2801079"/>
                  <a:pt x="2922026" y="2801079"/>
                </a:cubicBezTo>
                <a:close/>
                <a:moveTo>
                  <a:pt x="4238322" y="2799837"/>
                </a:moveTo>
                <a:cubicBezTo>
                  <a:pt x="4131407" y="2799616"/>
                  <a:pt x="4008937" y="2802976"/>
                  <a:pt x="3993131" y="2809299"/>
                </a:cubicBezTo>
                <a:cubicBezTo>
                  <a:pt x="3985551" y="2854809"/>
                  <a:pt x="3988076" y="3178448"/>
                  <a:pt x="3995662" y="3206262"/>
                </a:cubicBezTo>
                <a:cubicBezTo>
                  <a:pt x="4127137" y="3206262"/>
                  <a:pt x="4258619" y="3206262"/>
                  <a:pt x="4390100" y="3206262"/>
                </a:cubicBezTo>
                <a:cubicBezTo>
                  <a:pt x="4397681" y="3160746"/>
                  <a:pt x="4395156" y="2829520"/>
                  <a:pt x="4387570" y="2804237"/>
                </a:cubicBezTo>
                <a:cubicBezTo>
                  <a:pt x="4361020" y="2801392"/>
                  <a:pt x="4302471" y="2799970"/>
                  <a:pt x="4238322" y="2799837"/>
                </a:cubicBezTo>
                <a:close/>
                <a:moveTo>
                  <a:pt x="10754168" y="2384516"/>
                </a:moveTo>
                <a:cubicBezTo>
                  <a:pt x="10754168" y="2518528"/>
                  <a:pt x="10754168" y="2650004"/>
                  <a:pt x="10754168" y="2784010"/>
                </a:cubicBezTo>
                <a:cubicBezTo>
                  <a:pt x="10890699" y="2784010"/>
                  <a:pt x="11022180" y="2784010"/>
                  <a:pt x="11156187" y="2784010"/>
                </a:cubicBezTo>
                <a:cubicBezTo>
                  <a:pt x="11156187" y="2650004"/>
                  <a:pt x="11156187" y="2518528"/>
                  <a:pt x="11156187" y="2384516"/>
                </a:cubicBezTo>
                <a:cubicBezTo>
                  <a:pt x="11022180" y="2384516"/>
                  <a:pt x="10890699" y="2384516"/>
                  <a:pt x="10754168" y="2384516"/>
                </a:cubicBezTo>
                <a:close/>
                <a:moveTo>
                  <a:pt x="7376180" y="2384516"/>
                </a:moveTo>
                <a:cubicBezTo>
                  <a:pt x="7376180" y="2518528"/>
                  <a:pt x="7376180" y="2650004"/>
                  <a:pt x="7376180" y="2781485"/>
                </a:cubicBezTo>
                <a:cubicBezTo>
                  <a:pt x="7416635" y="2789065"/>
                  <a:pt x="7750386" y="2789065"/>
                  <a:pt x="7780730" y="2778955"/>
                </a:cubicBezTo>
                <a:cubicBezTo>
                  <a:pt x="7780730" y="2647473"/>
                  <a:pt x="7780730" y="2515997"/>
                  <a:pt x="7780730" y="2384516"/>
                </a:cubicBezTo>
                <a:cubicBezTo>
                  <a:pt x="7641662" y="2384516"/>
                  <a:pt x="7510187" y="2384516"/>
                  <a:pt x="7376180" y="2384516"/>
                </a:cubicBezTo>
                <a:close/>
                <a:moveTo>
                  <a:pt x="6104374" y="2384516"/>
                </a:moveTo>
                <a:cubicBezTo>
                  <a:pt x="6104374" y="2515997"/>
                  <a:pt x="6104374" y="2647473"/>
                  <a:pt x="6104374" y="2781485"/>
                </a:cubicBezTo>
                <a:cubicBezTo>
                  <a:pt x="6154946" y="2789065"/>
                  <a:pt x="6481110" y="2786541"/>
                  <a:pt x="6508924" y="2778955"/>
                </a:cubicBezTo>
                <a:cubicBezTo>
                  <a:pt x="6508924" y="2647473"/>
                  <a:pt x="6508924" y="2515997"/>
                  <a:pt x="6508924" y="2384516"/>
                </a:cubicBezTo>
                <a:cubicBezTo>
                  <a:pt x="6372387" y="2384516"/>
                  <a:pt x="6240911" y="2384516"/>
                  <a:pt x="6104374" y="2384516"/>
                </a:cubicBezTo>
                <a:close/>
                <a:moveTo>
                  <a:pt x="4837630" y="2384516"/>
                </a:moveTo>
                <a:cubicBezTo>
                  <a:pt x="4837630" y="2518528"/>
                  <a:pt x="4837630" y="2650004"/>
                  <a:pt x="4837630" y="2784010"/>
                </a:cubicBezTo>
                <a:cubicBezTo>
                  <a:pt x="4971636" y="2784010"/>
                  <a:pt x="5103117" y="2784010"/>
                  <a:pt x="5239648" y="2784010"/>
                </a:cubicBezTo>
                <a:cubicBezTo>
                  <a:pt x="5239648" y="2650004"/>
                  <a:pt x="5239648" y="2518528"/>
                  <a:pt x="5239648" y="2384516"/>
                </a:cubicBezTo>
                <a:cubicBezTo>
                  <a:pt x="5105642" y="2384516"/>
                  <a:pt x="4971636" y="2384516"/>
                  <a:pt x="4837630" y="2384516"/>
                </a:cubicBezTo>
                <a:close/>
                <a:moveTo>
                  <a:pt x="3573410" y="2384516"/>
                </a:moveTo>
                <a:cubicBezTo>
                  <a:pt x="3565830" y="2432557"/>
                  <a:pt x="3568354" y="2756197"/>
                  <a:pt x="3575940" y="2784010"/>
                </a:cubicBezTo>
                <a:cubicBezTo>
                  <a:pt x="3707422" y="2784010"/>
                  <a:pt x="3836373" y="2784010"/>
                  <a:pt x="3970379" y="2784010"/>
                </a:cubicBezTo>
                <a:cubicBezTo>
                  <a:pt x="3970379" y="2650004"/>
                  <a:pt x="3970379" y="2518528"/>
                  <a:pt x="3970379" y="2384516"/>
                </a:cubicBezTo>
                <a:cubicBezTo>
                  <a:pt x="3836373" y="2384516"/>
                  <a:pt x="3704891" y="2384516"/>
                  <a:pt x="3573410" y="2384516"/>
                </a:cubicBezTo>
                <a:close/>
                <a:moveTo>
                  <a:pt x="3146108" y="2384516"/>
                </a:moveTo>
                <a:cubicBezTo>
                  <a:pt x="3146108" y="2515997"/>
                  <a:pt x="3146108" y="2647473"/>
                  <a:pt x="3146108" y="2781485"/>
                </a:cubicBezTo>
                <a:cubicBezTo>
                  <a:pt x="3194149" y="2789065"/>
                  <a:pt x="3522844" y="2786541"/>
                  <a:pt x="3550657" y="2778955"/>
                </a:cubicBezTo>
                <a:cubicBezTo>
                  <a:pt x="3550657" y="2647473"/>
                  <a:pt x="3550657" y="2515997"/>
                  <a:pt x="3550657" y="2384516"/>
                </a:cubicBezTo>
                <a:cubicBezTo>
                  <a:pt x="3414121" y="2384516"/>
                  <a:pt x="3280114" y="2384516"/>
                  <a:pt x="3146108" y="2384516"/>
                </a:cubicBezTo>
                <a:close/>
                <a:moveTo>
                  <a:pt x="1457117" y="2384516"/>
                </a:moveTo>
                <a:cubicBezTo>
                  <a:pt x="1457117" y="2515997"/>
                  <a:pt x="1457117" y="2647473"/>
                  <a:pt x="1457117" y="2784010"/>
                </a:cubicBezTo>
                <a:cubicBezTo>
                  <a:pt x="1593648" y="2784010"/>
                  <a:pt x="1725130" y="2784010"/>
                  <a:pt x="1859136" y="2784010"/>
                </a:cubicBezTo>
                <a:cubicBezTo>
                  <a:pt x="1859136" y="2650004"/>
                  <a:pt x="1859136" y="2518528"/>
                  <a:pt x="1859136" y="2384516"/>
                </a:cubicBezTo>
                <a:cubicBezTo>
                  <a:pt x="1725130" y="2384516"/>
                  <a:pt x="1593648" y="2384516"/>
                  <a:pt x="1457117" y="2384516"/>
                </a:cubicBezTo>
                <a:close/>
                <a:moveTo>
                  <a:pt x="1039920" y="2384516"/>
                </a:moveTo>
                <a:cubicBezTo>
                  <a:pt x="1032334" y="2432557"/>
                  <a:pt x="1034865" y="2756197"/>
                  <a:pt x="1042451" y="2784010"/>
                </a:cubicBezTo>
                <a:cubicBezTo>
                  <a:pt x="1171402" y="2784010"/>
                  <a:pt x="1302877" y="2784010"/>
                  <a:pt x="1436884" y="2784010"/>
                </a:cubicBezTo>
                <a:cubicBezTo>
                  <a:pt x="1436884" y="2650004"/>
                  <a:pt x="1436884" y="2518528"/>
                  <a:pt x="1436884" y="2384516"/>
                </a:cubicBezTo>
                <a:cubicBezTo>
                  <a:pt x="1302877" y="2384516"/>
                  <a:pt x="1171402" y="2384516"/>
                  <a:pt x="1039920" y="2384516"/>
                </a:cubicBezTo>
                <a:close/>
                <a:moveTo>
                  <a:pt x="612619" y="2384516"/>
                </a:moveTo>
                <a:cubicBezTo>
                  <a:pt x="612619" y="2518528"/>
                  <a:pt x="612619" y="2650004"/>
                  <a:pt x="612619" y="2781485"/>
                </a:cubicBezTo>
                <a:cubicBezTo>
                  <a:pt x="658129" y="2789065"/>
                  <a:pt x="986824" y="2786541"/>
                  <a:pt x="1014637" y="2778955"/>
                </a:cubicBezTo>
                <a:cubicBezTo>
                  <a:pt x="1014637" y="2647473"/>
                  <a:pt x="1014637" y="2515997"/>
                  <a:pt x="1014637" y="2384516"/>
                </a:cubicBezTo>
                <a:cubicBezTo>
                  <a:pt x="878100" y="2384516"/>
                  <a:pt x="746625" y="2384516"/>
                  <a:pt x="612619" y="2384516"/>
                </a:cubicBezTo>
                <a:close/>
                <a:moveTo>
                  <a:pt x="8473813" y="2382513"/>
                </a:moveTo>
                <a:cubicBezTo>
                  <a:pt x="8366059" y="2382069"/>
                  <a:pt x="8238056" y="2384836"/>
                  <a:pt x="8220673" y="2389577"/>
                </a:cubicBezTo>
                <a:cubicBezTo>
                  <a:pt x="8220673" y="2518528"/>
                  <a:pt x="8220673" y="2650004"/>
                  <a:pt x="8220673" y="2784010"/>
                </a:cubicBezTo>
                <a:cubicBezTo>
                  <a:pt x="8293996" y="2791596"/>
                  <a:pt x="8594884" y="2789065"/>
                  <a:pt x="8620167" y="2781485"/>
                </a:cubicBezTo>
                <a:cubicBezTo>
                  <a:pt x="8627753" y="2725858"/>
                  <a:pt x="8625222" y="2412329"/>
                  <a:pt x="8617636" y="2387047"/>
                </a:cubicBezTo>
                <a:cubicBezTo>
                  <a:pt x="8595829" y="2384202"/>
                  <a:pt x="8538466" y="2382780"/>
                  <a:pt x="8473813" y="2382513"/>
                </a:cubicBezTo>
                <a:close/>
                <a:moveTo>
                  <a:pt x="7213553" y="2382513"/>
                </a:moveTo>
                <a:cubicBezTo>
                  <a:pt x="7103699" y="2382069"/>
                  <a:pt x="6968783" y="2384836"/>
                  <a:pt x="6951403" y="2389577"/>
                </a:cubicBezTo>
                <a:cubicBezTo>
                  <a:pt x="6943817" y="2445198"/>
                  <a:pt x="6946342" y="2758727"/>
                  <a:pt x="6953928" y="2784010"/>
                </a:cubicBezTo>
                <a:cubicBezTo>
                  <a:pt x="7087934" y="2784010"/>
                  <a:pt x="7219416" y="2784010"/>
                  <a:pt x="7353422" y="2784010"/>
                </a:cubicBezTo>
                <a:cubicBezTo>
                  <a:pt x="7353422" y="2650004"/>
                  <a:pt x="7353422" y="2518528"/>
                  <a:pt x="7353422" y="2387047"/>
                </a:cubicBezTo>
                <a:cubicBezTo>
                  <a:pt x="7336356" y="2384202"/>
                  <a:pt x="7279466" y="2382780"/>
                  <a:pt x="7213553" y="2382513"/>
                </a:cubicBezTo>
                <a:close/>
                <a:moveTo>
                  <a:pt x="11601191" y="2381991"/>
                </a:moveTo>
                <a:cubicBezTo>
                  <a:pt x="11601191" y="2515997"/>
                  <a:pt x="11601191" y="2647473"/>
                  <a:pt x="11601191" y="2778955"/>
                </a:cubicBezTo>
                <a:cubicBezTo>
                  <a:pt x="11641646" y="2786541"/>
                  <a:pt x="11972872" y="2786541"/>
                  <a:pt x="12005741" y="2776424"/>
                </a:cubicBezTo>
                <a:cubicBezTo>
                  <a:pt x="12005741" y="2644948"/>
                  <a:pt x="12005741" y="2513467"/>
                  <a:pt x="12005741" y="2381991"/>
                </a:cubicBezTo>
                <a:cubicBezTo>
                  <a:pt x="11866679" y="2381991"/>
                  <a:pt x="11735197" y="2381991"/>
                  <a:pt x="11601191" y="2381991"/>
                </a:cubicBezTo>
                <a:close/>
                <a:moveTo>
                  <a:pt x="9487423" y="2381991"/>
                </a:moveTo>
                <a:cubicBezTo>
                  <a:pt x="9487423" y="2515997"/>
                  <a:pt x="9487423" y="2647473"/>
                  <a:pt x="9487423" y="2778955"/>
                </a:cubicBezTo>
                <a:cubicBezTo>
                  <a:pt x="9525347" y="2786541"/>
                  <a:pt x="9859098" y="2786541"/>
                  <a:pt x="9889442" y="2778955"/>
                </a:cubicBezTo>
                <a:cubicBezTo>
                  <a:pt x="9889442" y="2647473"/>
                  <a:pt x="9889442" y="2515997"/>
                  <a:pt x="9889442" y="2381991"/>
                </a:cubicBezTo>
                <a:cubicBezTo>
                  <a:pt x="9752905" y="2381991"/>
                  <a:pt x="9621429" y="2381991"/>
                  <a:pt x="9487423" y="2381991"/>
                </a:cubicBezTo>
                <a:close/>
                <a:moveTo>
                  <a:pt x="4415383" y="2381991"/>
                </a:moveTo>
                <a:cubicBezTo>
                  <a:pt x="4415383" y="2515997"/>
                  <a:pt x="4415383" y="2647473"/>
                  <a:pt x="4415383" y="2781485"/>
                </a:cubicBezTo>
                <a:cubicBezTo>
                  <a:pt x="4549390" y="2781485"/>
                  <a:pt x="4680865" y="2781485"/>
                  <a:pt x="4814877" y="2781485"/>
                </a:cubicBezTo>
                <a:cubicBezTo>
                  <a:pt x="4814877" y="2650004"/>
                  <a:pt x="4814877" y="2515997"/>
                  <a:pt x="4814877" y="2381991"/>
                </a:cubicBezTo>
                <a:cubicBezTo>
                  <a:pt x="4680865" y="2381991"/>
                  <a:pt x="4549390" y="2381991"/>
                  <a:pt x="4415383" y="2381991"/>
                </a:cubicBezTo>
                <a:close/>
                <a:moveTo>
                  <a:pt x="3993131" y="2381991"/>
                </a:moveTo>
                <a:cubicBezTo>
                  <a:pt x="3993131" y="2515997"/>
                  <a:pt x="3993131" y="2647473"/>
                  <a:pt x="3993131" y="2781485"/>
                </a:cubicBezTo>
                <a:cubicBezTo>
                  <a:pt x="4127137" y="2781485"/>
                  <a:pt x="4258619" y="2781485"/>
                  <a:pt x="4395156" y="2781485"/>
                </a:cubicBezTo>
                <a:cubicBezTo>
                  <a:pt x="4395156" y="2647473"/>
                  <a:pt x="4395156" y="2515997"/>
                  <a:pt x="4395156" y="2381991"/>
                </a:cubicBezTo>
                <a:cubicBezTo>
                  <a:pt x="4258619" y="2381991"/>
                  <a:pt x="4127137" y="2381991"/>
                  <a:pt x="3993131" y="2381991"/>
                </a:cubicBezTo>
                <a:close/>
                <a:moveTo>
                  <a:pt x="2723862" y="2381991"/>
                </a:moveTo>
                <a:cubicBezTo>
                  <a:pt x="2723862" y="2515997"/>
                  <a:pt x="2723862" y="2647473"/>
                  <a:pt x="2723862" y="2778955"/>
                </a:cubicBezTo>
                <a:cubicBezTo>
                  <a:pt x="2761786" y="2786541"/>
                  <a:pt x="3095542" y="2786541"/>
                  <a:pt x="3125881" y="2778955"/>
                </a:cubicBezTo>
                <a:cubicBezTo>
                  <a:pt x="3125881" y="2647473"/>
                  <a:pt x="3125881" y="2515997"/>
                  <a:pt x="3125881" y="2381991"/>
                </a:cubicBezTo>
                <a:cubicBezTo>
                  <a:pt x="2991874" y="2381991"/>
                  <a:pt x="2860393" y="2381991"/>
                  <a:pt x="2723862" y="2381991"/>
                </a:cubicBezTo>
                <a:close/>
                <a:moveTo>
                  <a:pt x="1881894" y="2381991"/>
                </a:moveTo>
                <a:cubicBezTo>
                  <a:pt x="1881894" y="2515997"/>
                  <a:pt x="1881894" y="2647473"/>
                  <a:pt x="1881894" y="2781485"/>
                </a:cubicBezTo>
                <a:cubicBezTo>
                  <a:pt x="2015900" y="2781485"/>
                  <a:pt x="2147376" y="2781485"/>
                  <a:pt x="2281382" y="2781485"/>
                </a:cubicBezTo>
                <a:cubicBezTo>
                  <a:pt x="2281382" y="2650004"/>
                  <a:pt x="2281382" y="2518528"/>
                  <a:pt x="2281382" y="2381991"/>
                </a:cubicBezTo>
                <a:cubicBezTo>
                  <a:pt x="2147376" y="2381991"/>
                  <a:pt x="2015900" y="2381991"/>
                  <a:pt x="1881894" y="2381991"/>
                </a:cubicBezTo>
                <a:close/>
                <a:moveTo>
                  <a:pt x="190366" y="2381991"/>
                </a:moveTo>
                <a:cubicBezTo>
                  <a:pt x="190366" y="2515997"/>
                  <a:pt x="190366" y="2647473"/>
                  <a:pt x="190366" y="2778955"/>
                </a:cubicBezTo>
                <a:cubicBezTo>
                  <a:pt x="230821" y="2786541"/>
                  <a:pt x="562047" y="2786541"/>
                  <a:pt x="592391" y="2778955"/>
                </a:cubicBezTo>
                <a:cubicBezTo>
                  <a:pt x="599977" y="2730914"/>
                  <a:pt x="597446" y="2409805"/>
                  <a:pt x="589860" y="2381991"/>
                </a:cubicBezTo>
                <a:cubicBezTo>
                  <a:pt x="455854" y="2381991"/>
                  <a:pt x="324372" y="2381991"/>
                  <a:pt x="190366" y="2381991"/>
                </a:cubicBezTo>
                <a:close/>
                <a:moveTo>
                  <a:pt x="6727319" y="2381674"/>
                </a:moveTo>
                <a:cubicBezTo>
                  <a:pt x="6635347" y="2381990"/>
                  <a:pt x="6544323" y="2384519"/>
                  <a:pt x="6529151" y="2389577"/>
                </a:cubicBezTo>
                <a:cubicBezTo>
                  <a:pt x="6529151" y="2518528"/>
                  <a:pt x="6529151" y="2647473"/>
                  <a:pt x="6529151" y="2784010"/>
                </a:cubicBezTo>
                <a:cubicBezTo>
                  <a:pt x="6665688" y="2784010"/>
                  <a:pt x="6797164" y="2784010"/>
                  <a:pt x="6931176" y="2784010"/>
                </a:cubicBezTo>
                <a:cubicBezTo>
                  <a:pt x="6931176" y="2650004"/>
                  <a:pt x="6931176" y="2518528"/>
                  <a:pt x="6931176" y="2387047"/>
                </a:cubicBezTo>
                <a:cubicBezTo>
                  <a:pt x="6912211" y="2383254"/>
                  <a:pt x="6819291" y="2381357"/>
                  <a:pt x="6727319" y="2381674"/>
                </a:cubicBezTo>
                <a:close/>
                <a:moveTo>
                  <a:pt x="10107201" y="2381357"/>
                </a:moveTo>
                <a:cubicBezTo>
                  <a:pt x="10015862" y="2381357"/>
                  <a:pt x="9926104" y="2383254"/>
                  <a:pt x="9912200" y="2387047"/>
                </a:cubicBezTo>
                <a:cubicBezTo>
                  <a:pt x="9904614" y="2435088"/>
                  <a:pt x="9907139" y="2756197"/>
                  <a:pt x="9914725" y="2784010"/>
                </a:cubicBezTo>
                <a:cubicBezTo>
                  <a:pt x="10046206" y="2784010"/>
                  <a:pt x="10177682" y="2784010"/>
                  <a:pt x="10311688" y="2784010"/>
                </a:cubicBezTo>
                <a:cubicBezTo>
                  <a:pt x="10311688" y="2650004"/>
                  <a:pt x="10311688" y="2518528"/>
                  <a:pt x="10311688" y="2387047"/>
                </a:cubicBezTo>
                <a:cubicBezTo>
                  <a:pt x="10291461" y="2383254"/>
                  <a:pt x="10198541" y="2381357"/>
                  <a:pt x="10107201" y="2381357"/>
                </a:cubicBezTo>
                <a:close/>
                <a:moveTo>
                  <a:pt x="9263338" y="2381357"/>
                </a:moveTo>
                <a:cubicBezTo>
                  <a:pt x="9171367" y="2381357"/>
                  <a:pt x="9080343" y="2383254"/>
                  <a:pt x="9065171" y="2387047"/>
                </a:cubicBezTo>
                <a:cubicBezTo>
                  <a:pt x="9065171" y="2518528"/>
                  <a:pt x="9065171" y="2650004"/>
                  <a:pt x="9065171" y="2784010"/>
                </a:cubicBezTo>
                <a:cubicBezTo>
                  <a:pt x="9201708" y="2784010"/>
                  <a:pt x="9333184" y="2784010"/>
                  <a:pt x="9467190" y="2784010"/>
                </a:cubicBezTo>
                <a:cubicBezTo>
                  <a:pt x="9467190" y="2650004"/>
                  <a:pt x="9467190" y="2518528"/>
                  <a:pt x="9467190" y="2387047"/>
                </a:cubicBezTo>
                <a:cubicBezTo>
                  <a:pt x="9448228" y="2383254"/>
                  <a:pt x="9355309" y="2381357"/>
                  <a:pt x="9263338" y="2381357"/>
                </a:cubicBezTo>
                <a:close/>
                <a:moveTo>
                  <a:pt x="5879344" y="2381357"/>
                </a:moveTo>
                <a:cubicBezTo>
                  <a:pt x="5787688" y="2381357"/>
                  <a:pt x="5697297" y="2383254"/>
                  <a:pt x="5682128" y="2387047"/>
                </a:cubicBezTo>
                <a:cubicBezTo>
                  <a:pt x="5682128" y="2518528"/>
                  <a:pt x="5682128" y="2650004"/>
                  <a:pt x="5682128" y="2784010"/>
                </a:cubicBezTo>
                <a:cubicBezTo>
                  <a:pt x="5818665" y="2784010"/>
                  <a:pt x="5950141" y="2784010"/>
                  <a:pt x="6084147" y="2784010"/>
                </a:cubicBezTo>
                <a:cubicBezTo>
                  <a:pt x="6084147" y="2650004"/>
                  <a:pt x="6084147" y="2518528"/>
                  <a:pt x="6084147" y="2387047"/>
                </a:cubicBezTo>
                <a:cubicBezTo>
                  <a:pt x="6063919" y="2383254"/>
                  <a:pt x="5970999" y="2381357"/>
                  <a:pt x="5879344" y="2381357"/>
                </a:cubicBezTo>
                <a:close/>
                <a:moveTo>
                  <a:pt x="10578515" y="2380119"/>
                </a:moveTo>
                <a:cubicBezTo>
                  <a:pt x="10470389" y="2379897"/>
                  <a:pt x="10349299" y="2383254"/>
                  <a:pt x="10331916" y="2389577"/>
                </a:cubicBezTo>
                <a:cubicBezTo>
                  <a:pt x="10331916" y="2521053"/>
                  <a:pt x="10331916" y="2652534"/>
                  <a:pt x="10331916" y="2781485"/>
                </a:cubicBezTo>
                <a:cubicBezTo>
                  <a:pt x="10369846" y="2789065"/>
                  <a:pt x="10706127" y="2789065"/>
                  <a:pt x="10733940" y="2778955"/>
                </a:cubicBezTo>
                <a:cubicBezTo>
                  <a:pt x="10733940" y="2647473"/>
                  <a:pt x="10733940" y="2515997"/>
                  <a:pt x="10733940" y="2384516"/>
                </a:cubicBezTo>
                <a:cubicBezTo>
                  <a:pt x="10703599" y="2381673"/>
                  <a:pt x="10643391" y="2380252"/>
                  <a:pt x="10578515" y="2380119"/>
                </a:cubicBezTo>
                <a:close/>
                <a:moveTo>
                  <a:pt x="8904763" y="2379985"/>
                </a:moveTo>
                <a:cubicBezTo>
                  <a:pt x="8795773" y="2379541"/>
                  <a:pt x="8662833" y="2382305"/>
                  <a:pt x="8645449" y="2387047"/>
                </a:cubicBezTo>
                <a:cubicBezTo>
                  <a:pt x="8637869" y="2447729"/>
                  <a:pt x="8640394" y="2756197"/>
                  <a:pt x="8647980" y="2784010"/>
                </a:cubicBezTo>
                <a:cubicBezTo>
                  <a:pt x="8779462" y="2784010"/>
                  <a:pt x="8910937" y="2784010"/>
                  <a:pt x="9042419" y="2784010"/>
                </a:cubicBezTo>
                <a:cubicBezTo>
                  <a:pt x="9044944" y="2650004"/>
                  <a:pt x="9044944" y="2518528"/>
                  <a:pt x="9044944" y="2384516"/>
                </a:cubicBezTo>
                <a:cubicBezTo>
                  <a:pt x="9026929" y="2381673"/>
                  <a:pt x="8970157" y="2380252"/>
                  <a:pt x="8904763" y="2379985"/>
                </a:cubicBezTo>
                <a:close/>
                <a:moveTo>
                  <a:pt x="8044850" y="2379985"/>
                </a:moveTo>
                <a:cubicBezTo>
                  <a:pt x="7936700" y="2379541"/>
                  <a:pt x="7814228" y="2382305"/>
                  <a:pt x="7798427" y="2387047"/>
                </a:cubicBezTo>
                <a:cubicBezTo>
                  <a:pt x="7790840" y="2442674"/>
                  <a:pt x="7793371" y="2756197"/>
                  <a:pt x="7800957" y="2781485"/>
                </a:cubicBezTo>
                <a:cubicBezTo>
                  <a:pt x="7859109" y="2789065"/>
                  <a:pt x="8170107" y="2786541"/>
                  <a:pt x="8197920" y="2778955"/>
                </a:cubicBezTo>
                <a:cubicBezTo>
                  <a:pt x="8197920" y="2647473"/>
                  <a:pt x="8197920" y="2515997"/>
                  <a:pt x="8197920" y="2384516"/>
                </a:cubicBezTo>
                <a:cubicBezTo>
                  <a:pt x="8169475" y="2381673"/>
                  <a:pt x="8109740" y="2380252"/>
                  <a:pt x="8044850" y="2379985"/>
                </a:cubicBezTo>
                <a:close/>
                <a:moveTo>
                  <a:pt x="2564875" y="2379985"/>
                </a:moveTo>
                <a:cubicBezTo>
                  <a:pt x="2454897" y="2379541"/>
                  <a:pt x="2318993" y="2382305"/>
                  <a:pt x="2301610" y="2387047"/>
                </a:cubicBezTo>
                <a:cubicBezTo>
                  <a:pt x="2294024" y="2447729"/>
                  <a:pt x="2296554" y="2756197"/>
                  <a:pt x="2304140" y="2781485"/>
                </a:cubicBezTo>
                <a:cubicBezTo>
                  <a:pt x="2435616" y="2781485"/>
                  <a:pt x="2567097" y="2781485"/>
                  <a:pt x="2701103" y="2781485"/>
                </a:cubicBezTo>
                <a:cubicBezTo>
                  <a:pt x="2703634" y="2647473"/>
                  <a:pt x="2703634" y="2515997"/>
                  <a:pt x="2703634" y="2384516"/>
                </a:cubicBezTo>
                <a:cubicBezTo>
                  <a:pt x="2687515" y="2381673"/>
                  <a:pt x="2630861" y="2380252"/>
                  <a:pt x="2564875" y="2379985"/>
                </a:cubicBezTo>
                <a:close/>
                <a:moveTo>
                  <a:pt x="11573378" y="2379461"/>
                </a:moveTo>
                <a:cubicBezTo>
                  <a:pt x="11441902" y="2381991"/>
                  <a:pt x="11312951" y="2381991"/>
                  <a:pt x="11178945" y="2381991"/>
                </a:cubicBezTo>
                <a:cubicBezTo>
                  <a:pt x="11178945" y="2515997"/>
                  <a:pt x="11178945" y="2647473"/>
                  <a:pt x="11178945" y="2778955"/>
                </a:cubicBezTo>
                <a:cubicBezTo>
                  <a:pt x="11224455" y="2786541"/>
                  <a:pt x="11550619" y="2784010"/>
                  <a:pt x="11575908" y="2776424"/>
                </a:cubicBezTo>
                <a:cubicBezTo>
                  <a:pt x="11583494" y="2725858"/>
                  <a:pt x="11580964" y="2407274"/>
                  <a:pt x="11573378" y="2379461"/>
                </a:cubicBezTo>
                <a:close/>
                <a:moveTo>
                  <a:pt x="5455199" y="2379147"/>
                </a:moveTo>
                <a:cubicBezTo>
                  <a:pt x="5363542" y="2379463"/>
                  <a:pt x="5273783" y="2381991"/>
                  <a:pt x="5259876" y="2387047"/>
                </a:cubicBezTo>
                <a:cubicBezTo>
                  <a:pt x="5252296" y="2440143"/>
                  <a:pt x="5254821" y="2756197"/>
                  <a:pt x="5262406" y="2784010"/>
                </a:cubicBezTo>
                <a:cubicBezTo>
                  <a:pt x="5393883" y="2784010"/>
                  <a:pt x="5525364" y="2784010"/>
                  <a:pt x="5659370" y="2784010"/>
                </a:cubicBezTo>
                <a:cubicBezTo>
                  <a:pt x="5661901" y="2650004"/>
                  <a:pt x="5661901" y="2515997"/>
                  <a:pt x="5661901" y="2384516"/>
                </a:cubicBezTo>
                <a:cubicBezTo>
                  <a:pt x="5640408" y="2380726"/>
                  <a:pt x="5546855" y="2378831"/>
                  <a:pt x="5455199" y="2379147"/>
                </a:cubicBezTo>
                <a:close/>
                <a:moveTo>
                  <a:pt x="10756693" y="1962270"/>
                </a:moveTo>
                <a:cubicBezTo>
                  <a:pt x="10756693" y="2093751"/>
                  <a:pt x="10756693" y="2227757"/>
                  <a:pt x="10756693" y="2361764"/>
                </a:cubicBezTo>
                <a:cubicBezTo>
                  <a:pt x="10835078" y="2369350"/>
                  <a:pt x="11128373" y="2366819"/>
                  <a:pt x="11156187" y="2359233"/>
                </a:cubicBezTo>
                <a:cubicBezTo>
                  <a:pt x="11163773" y="2313723"/>
                  <a:pt x="11161242" y="1990083"/>
                  <a:pt x="11153656" y="1962270"/>
                </a:cubicBezTo>
                <a:cubicBezTo>
                  <a:pt x="11022180" y="1962270"/>
                  <a:pt x="10890699" y="1962270"/>
                  <a:pt x="10756693" y="1962270"/>
                </a:cubicBezTo>
                <a:close/>
                <a:moveTo>
                  <a:pt x="9487423" y="1962270"/>
                </a:moveTo>
                <a:cubicBezTo>
                  <a:pt x="9487423" y="2096275"/>
                  <a:pt x="9487423" y="2227757"/>
                  <a:pt x="9487423" y="2361764"/>
                </a:cubicBezTo>
                <a:cubicBezTo>
                  <a:pt x="9621429" y="2361764"/>
                  <a:pt x="9752905" y="2361764"/>
                  <a:pt x="9889442" y="2361764"/>
                </a:cubicBezTo>
                <a:cubicBezTo>
                  <a:pt x="9889442" y="2225227"/>
                  <a:pt x="9889442" y="2096275"/>
                  <a:pt x="9889442" y="1962270"/>
                </a:cubicBezTo>
                <a:cubicBezTo>
                  <a:pt x="9755436" y="1962270"/>
                  <a:pt x="9621429" y="1962270"/>
                  <a:pt x="9487423" y="1962270"/>
                </a:cubicBezTo>
                <a:close/>
                <a:moveTo>
                  <a:pt x="9065171" y="1959739"/>
                </a:moveTo>
                <a:cubicBezTo>
                  <a:pt x="9065171" y="2093751"/>
                  <a:pt x="9065171" y="2227757"/>
                  <a:pt x="9065171" y="2359233"/>
                </a:cubicBezTo>
                <a:cubicBezTo>
                  <a:pt x="9120798" y="2366819"/>
                  <a:pt x="9441907" y="2364288"/>
                  <a:pt x="9467190" y="2356708"/>
                </a:cubicBezTo>
                <a:cubicBezTo>
                  <a:pt x="9467190" y="2225227"/>
                  <a:pt x="9467190" y="2093751"/>
                  <a:pt x="9467190" y="1962270"/>
                </a:cubicBezTo>
                <a:cubicBezTo>
                  <a:pt x="9333184" y="1959739"/>
                  <a:pt x="9199177" y="1959739"/>
                  <a:pt x="9065171" y="1959739"/>
                </a:cubicBezTo>
                <a:close/>
                <a:moveTo>
                  <a:pt x="8645449" y="1959739"/>
                </a:moveTo>
                <a:cubicBezTo>
                  <a:pt x="8645449" y="2093751"/>
                  <a:pt x="8645449" y="2227757"/>
                  <a:pt x="8645449" y="2359233"/>
                </a:cubicBezTo>
                <a:cubicBezTo>
                  <a:pt x="8779462" y="2359233"/>
                  <a:pt x="8910937" y="2359233"/>
                  <a:pt x="9044944" y="2359233"/>
                </a:cubicBezTo>
                <a:cubicBezTo>
                  <a:pt x="9044944" y="2225227"/>
                  <a:pt x="9044944" y="2093751"/>
                  <a:pt x="9044944" y="1959739"/>
                </a:cubicBezTo>
                <a:cubicBezTo>
                  <a:pt x="8908407" y="1959739"/>
                  <a:pt x="8776931" y="1959739"/>
                  <a:pt x="8645449" y="1959739"/>
                </a:cubicBezTo>
                <a:close/>
                <a:moveTo>
                  <a:pt x="8220673" y="1959739"/>
                </a:moveTo>
                <a:cubicBezTo>
                  <a:pt x="8220673" y="2096275"/>
                  <a:pt x="8220673" y="2227757"/>
                  <a:pt x="8220673" y="2361764"/>
                </a:cubicBezTo>
                <a:cubicBezTo>
                  <a:pt x="8354685" y="2361764"/>
                  <a:pt x="8486160" y="2361764"/>
                  <a:pt x="8617636" y="2361764"/>
                </a:cubicBezTo>
                <a:cubicBezTo>
                  <a:pt x="8625222" y="2323834"/>
                  <a:pt x="8625222" y="1987553"/>
                  <a:pt x="8615111" y="1959739"/>
                </a:cubicBezTo>
                <a:cubicBezTo>
                  <a:pt x="8488691" y="1959739"/>
                  <a:pt x="8357209" y="1959739"/>
                  <a:pt x="8220673" y="1959739"/>
                </a:cubicBezTo>
                <a:close/>
                <a:moveTo>
                  <a:pt x="6953928" y="1959739"/>
                </a:moveTo>
                <a:cubicBezTo>
                  <a:pt x="6953928" y="2093751"/>
                  <a:pt x="6953928" y="2227757"/>
                  <a:pt x="6953928" y="2359233"/>
                </a:cubicBezTo>
                <a:cubicBezTo>
                  <a:pt x="7007024" y="2366819"/>
                  <a:pt x="7330664" y="2364288"/>
                  <a:pt x="7355953" y="2356708"/>
                </a:cubicBezTo>
                <a:cubicBezTo>
                  <a:pt x="7355953" y="2225227"/>
                  <a:pt x="7355953" y="2093751"/>
                  <a:pt x="7355953" y="1962270"/>
                </a:cubicBezTo>
                <a:cubicBezTo>
                  <a:pt x="7219416" y="1959739"/>
                  <a:pt x="7087934" y="1959739"/>
                  <a:pt x="6953928" y="1959739"/>
                </a:cubicBezTo>
                <a:close/>
                <a:moveTo>
                  <a:pt x="6104374" y="1959739"/>
                </a:moveTo>
                <a:cubicBezTo>
                  <a:pt x="6104374" y="2093751"/>
                  <a:pt x="6104374" y="2225227"/>
                  <a:pt x="6104374" y="2361764"/>
                </a:cubicBezTo>
                <a:cubicBezTo>
                  <a:pt x="6240911" y="2361764"/>
                  <a:pt x="6372387" y="2361764"/>
                  <a:pt x="6508924" y="2361764"/>
                </a:cubicBezTo>
                <a:cubicBezTo>
                  <a:pt x="6508924" y="2227757"/>
                  <a:pt x="6508924" y="2096275"/>
                  <a:pt x="6508924" y="1959739"/>
                </a:cubicBezTo>
                <a:cubicBezTo>
                  <a:pt x="6372387" y="1959739"/>
                  <a:pt x="6240911" y="1959739"/>
                  <a:pt x="6104374" y="1959739"/>
                </a:cubicBezTo>
                <a:close/>
                <a:moveTo>
                  <a:pt x="5682128" y="1959739"/>
                </a:moveTo>
                <a:cubicBezTo>
                  <a:pt x="5682128" y="2093751"/>
                  <a:pt x="5682128" y="2225227"/>
                  <a:pt x="5682128" y="2359233"/>
                </a:cubicBezTo>
                <a:cubicBezTo>
                  <a:pt x="5727639" y="2366819"/>
                  <a:pt x="6058864" y="2364288"/>
                  <a:pt x="6084147" y="2356708"/>
                </a:cubicBezTo>
                <a:cubicBezTo>
                  <a:pt x="6084147" y="2225227"/>
                  <a:pt x="6084147" y="2093751"/>
                  <a:pt x="6084147" y="1959739"/>
                </a:cubicBezTo>
                <a:cubicBezTo>
                  <a:pt x="5950141" y="1959739"/>
                  <a:pt x="5816135" y="1959739"/>
                  <a:pt x="5682128" y="1959739"/>
                </a:cubicBezTo>
                <a:close/>
                <a:moveTo>
                  <a:pt x="4415383" y="1959739"/>
                </a:moveTo>
                <a:cubicBezTo>
                  <a:pt x="4415383" y="2096275"/>
                  <a:pt x="4415383" y="2227757"/>
                  <a:pt x="4415383" y="2361764"/>
                </a:cubicBezTo>
                <a:cubicBezTo>
                  <a:pt x="4549390" y="2361764"/>
                  <a:pt x="4680865" y="2361764"/>
                  <a:pt x="4814877" y="2361764"/>
                </a:cubicBezTo>
                <a:cubicBezTo>
                  <a:pt x="4814877" y="2227757"/>
                  <a:pt x="4814877" y="2096275"/>
                  <a:pt x="4814877" y="1959739"/>
                </a:cubicBezTo>
                <a:cubicBezTo>
                  <a:pt x="4680865" y="1959739"/>
                  <a:pt x="4549390" y="1959739"/>
                  <a:pt x="4415383" y="1959739"/>
                </a:cubicBezTo>
                <a:close/>
                <a:moveTo>
                  <a:pt x="2304140" y="1959739"/>
                </a:moveTo>
                <a:cubicBezTo>
                  <a:pt x="2304140" y="2093751"/>
                  <a:pt x="2304140" y="2227757"/>
                  <a:pt x="2304140" y="2361764"/>
                </a:cubicBezTo>
                <a:cubicBezTo>
                  <a:pt x="2438146" y="2361764"/>
                  <a:pt x="2569628" y="2361764"/>
                  <a:pt x="2703634" y="2361764"/>
                </a:cubicBezTo>
                <a:cubicBezTo>
                  <a:pt x="2711214" y="2296026"/>
                  <a:pt x="2708690" y="1987553"/>
                  <a:pt x="2701103" y="1959739"/>
                </a:cubicBezTo>
                <a:cubicBezTo>
                  <a:pt x="2569628" y="1959739"/>
                  <a:pt x="2438146" y="1959739"/>
                  <a:pt x="2304140" y="1959739"/>
                </a:cubicBezTo>
                <a:close/>
                <a:moveTo>
                  <a:pt x="1881894" y="1959739"/>
                </a:moveTo>
                <a:cubicBezTo>
                  <a:pt x="1881894" y="2096275"/>
                  <a:pt x="1881894" y="2227757"/>
                  <a:pt x="1881894" y="2361764"/>
                </a:cubicBezTo>
                <a:cubicBezTo>
                  <a:pt x="2015900" y="2361764"/>
                  <a:pt x="2147376" y="2361764"/>
                  <a:pt x="2281382" y="2361764"/>
                </a:cubicBezTo>
                <a:cubicBezTo>
                  <a:pt x="2281382" y="2227757"/>
                  <a:pt x="2281382" y="2096275"/>
                  <a:pt x="2281382" y="1959739"/>
                </a:cubicBezTo>
                <a:cubicBezTo>
                  <a:pt x="2147376" y="1959739"/>
                  <a:pt x="2015900" y="1959739"/>
                  <a:pt x="1881894" y="1959739"/>
                </a:cubicBezTo>
                <a:close/>
                <a:moveTo>
                  <a:pt x="1037395" y="1959739"/>
                </a:moveTo>
                <a:cubicBezTo>
                  <a:pt x="1037395" y="2096275"/>
                  <a:pt x="1037395" y="2227757"/>
                  <a:pt x="1037395" y="2359233"/>
                </a:cubicBezTo>
                <a:cubicBezTo>
                  <a:pt x="1171402" y="2359233"/>
                  <a:pt x="1302877" y="2359233"/>
                  <a:pt x="1436884" y="2359233"/>
                </a:cubicBezTo>
                <a:cubicBezTo>
                  <a:pt x="1436884" y="2225227"/>
                  <a:pt x="1436884" y="2093751"/>
                  <a:pt x="1436884" y="1959739"/>
                </a:cubicBezTo>
                <a:cubicBezTo>
                  <a:pt x="1302877" y="1959739"/>
                  <a:pt x="1171402" y="1959739"/>
                  <a:pt x="1037395" y="1959739"/>
                </a:cubicBezTo>
                <a:close/>
                <a:moveTo>
                  <a:pt x="615143" y="1959739"/>
                </a:moveTo>
                <a:cubicBezTo>
                  <a:pt x="612619" y="2096275"/>
                  <a:pt x="612619" y="2227757"/>
                  <a:pt x="612619" y="2359233"/>
                </a:cubicBezTo>
                <a:cubicBezTo>
                  <a:pt x="655598" y="2366819"/>
                  <a:pt x="986824" y="2364288"/>
                  <a:pt x="1014637" y="2356708"/>
                </a:cubicBezTo>
                <a:cubicBezTo>
                  <a:pt x="1022223" y="2301081"/>
                  <a:pt x="1019693" y="1987553"/>
                  <a:pt x="1012107" y="1959739"/>
                </a:cubicBezTo>
                <a:cubicBezTo>
                  <a:pt x="880631" y="1959739"/>
                  <a:pt x="749155" y="1959739"/>
                  <a:pt x="615143" y="1959739"/>
                </a:cubicBezTo>
                <a:close/>
                <a:moveTo>
                  <a:pt x="190366" y="1959739"/>
                </a:moveTo>
                <a:cubicBezTo>
                  <a:pt x="190366" y="2096275"/>
                  <a:pt x="190366" y="2227757"/>
                  <a:pt x="190366" y="2361764"/>
                </a:cubicBezTo>
                <a:cubicBezTo>
                  <a:pt x="324372" y="2361764"/>
                  <a:pt x="458385" y="2361764"/>
                  <a:pt x="592391" y="2361764"/>
                </a:cubicBezTo>
                <a:cubicBezTo>
                  <a:pt x="592391" y="2227757"/>
                  <a:pt x="592391" y="2096275"/>
                  <a:pt x="592391" y="1959739"/>
                </a:cubicBezTo>
                <a:cubicBezTo>
                  <a:pt x="458385" y="1959739"/>
                  <a:pt x="326903" y="1959739"/>
                  <a:pt x="190366" y="1959739"/>
                </a:cubicBezTo>
                <a:close/>
                <a:moveTo>
                  <a:pt x="6725423" y="1959426"/>
                </a:moveTo>
                <a:cubicBezTo>
                  <a:pt x="6633450" y="1959742"/>
                  <a:pt x="6543058" y="1962270"/>
                  <a:pt x="6529151" y="1967325"/>
                </a:cubicBezTo>
                <a:cubicBezTo>
                  <a:pt x="6529151" y="2096275"/>
                  <a:pt x="6529151" y="2227757"/>
                  <a:pt x="6529151" y="2361764"/>
                </a:cubicBezTo>
                <a:cubicBezTo>
                  <a:pt x="6665688" y="2361764"/>
                  <a:pt x="6797164" y="2361764"/>
                  <a:pt x="6931176" y="2361764"/>
                </a:cubicBezTo>
                <a:cubicBezTo>
                  <a:pt x="6931176" y="2227757"/>
                  <a:pt x="6931176" y="2096275"/>
                  <a:pt x="6931176" y="1964800"/>
                </a:cubicBezTo>
                <a:cubicBezTo>
                  <a:pt x="6910948" y="1961007"/>
                  <a:pt x="6817396" y="1959111"/>
                  <a:pt x="6725423" y="1959426"/>
                </a:cubicBezTo>
                <a:close/>
                <a:moveTo>
                  <a:pt x="4186875" y="1959426"/>
                </a:moveTo>
                <a:cubicBezTo>
                  <a:pt x="4094904" y="1959742"/>
                  <a:pt x="4004513" y="1962270"/>
                  <a:pt x="3990606" y="1967325"/>
                </a:cubicBezTo>
                <a:cubicBezTo>
                  <a:pt x="3990606" y="2096275"/>
                  <a:pt x="3990606" y="2225227"/>
                  <a:pt x="3990606" y="2361764"/>
                </a:cubicBezTo>
                <a:cubicBezTo>
                  <a:pt x="4127137" y="2361764"/>
                  <a:pt x="4258619" y="2361764"/>
                  <a:pt x="4392625" y="2361764"/>
                </a:cubicBezTo>
                <a:cubicBezTo>
                  <a:pt x="4392625" y="2227757"/>
                  <a:pt x="4392625" y="2096275"/>
                  <a:pt x="4392625" y="1964800"/>
                </a:cubicBezTo>
                <a:cubicBezTo>
                  <a:pt x="4372398" y="1961007"/>
                  <a:pt x="4278847" y="1959111"/>
                  <a:pt x="4186875" y="1959426"/>
                </a:cubicBezTo>
                <a:close/>
                <a:moveTo>
                  <a:pt x="3344591" y="1959426"/>
                </a:moveTo>
                <a:cubicBezTo>
                  <a:pt x="3252304" y="1959742"/>
                  <a:pt x="3161280" y="1962270"/>
                  <a:pt x="3146108" y="1967325"/>
                </a:cubicBezTo>
                <a:cubicBezTo>
                  <a:pt x="3146108" y="2098807"/>
                  <a:pt x="3146108" y="2230282"/>
                  <a:pt x="3146108" y="2364288"/>
                </a:cubicBezTo>
                <a:cubicBezTo>
                  <a:pt x="3282645" y="2361764"/>
                  <a:pt x="3414121" y="2361764"/>
                  <a:pt x="3550657" y="2361764"/>
                </a:cubicBezTo>
                <a:cubicBezTo>
                  <a:pt x="3550657" y="2227757"/>
                  <a:pt x="3550657" y="2096275"/>
                  <a:pt x="3550657" y="1964800"/>
                </a:cubicBezTo>
                <a:cubicBezTo>
                  <a:pt x="3530430" y="1961007"/>
                  <a:pt x="3436879" y="1959111"/>
                  <a:pt x="3344591" y="1959426"/>
                </a:cubicBezTo>
                <a:close/>
                <a:moveTo>
                  <a:pt x="1653384" y="1959426"/>
                </a:moveTo>
                <a:cubicBezTo>
                  <a:pt x="1561412" y="1959742"/>
                  <a:pt x="1471021" y="1962270"/>
                  <a:pt x="1457117" y="1967325"/>
                </a:cubicBezTo>
                <a:cubicBezTo>
                  <a:pt x="1457117" y="2096275"/>
                  <a:pt x="1457117" y="2225227"/>
                  <a:pt x="1457117" y="2361764"/>
                </a:cubicBezTo>
                <a:cubicBezTo>
                  <a:pt x="1593648" y="2361764"/>
                  <a:pt x="1725130" y="2361764"/>
                  <a:pt x="1859136" y="2361764"/>
                </a:cubicBezTo>
                <a:cubicBezTo>
                  <a:pt x="1859136" y="2227757"/>
                  <a:pt x="1859136" y="2096275"/>
                  <a:pt x="1859136" y="1964800"/>
                </a:cubicBezTo>
                <a:cubicBezTo>
                  <a:pt x="1838908" y="1961007"/>
                  <a:pt x="1745355" y="1959111"/>
                  <a:pt x="1653384" y="1959426"/>
                </a:cubicBezTo>
                <a:close/>
                <a:moveTo>
                  <a:pt x="11802200" y="1959111"/>
                </a:moveTo>
                <a:cubicBezTo>
                  <a:pt x="11709913" y="1959111"/>
                  <a:pt x="11617626" y="1961007"/>
                  <a:pt x="11601191" y="1964800"/>
                </a:cubicBezTo>
                <a:cubicBezTo>
                  <a:pt x="11601191" y="2096275"/>
                  <a:pt x="11601191" y="2227757"/>
                  <a:pt x="11601191" y="2361764"/>
                </a:cubicBezTo>
                <a:cubicBezTo>
                  <a:pt x="11735197" y="2361764"/>
                  <a:pt x="11866679" y="2361764"/>
                  <a:pt x="12003210" y="2361764"/>
                </a:cubicBezTo>
                <a:cubicBezTo>
                  <a:pt x="12003210" y="2225227"/>
                  <a:pt x="12003210" y="2096275"/>
                  <a:pt x="12003210" y="1964800"/>
                </a:cubicBezTo>
                <a:cubicBezTo>
                  <a:pt x="11986776" y="1961007"/>
                  <a:pt x="11894488" y="1959111"/>
                  <a:pt x="11802200" y="1959111"/>
                </a:cubicBezTo>
                <a:close/>
                <a:moveTo>
                  <a:pt x="5034848" y="1959111"/>
                </a:moveTo>
                <a:cubicBezTo>
                  <a:pt x="4942560" y="1959111"/>
                  <a:pt x="4851537" y="1961007"/>
                  <a:pt x="4837630" y="1964800"/>
                </a:cubicBezTo>
                <a:cubicBezTo>
                  <a:pt x="4837630" y="2096275"/>
                  <a:pt x="4837630" y="2227757"/>
                  <a:pt x="4837630" y="2361764"/>
                </a:cubicBezTo>
                <a:cubicBezTo>
                  <a:pt x="4974166" y="2361764"/>
                  <a:pt x="5105642" y="2361764"/>
                  <a:pt x="5239648" y="2361764"/>
                </a:cubicBezTo>
                <a:cubicBezTo>
                  <a:pt x="5239648" y="2227757"/>
                  <a:pt x="5239648" y="2096275"/>
                  <a:pt x="5239648" y="1964800"/>
                </a:cubicBezTo>
                <a:cubicBezTo>
                  <a:pt x="5220686" y="1961007"/>
                  <a:pt x="5127135" y="1959111"/>
                  <a:pt x="5034848" y="1959111"/>
                </a:cubicBezTo>
                <a:close/>
                <a:moveTo>
                  <a:pt x="2927399" y="1959111"/>
                </a:moveTo>
                <a:cubicBezTo>
                  <a:pt x="2835110" y="1959111"/>
                  <a:pt x="2742821" y="1961007"/>
                  <a:pt x="2726387" y="1964800"/>
                </a:cubicBezTo>
                <a:cubicBezTo>
                  <a:pt x="2726387" y="2096275"/>
                  <a:pt x="2726387" y="2227757"/>
                  <a:pt x="2726387" y="2361764"/>
                </a:cubicBezTo>
                <a:cubicBezTo>
                  <a:pt x="2860393" y="2361764"/>
                  <a:pt x="2991874" y="2361764"/>
                  <a:pt x="3128411" y="2361764"/>
                </a:cubicBezTo>
                <a:cubicBezTo>
                  <a:pt x="3128411" y="2225227"/>
                  <a:pt x="3128411" y="2096275"/>
                  <a:pt x="3128411" y="1964800"/>
                </a:cubicBezTo>
                <a:cubicBezTo>
                  <a:pt x="3111977" y="1961007"/>
                  <a:pt x="3019688" y="1959111"/>
                  <a:pt x="2927399" y="1959111"/>
                </a:cubicBezTo>
                <a:close/>
                <a:moveTo>
                  <a:pt x="11434440" y="1957736"/>
                </a:moveTo>
                <a:cubicBezTo>
                  <a:pt x="11326661" y="1957292"/>
                  <a:pt x="11197275" y="1960059"/>
                  <a:pt x="11181470" y="1964800"/>
                </a:cubicBezTo>
                <a:cubicBezTo>
                  <a:pt x="11173884" y="2022952"/>
                  <a:pt x="11176414" y="2333950"/>
                  <a:pt x="11184000" y="2361764"/>
                </a:cubicBezTo>
                <a:cubicBezTo>
                  <a:pt x="11312951" y="2361764"/>
                  <a:pt x="11444427" y="2361764"/>
                  <a:pt x="11575908" y="2361764"/>
                </a:cubicBezTo>
                <a:cubicBezTo>
                  <a:pt x="11583494" y="2323834"/>
                  <a:pt x="11583494" y="1990083"/>
                  <a:pt x="11575908" y="1962270"/>
                </a:cubicBezTo>
                <a:cubicBezTo>
                  <a:pt x="11555997" y="1959425"/>
                  <a:pt x="11499108" y="1958003"/>
                  <a:pt x="11434440" y="1957736"/>
                </a:cubicBezTo>
                <a:close/>
                <a:moveTo>
                  <a:pt x="10593626" y="1957736"/>
                </a:moveTo>
                <a:cubicBezTo>
                  <a:pt x="10484414" y="1957292"/>
                  <a:pt x="10350881" y="1960059"/>
                  <a:pt x="10331916" y="1964800"/>
                </a:cubicBezTo>
                <a:cubicBezTo>
                  <a:pt x="10331916" y="2096275"/>
                  <a:pt x="10331916" y="2227757"/>
                  <a:pt x="10331916" y="2359233"/>
                </a:cubicBezTo>
                <a:cubicBezTo>
                  <a:pt x="10374901" y="2366819"/>
                  <a:pt x="10706127" y="2364288"/>
                  <a:pt x="10733940" y="2356708"/>
                </a:cubicBezTo>
                <a:cubicBezTo>
                  <a:pt x="10733940" y="2225227"/>
                  <a:pt x="10733940" y="2093751"/>
                  <a:pt x="10733940" y="1962270"/>
                </a:cubicBezTo>
                <a:cubicBezTo>
                  <a:pt x="10715925" y="1959425"/>
                  <a:pt x="10659153" y="1958003"/>
                  <a:pt x="10593626" y="1957736"/>
                </a:cubicBezTo>
                <a:close/>
                <a:moveTo>
                  <a:pt x="8056010" y="1957736"/>
                </a:moveTo>
                <a:cubicBezTo>
                  <a:pt x="7947762" y="1957292"/>
                  <a:pt x="7815810" y="1960059"/>
                  <a:pt x="7798427" y="1964800"/>
                </a:cubicBezTo>
                <a:cubicBezTo>
                  <a:pt x="7798427" y="2096275"/>
                  <a:pt x="7798427" y="2227757"/>
                  <a:pt x="7798427" y="2361764"/>
                </a:cubicBezTo>
                <a:cubicBezTo>
                  <a:pt x="7932433" y="2361764"/>
                  <a:pt x="8063914" y="2361764"/>
                  <a:pt x="8197920" y="2361764"/>
                </a:cubicBezTo>
                <a:cubicBezTo>
                  <a:pt x="8205506" y="2278323"/>
                  <a:pt x="8202976" y="1990083"/>
                  <a:pt x="8195390" y="1962270"/>
                </a:cubicBezTo>
                <a:cubicBezTo>
                  <a:pt x="8177375" y="1959425"/>
                  <a:pt x="8120959" y="1958003"/>
                  <a:pt x="8056010" y="1957736"/>
                </a:cubicBezTo>
                <a:close/>
                <a:moveTo>
                  <a:pt x="3829086" y="1957736"/>
                </a:moveTo>
                <a:cubicBezTo>
                  <a:pt x="3720220" y="1957292"/>
                  <a:pt x="3588268" y="1960059"/>
                  <a:pt x="3570885" y="1964800"/>
                </a:cubicBezTo>
                <a:cubicBezTo>
                  <a:pt x="3570885" y="2096275"/>
                  <a:pt x="3570885" y="2225227"/>
                  <a:pt x="3570885" y="2359233"/>
                </a:cubicBezTo>
                <a:cubicBezTo>
                  <a:pt x="3623981" y="2366819"/>
                  <a:pt x="3945090" y="2364288"/>
                  <a:pt x="3970379" y="2356708"/>
                </a:cubicBezTo>
                <a:cubicBezTo>
                  <a:pt x="3970379" y="2225227"/>
                  <a:pt x="3970379" y="2093751"/>
                  <a:pt x="3970379" y="1962270"/>
                </a:cubicBezTo>
                <a:cubicBezTo>
                  <a:pt x="3951415" y="1959425"/>
                  <a:pt x="3894406" y="1958003"/>
                  <a:pt x="3829086" y="1957736"/>
                </a:cubicBezTo>
                <a:close/>
                <a:moveTo>
                  <a:pt x="9909669" y="1957214"/>
                </a:moveTo>
                <a:cubicBezTo>
                  <a:pt x="9909669" y="2093751"/>
                  <a:pt x="9909669" y="2227757"/>
                  <a:pt x="9909669" y="2359233"/>
                </a:cubicBezTo>
                <a:cubicBezTo>
                  <a:pt x="9952655" y="2366819"/>
                  <a:pt x="10283875" y="2364288"/>
                  <a:pt x="10311688" y="2356708"/>
                </a:cubicBezTo>
                <a:cubicBezTo>
                  <a:pt x="10311688" y="2225227"/>
                  <a:pt x="10311688" y="2093751"/>
                  <a:pt x="10311688" y="1957214"/>
                </a:cubicBezTo>
                <a:cubicBezTo>
                  <a:pt x="10175151" y="1957214"/>
                  <a:pt x="10043676" y="1957214"/>
                  <a:pt x="9909669" y="1957214"/>
                </a:cubicBezTo>
                <a:close/>
                <a:moveTo>
                  <a:pt x="5259876" y="1957214"/>
                </a:moveTo>
                <a:cubicBezTo>
                  <a:pt x="5259876" y="2093751"/>
                  <a:pt x="5259876" y="2227757"/>
                  <a:pt x="5259876" y="2361764"/>
                </a:cubicBezTo>
                <a:cubicBezTo>
                  <a:pt x="5393883" y="2361764"/>
                  <a:pt x="5525364" y="2361764"/>
                  <a:pt x="5661901" y="2361764"/>
                </a:cubicBezTo>
                <a:cubicBezTo>
                  <a:pt x="5661901" y="2225227"/>
                  <a:pt x="5661901" y="2096275"/>
                  <a:pt x="5661901" y="1957214"/>
                </a:cubicBezTo>
                <a:cubicBezTo>
                  <a:pt x="5527894" y="1957214"/>
                  <a:pt x="5393883" y="1957214"/>
                  <a:pt x="5259876" y="1957214"/>
                </a:cubicBezTo>
                <a:close/>
                <a:moveTo>
                  <a:pt x="7575292" y="1956580"/>
                </a:moveTo>
                <a:cubicBezTo>
                  <a:pt x="7483004" y="1956580"/>
                  <a:pt x="7391349" y="1958477"/>
                  <a:pt x="7376180" y="1962270"/>
                </a:cubicBezTo>
                <a:cubicBezTo>
                  <a:pt x="7376180" y="2093751"/>
                  <a:pt x="7376180" y="2225227"/>
                  <a:pt x="7376180" y="2356708"/>
                </a:cubicBezTo>
                <a:cubicBezTo>
                  <a:pt x="7429277" y="2364288"/>
                  <a:pt x="7752916" y="2361764"/>
                  <a:pt x="7778199" y="2354178"/>
                </a:cubicBezTo>
                <a:cubicBezTo>
                  <a:pt x="7778199" y="2225227"/>
                  <a:pt x="7778199" y="2093751"/>
                  <a:pt x="7778199" y="1962270"/>
                </a:cubicBezTo>
                <a:cubicBezTo>
                  <a:pt x="7760499" y="1958477"/>
                  <a:pt x="7667579" y="1956580"/>
                  <a:pt x="7575292" y="1956580"/>
                </a:cubicBezTo>
                <a:close/>
                <a:moveTo>
                  <a:pt x="11601191" y="1537493"/>
                </a:moveTo>
                <a:cubicBezTo>
                  <a:pt x="11601191" y="1671499"/>
                  <a:pt x="11601191" y="1802981"/>
                  <a:pt x="11601191" y="1936987"/>
                </a:cubicBezTo>
                <a:cubicBezTo>
                  <a:pt x="11661874" y="1944573"/>
                  <a:pt x="11977927" y="1942042"/>
                  <a:pt x="12003210" y="1934456"/>
                </a:cubicBezTo>
                <a:cubicBezTo>
                  <a:pt x="12003210" y="1802981"/>
                  <a:pt x="12003210" y="1671499"/>
                  <a:pt x="12003210" y="1537493"/>
                </a:cubicBezTo>
                <a:cubicBezTo>
                  <a:pt x="11869204" y="1537493"/>
                  <a:pt x="11735197" y="1537493"/>
                  <a:pt x="11601191" y="1537493"/>
                </a:cubicBezTo>
                <a:close/>
                <a:moveTo>
                  <a:pt x="10759223" y="1537493"/>
                </a:moveTo>
                <a:cubicBezTo>
                  <a:pt x="10751637" y="1588064"/>
                  <a:pt x="10754168" y="1914229"/>
                  <a:pt x="10761754" y="1939511"/>
                </a:cubicBezTo>
                <a:cubicBezTo>
                  <a:pt x="10893230" y="1939511"/>
                  <a:pt x="11024711" y="1939511"/>
                  <a:pt x="11153656" y="1939511"/>
                </a:cubicBezTo>
                <a:cubicBezTo>
                  <a:pt x="11161242" y="1904118"/>
                  <a:pt x="11161242" y="1567837"/>
                  <a:pt x="11153656" y="1537493"/>
                </a:cubicBezTo>
                <a:cubicBezTo>
                  <a:pt x="11022180" y="1537493"/>
                  <a:pt x="10890699" y="1537493"/>
                  <a:pt x="10759223" y="1537493"/>
                </a:cubicBezTo>
                <a:close/>
                <a:moveTo>
                  <a:pt x="10334446" y="1537493"/>
                </a:moveTo>
                <a:cubicBezTo>
                  <a:pt x="10326860" y="1577948"/>
                  <a:pt x="10326860" y="1911704"/>
                  <a:pt x="10334446" y="1939511"/>
                </a:cubicBezTo>
                <a:cubicBezTo>
                  <a:pt x="10390067" y="1947097"/>
                  <a:pt x="10703596" y="1944573"/>
                  <a:pt x="10731410" y="1936987"/>
                </a:cubicBezTo>
                <a:cubicBezTo>
                  <a:pt x="10731410" y="1805505"/>
                  <a:pt x="10731410" y="1674030"/>
                  <a:pt x="10731410" y="1537493"/>
                </a:cubicBezTo>
                <a:cubicBezTo>
                  <a:pt x="10599934" y="1537493"/>
                  <a:pt x="10468453" y="1537493"/>
                  <a:pt x="10334446" y="1537493"/>
                </a:cubicBezTo>
                <a:close/>
                <a:moveTo>
                  <a:pt x="9909669" y="1537493"/>
                </a:moveTo>
                <a:cubicBezTo>
                  <a:pt x="9909669" y="1671499"/>
                  <a:pt x="9909669" y="1805505"/>
                  <a:pt x="9909669" y="1936987"/>
                </a:cubicBezTo>
                <a:cubicBezTo>
                  <a:pt x="9952655" y="1944573"/>
                  <a:pt x="10283875" y="1944573"/>
                  <a:pt x="10311688" y="1934456"/>
                </a:cubicBezTo>
                <a:cubicBezTo>
                  <a:pt x="10311688" y="1802981"/>
                  <a:pt x="10311688" y="1671499"/>
                  <a:pt x="10311688" y="1537493"/>
                </a:cubicBezTo>
                <a:cubicBezTo>
                  <a:pt x="10175151" y="1537493"/>
                  <a:pt x="10043676" y="1537493"/>
                  <a:pt x="9909669" y="1537493"/>
                </a:cubicBezTo>
                <a:close/>
                <a:moveTo>
                  <a:pt x="9067702" y="1537493"/>
                </a:moveTo>
                <a:cubicBezTo>
                  <a:pt x="9060116" y="1577948"/>
                  <a:pt x="9060116" y="1911704"/>
                  <a:pt x="9070226" y="1939511"/>
                </a:cubicBezTo>
                <a:cubicBezTo>
                  <a:pt x="9201708" y="1939511"/>
                  <a:pt x="9333184" y="1939511"/>
                  <a:pt x="9464665" y="1939511"/>
                </a:cubicBezTo>
                <a:cubicBezTo>
                  <a:pt x="9472251" y="1899062"/>
                  <a:pt x="9472251" y="1565306"/>
                  <a:pt x="9462134" y="1537493"/>
                </a:cubicBezTo>
                <a:cubicBezTo>
                  <a:pt x="9330659" y="1537493"/>
                  <a:pt x="9199177" y="1537493"/>
                  <a:pt x="9067702" y="1537493"/>
                </a:cubicBezTo>
                <a:close/>
                <a:moveTo>
                  <a:pt x="8645449" y="1537493"/>
                </a:moveTo>
                <a:cubicBezTo>
                  <a:pt x="8645449" y="1671499"/>
                  <a:pt x="8645449" y="1805505"/>
                  <a:pt x="8645449" y="1939511"/>
                </a:cubicBezTo>
                <a:cubicBezTo>
                  <a:pt x="8776931" y="1939511"/>
                  <a:pt x="8908407" y="1939511"/>
                  <a:pt x="9042419" y="1939511"/>
                </a:cubicBezTo>
                <a:cubicBezTo>
                  <a:pt x="9052530" y="1886415"/>
                  <a:pt x="9049999" y="1562775"/>
                  <a:pt x="9039888" y="1537493"/>
                </a:cubicBezTo>
                <a:cubicBezTo>
                  <a:pt x="8908407" y="1537493"/>
                  <a:pt x="8776931" y="1537493"/>
                  <a:pt x="8645449" y="1537493"/>
                </a:cubicBezTo>
                <a:close/>
                <a:moveTo>
                  <a:pt x="7800957" y="1537493"/>
                </a:moveTo>
                <a:cubicBezTo>
                  <a:pt x="7793371" y="1577948"/>
                  <a:pt x="7793371" y="1911704"/>
                  <a:pt x="7800957" y="1939511"/>
                </a:cubicBezTo>
                <a:cubicBezTo>
                  <a:pt x="7854054" y="1947097"/>
                  <a:pt x="8170107" y="1944573"/>
                  <a:pt x="8197920" y="1936987"/>
                </a:cubicBezTo>
                <a:cubicBezTo>
                  <a:pt x="8197920" y="1805505"/>
                  <a:pt x="8197920" y="1674030"/>
                  <a:pt x="8197920" y="1537493"/>
                </a:cubicBezTo>
                <a:cubicBezTo>
                  <a:pt x="8066439" y="1537493"/>
                  <a:pt x="7934963" y="1537493"/>
                  <a:pt x="7800957" y="1537493"/>
                </a:cubicBezTo>
                <a:close/>
                <a:moveTo>
                  <a:pt x="6534212" y="1537493"/>
                </a:moveTo>
                <a:cubicBezTo>
                  <a:pt x="6526626" y="1580478"/>
                  <a:pt x="6529151" y="1911704"/>
                  <a:pt x="6536737" y="1939511"/>
                </a:cubicBezTo>
                <a:cubicBezTo>
                  <a:pt x="6665688" y="1939511"/>
                  <a:pt x="6799694" y="1939511"/>
                  <a:pt x="6931176" y="1939511"/>
                </a:cubicBezTo>
                <a:cubicBezTo>
                  <a:pt x="6938762" y="1894001"/>
                  <a:pt x="6938762" y="1565306"/>
                  <a:pt x="6928645" y="1537493"/>
                </a:cubicBezTo>
                <a:cubicBezTo>
                  <a:pt x="6797164" y="1537493"/>
                  <a:pt x="6665688" y="1537493"/>
                  <a:pt x="6534212" y="1537493"/>
                </a:cubicBezTo>
                <a:close/>
                <a:moveTo>
                  <a:pt x="6104374" y="1537493"/>
                </a:moveTo>
                <a:cubicBezTo>
                  <a:pt x="6104374" y="1671499"/>
                  <a:pt x="6104374" y="1805505"/>
                  <a:pt x="6104374" y="1939511"/>
                </a:cubicBezTo>
                <a:cubicBezTo>
                  <a:pt x="6240911" y="1939511"/>
                  <a:pt x="6372387" y="1939511"/>
                  <a:pt x="6508924" y="1939511"/>
                </a:cubicBezTo>
                <a:cubicBezTo>
                  <a:pt x="6508924" y="1802981"/>
                  <a:pt x="6508924" y="1671499"/>
                  <a:pt x="6508924" y="1537493"/>
                </a:cubicBezTo>
                <a:cubicBezTo>
                  <a:pt x="6372387" y="1537493"/>
                  <a:pt x="6240911" y="1537493"/>
                  <a:pt x="6104374" y="1537493"/>
                </a:cubicBezTo>
                <a:close/>
                <a:moveTo>
                  <a:pt x="5682128" y="1537493"/>
                </a:moveTo>
                <a:cubicBezTo>
                  <a:pt x="5682128" y="1671499"/>
                  <a:pt x="5682128" y="1802981"/>
                  <a:pt x="5682128" y="1939511"/>
                </a:cubicBezTo>
                <a:cubicBezTo>
                  <a:pt x="5818665" y="1939511"/>
                  <a:pt x="5950141" y="1939511"/>
                  <a:pt x="6081622" y="1939511"/>
                </a:cubicBezTo>
                <a:cubicBezTo>
                  <a:pt x="6089202" y="1888946"/>
                  <a:pt x="6086677" y="1565306"/>
                  <a:pt x="6079091" y="1537493"/>
                </a:cubicBezTo>
                <a:cubicBezTo>
                  <a:pt x="5947616" y="1537493"/>
                  <a:pt x="5816135" y="1537493"/>
                  <a:pt x="5682128" y="1537493"/>
                </a:cubicBezTo>
                <a:close/>
                <a:moveTo>
                  <a:pt x="3995662" y="1537493"/>
                </a:moveTo>
                <a:cubicBezTo>
                  <a:pt x="3993131" y="1671499"/>
                  <a:pt x="3993131" y="1802981"/>
                  <a:pt x="3993131" y="1939511"/>
                </a:cubicBezTo>
                <a:cubicBezTo>
                  <a:pt x="4127137" y="1939511"/>
                  <a:pt x="4261150" y="1939511"/>
                  <a:pt x="4392625" y="1939511"/>
                </a:cubicBezTo>
                <a:cubicBezTo>
                  <a:pt x="4400211" y="1883890"/>
                  <a:pt x="4397681" y="1562775"/>
                  <a:pt x="4390100" y="1537493"/>
                </a:cubicBezTo>
                <a:cubicBezTo>
                  <a:pt x="4258619" y="1537493"/>
                  <a:pt x="4127137" y="1537493"/>
                  <a:pt x="3995662" y="1537493"/>
                </a:cubicBezTo>
                <a:close/>
                <a:moveTo>
                  <a:pt x="3570885" y="1537493"/>
                </a:moveTo>
                <a:cubicBezTo>
                  <a:pt x="3570885" y="1671499"/>
                  <a:pt x="3570885" y="1805505"/>
                  <a:pt x="3570885" y="1939511"/>
                </a:cubicBezTo>
                <a:cubicBezTo>
                  <a:pt x="3704891" y="1939511"/>
                  <a:pt x="3836373" y="1939511"/>
                  <a:pt x="3970379" y="1939511"/>
                </a:cubicBezTo>
                <a:cubicBezTo>
                  <a:pt x="3970379" y="1802981"/>
                  <a:pt x="3970379" y="1671499"/>
                  <a:pt x="3970379" y="1537493"/>
                </a:cubicBezTo>
                <a:cubicBezTo>
                  <a:pt x="3836373" y="1537493"/>
                  <a:pt x="3704891" y="1537493"/>
                  <a:pt x="3570885" y="1537493"/>
                </a:cubicBezTo>
                <a:close/>
                <a:moveTo>
                  <a:pt x="1881894" y="1537493"/>
                </a:moveTo>
                <a:cubicBezTo>
                  <a:pt x="1881894" y="1671499"/>
                  <a:pt x="1881894" y="1805505"/>
                  <a:pt x="1881894" y="1939511"/>
                </a:cubicBezTo>
                <a:cubicBezTo>
                  <a:pt x="2015900" y="1939511"/>
                  <a:pt x="2147376" y="1939511"/>
                  <a:pt x="2281382" y="1939511"/>
                </a:cubicBezTo>
                <a:cubicBezTo>
                  <a:pt x="2281382" y="1805505"/>
                  <a:pt x="2281382" y="1671499"/>
                  <a:pt x="2281382" y="1537493"/>
                </a:cubicBezTo>
                <a:cubicBezTo>
                  <a:pt x="2144845" y="1537493"/>
                  <a:pt x="2013369" y="1537493"/>
                  <a:pt x="1881894" y="1537493"/>
                </a:cubicBezTo>
                <a:close/>
                <a:moveTo>
                  <a:pt x="1462172" y="1537493"/>
                </a:moveTo>
                <a:cubicBezTo>
                  <a:pt x="1452056" y="1588064"/>
                  <a:pt x="1454586" y="1914229"/>
                  <a:pt x="1464697" y="1939511"/>
                </a:cubicBezTo>
                <a:cubicBezTo>
                  <a:pt x="1593648" y="1939511"/>
                  <a:pt x="1725130" y="1939511"/>
                  <a:pt x="1859136" y="1939511"/>
                </a:cubicBezTo>
                <a:cubicBezTo>
                  <a:pt x="1859136" y="1802981"/>
                  <a:pt x="1859136" y="1671499"/>
                  <a:pt x="1859136" y="1537493"/>
                </a:cubicBezTo>
                <a:cubicBezTo>
                  <a:pt x="1725130" y="1537493"/>
                  <a:pt x="1593648" y="1537493"/>
                  <a:pt x="1462172" y="1537493"/>
                </a:cubicBezTo>
                <a:close/>
                <a:moveTo>
                  <a:pt x="1037395" y="1537493"/>
                </a:moveTo>
                <a:cubicBezTo>
                  <a:pt x="1037395" y="1671499"/>
                  <a:pt x="1037395" y="1805505"/>
                  <a:pt x="1037395" y="1939511"/>
                </a:cubicBezTo>
                <a:cubicBezTo>
                  <a:pt x="1171402" y="1939511"/>
                  <a:pt x="1302877" y="1939511"/>
                  <a:pt x="1434359" y="1939511"/>
                </a:cubicBezTo>
                <a:cubicBezTo>
                  <a:pt x="1441945" y="1878829"/>
                  <a:pt x="1439414" y="1565306"/>
                  <a:pt x="1431828" y="1537493"/>
                </a:cubicBezTo>
                <a:cubicBezTo>
                  <a:pt x="1300353" y="1537493"/>
                  <a:pt x="1171402" y="1537493"/>
                  <a:pt x="1037395" y="1537493"/>
                </a:cubicBezTo>
                <a:close/>
                <a:moveTo>
                  <a:pt x="9747795" y="1535488"/>
                </a:moveTo>
                <a:cubicBezTo>
                  <a:pt x="9637547" y="1535043"/>
                  <a:pt x="9503225" y="1537807"/>
                  <a:pt x="9487423" y="1542548"/>
                </a:cubicBezTo>
                <a:cubicBezTo>
                  <a:pt x="9487423" y="1674030"/>
                  <a:pt x="9487423" y="1805505"/>
                  <a:pt x="9487423" y="1936987"/>
                </a:cubicBezTo>
                <a:cubicBezTo>
                  <a:pt x="9535458" y="1944573"/>
                  <a:pt x="9861628" y="1942042"/>
                  <a:pt x="9889442" y="1934456"/>
                </a:cubicBezTo>
                <a:cubicBezTo>
                  <a:pt x="9889442" y="1802981"/>
                  <a:pt x="9889442" y="1671499"/>
                  <a:pt x="9889442" y="1540023"/>
                </a:cubicBezTo>
                <a:cubicBezTo>
                  <a:pt x="9871427" y="1537178"/>
                  <a:pt x="9813944" y="1535755"/>
                  <a:pt x="9747795" y="1535488"/>
                </a:cubicBezTo>
                <a:close/>
                <a:moveTo>
                  <a:pt x="7210664" y="1535488"/>
                </a:moveTo>
                <a:cubicBezTo>
                  <a:pt x="7100539" y="1535043"/>
                  <a:pt x="6967205" y="1537807"/>
                  <a:pt x="6951403" y="1542548"/>
                </a:cubicBezTo>
                <a:cubicBezTo>
                  <a:pt x="6951403" y="1671499"/>
                  <a:pt x="6951403" y="1802981"/>
                  <a:pt x="6951403" y="1936987"/>
                </a:cubicBezTo>
                <a:cubicBezTo>
                  <a:pt x="7001969" y="1944573"/>
                  <a:pt x="7328139" y="1942042"/>
                  <a:pt x="7353422" y="1934456"/>
                </a:cubicBezTo>
                <a:cubicBezTo>
                  <a:pt x="7353422" y="1802981"/>
                  <a:pt x="7353422" y="1671499"/>
                  <a:pt x="7353422" y="1540023"/>
                </a:cubicBezTo>
                <a:cubicBezTo>
                  <a:pt x="7334458" y="1537178"/>
                  <a:pt x="7276738" y="1535755"/>
                  <a:pt x="7210664" y="1535488"/>
                </a:cubicBezTo>
                <a:close/>
                <a:moveTo>
                  <a:pt x="3404434" y="1535488"/>
                </a:moveTo>
                <a:cubicBezTo>
                  <a:pt x="3294457" y="1535043"/>
                  <a:pt x="3163491" y="1537807"/>
                  <a:pt x="3146108" y="1542548"/>
                </a:cubicBezTo>
                <a:cubicBezTo>
                  <a:pt x="3146108" y="1674030"/>
                  <a:pt x="3146108" y="1805505"/>
                  <a:pt x="3146108" y="1936987"/>
                </a:cubicBezTo>
                <a:cubicBezTo>
                  <a:pt x="3204260" y="1944573"/>
                  <a:pt x="3525375" y="1942042"/>
                  <a:pt x="3550657" y="1934456"/>
                </a:cubicBezTo>
                <a:cubicBezTo>
                  <a:pt x="3550657" y="1802981"/>
                  <a:pt x="3550657" y="1671499"/>
                  <a:pt x="3550657" y="1540023"/>
                </a:cubicBezTo>
                <a:cubicBezTo>
                  <a:pt x="3528850" y="1537178"/>
                  <a:pt x="3470420" y="1535755"/>
                  <a:pt x="3404434" y="1535488"/>
                </a:cubicBezTo>
                <a:close/>
                <a:moveTo>
                  <a:pt x="8223203" y="1534962"/>
                </a:moveTo>
                <a:cubicBezTo>
                  <a:pt x="8220673" y="1671499"/>
                  <a:pt x="8220673" y="1802981"/>
                  <a:pt x="8220673" y="1936987"/>
                </a:cubicBezTo>
                <a:cubicBezTo>
                  <a:pt x="8357209" y="1936987"/>
                  <a:pt x="8488691" y="1936987"/>
                  <a:pt x="8620167" y="1936987"/>
                </a:cubicBezTo>
                <a:cubicBezTo>
                  <a:pt x="8630283" y="1881360"/>
                  <a:pt x="8625222" y="1560251"/>
                  <a:pt x="8617636" y="1534962"/>
                </a:cubicBezTo>
                <a:cubicBezTo>
                  <a:pt x="8486160" y="1534962"/>
                  <a:pt x="8354685" y="1534962"/>
                  <a:pt x="8223203" y="1534962"/>
                </a:cubicBezTo>
                <a:close/>
                <a:moveTo>
                  <a:pt x="7376180" y="1534962"/>
                </a:moveTo>
                <a:cubicBezTo>
                  <a:pt x="7376180" y="1671499"/>
                  <a:pt x="7376180" y="1802981"/>
                  <a:pt x="7376180" y="1936987"/>
                </a:cubicBezTo>
                <a:cubicBezTo>
                  <a:pt x="7512711" y="1936987"/>
                  <a:pt x="7644193" y="1936987"/>
                  <a:pt x="7778199" y="1936987"/>
                </a:cubicBezTo>
                <a:cubicBezTo>
                  <a:pt x="7778199" y="1802981"/>
                  <a:pt x="7778199" y="1668974"/>
                  <a:pt x="7778199" y="1534962"/>
                </a:cubicBezTo>
                <a:cubicBezTo>
                  <a:pt x="7644193" y="1534962"/>
                  <a:pt x="7512711" y="1534962"/>
                  <a:pt x="7376180" y="1534962"/>
                </a:cubicBezTo>
                <a:close/>
                <a:moveTo>
                  <a:pt x="4837630" y="1534962"/>
                </a:moveTo>
                <a:cubicBezTo>
                  <a:pt x="4837630" y="1671499"/>
                  <a:pt x="4837630" y="1802981"/>
                  <a:pt x="4837630" y="1936987"/>
                </a:cubicBezTo>
                <a:cubicBezTo>
                  <a:pt x="4974166" y="1936987"/>
                  <a:pt x="5105642" y="1936987"/>
                  <a:pt x="5239648" y="1936987"/>
                </a:cubicBezTo>
                <a:cubicBezTo>
                  <a:pt x="5239648" y="1802981"/>
                  <a:pt x="5239648" y="1668974"/>
                  <a:pt x="5239648" y="1534962"/>
                </a:cubicBezTo>
                <a:cubicBezTo>
                  <a:pt x="5105642" y="1534962"/>
                  <a:pt x="4974166" y="1534962"/>
                  <a:pt x="4837630" y="1534962"/>
                </a:cubicBezTo>
                <a:close/>
                <a:moveTo>
                  <a:pt x="4415383" y="1534962"/>
                </a:moveTo>
                <a:cubicBezTo>
                  <a:pt x="4415383" y="1671499"/>
                  <a:pt x="4415383" y="1805505"/>
                  <a:pt x="4415383" y="1939511"/>
                </a:cubicBezTo>
                <a:cubicBezTo>
                  <a:pt x="4549390" y="1939511"/>
                  <a:pt x="4680865" y="1939511"/>
                  <a:pt x="4812347" y="1939511"/>
                </a:cubicBezTo>
                <a:cubicBezTo>
                  <a:pt x="4819933" y="1901587"/>
                  <a:pt x="4819933" y="1567837"/>
                  <a:pt x="4809816" y="1534962"/>
                </a:cubicBezTo>
                <a:cubicBezTo>
                  <a:pt x="4678340" y="1534962"/>
                  <a:pt x="4546859" y="1534962"/>
                  <a:pt x="4415383" y="1534962"/>
                </a:cubicBezTo>
                <a:close/>
                <a:moveTo>
                  <a:pt x="615143" y="1534962"/>
                </a:moveTo>
                <a:cubicBezTo>
                  <a:pt x="607557" y="1577948"/>
                  <a:pt x="607557" y="1909173"/>
                  <a:pt x="615143" y="1936987"/>
                </a:cubicBezTo>
                <a:cubicBezTo>
                  <a:pt x="746625" y="1936987"/>
                  <a:pt x="878100" y="1936987"/>
                  <a:pt x="1009582" y="1936987"/>
                </a:cubicBezTo>
                <a:cubicBezTo>
                  <a:pt x="1017168" y="1894001"/>
                  <a:pt x="1017168" y="1562775"/>
                  <a:pt x="1007051" y="1534962"/>
                </a:cubicBezTo>
                <a:cubicBezTo>
                  <a:pt x="880631" y="1534962"/>
                  <a:pt x="749155" y="1534962"/>
                  <a:pt x="615143" y="1534962"/>
                </a:cubicBezTo>
                <a:close/>
                <a:moveTo>
                  <a:pt x="5456148" y="1534334"/>
                </a:moveTo>
                <a:cubicBezTo>
                  <a:pt x="5364175" y="1534333"/>
                  <a:pt x="5273783" y="1536230"/>
                  <a:pt x="5259876" y="1540023"/>
                </a:cubicBezTo>
                <a:cubicBezTo>
                  <a:pt x="5259876" y="1671499"/>
                  <a:pt x="5259876" y="1802981"/>
                  <a:pt x="5259876" y="1934456"/>
                </a:cubicBezTo>
                <a:cubicBezTo>
                  <a:pt x="5302862" y="1942042"/>
                  <a:pt x="5634087" y="1942042"/>
                  <a:pt x="5661901" y="1931931"/>
                </a:cubicBezTo>
                <a:cubicBezTo>
                  <a:pt x="5661901" y="1802981"/>
                  <a:pt x="5661901" y="1671499"/>
                  <a:pt x="5661901" y="1540023"/>
                </a:cubicBezTo>
                <a:cubicBezTo>
                  <a:pt x="5641673" y="1536230"/>
                  <a:pt x="5548121" y="1534333"/>
                  <a:pt x="5456148" y="1534334"/>
                </a:cubicBezTo>
                <a:close/>
                <a:moveTo>
                  <a:pt x="2920128" y="1534334"/>
                </a:moveTo>
                <a:cubicBezTo>
                  <a:pt x="2828156" y="1534333"/>
                  <a:pt x="2737766" y="1536230"/>
                  <a:pt x="2723862" y="1540023"/>
                </a:cubicBezTo>
                <a:cubicBezTo>
                  <a:pt x="2723862" y="1671499"/>
                  <a:pt x="2723862" y="1802981"/>
                  <a:pt x="2723862" y="1936987"/>
                </a:cubicBezTo>
                <a:cubicBezTo>
                  <a:pt x="2860393" y="1939511"/>
                  <a:pt x="2991874" y="1939511"/>
                  <a:pt x="3125881" y="1939511"/>
                </a:cubicBezTo>
                <a:cubicBezTo>
                  <a:pt x="3125881" y="1802981"/>
                  <a:pt x="3125881" y="1671499"/>
                  <a:pt x="3125881" y="1540023"/>
                </a:cubicBezTo>
                <a:cubicBezTo>
                  <a:pt x="3105653" y="1536230"/>
                  <a:pt x="3012100" y="1534333"/>
                  <a:pt x="2920128" y="1534334"/>
                </a:cubicBezTo>
                <a:close/>
                <a:moveTo>
                  <a:pt x="386638" y="1534334"/>
                </a:moveTo>
                <a:cubicBezTo>
                  <a:pt x="294665" y="1534333"/>
                  <a:pt x="204273" y="1536230"/>
                  <a:pt x="190366" y="1540023"/>
                </a:cubicBezTo>
                <a:cubicBezTo>
                  <a:pt x="190366" y="1671499"/>
                  <a:pt x="190366" y="1802981"/>
                  <a:pt x="190366" y="1934456"/>
                </a:cubicBezTo>
                <a:cubicBezTo>
                  <a:pt x="233352" y="1942042"/>
                  <a:pt x="564578" y="1942042"/>
                  <a:pt x="592391" y="1931931"/>
                </a:cubicBezTo>
                <a:cubicBezTo>
                  <a:pt x="592391" y="1802981"/>
                  <a:pt x="592391" y="1674030"/>
                  <a:pt x="592391" y="1540023"/>
                </a:cubicBezTo>
                <a:cubicBezTo>
                  <a:pt x="572164" y="1536230"/>
                  <a:pt x="478611" y="1534333"/>
                  <a:pt x="386638" y="1534334"/>
                </a:cubicBezTo>
                <a:close/>
                <a:moveTo>
                  <a:pt x="2557098" y="1532959"/>
                </a:moveTo>
                <a:cubicBezTo>
                  <a:pt x="2447984" y="1532515"/>
                  <a:pt x="2318993" y="1535282"/>
                  <a:pt x="2301610" y="1540023"/>
                </a:cubicBezTo>
                <a:cubicBezTo>
                  <a:pt x="2301610" y="1671499"/>
                  <a:pt x="2301610" y="1805505"/>
                  <a:pt x="2301610" y="1939511"/>
                </a:cubicBezTo>
                <a:cubicBezTo>
                  <a:pt x="2435616" y="1939511"/>
                  <a:pt x="2567097" y="1939511"/>
                  <a:pt x="2703634" y="1939511"/>
                </a:cubicBezTo>
                <a:cubicBezTo>
                  <a:pt x="2703634" y="1805505"/>
                  <a:pt x="2703634" y="1671499"/>
                  <a:pt x="2703634" y="1537493"/>
                </a:cubicBezTo>
                <a:cubicBezTo>
                  <a:pt x="2680878" y="1534648"/>
                  <a:pt x="2622566" y="1533226"/>
                  <a:pt x="2557098" y="1532959"/>
                </a:cubicBezTo>
                <a:close/>
                <a:moveTo>
                  <a:pt x="11178945" y="1532437"/>
                </a:moveTo>
                <a:cubicBezTo>
                  <a:pt x="11178945" y="1671499"/>
                  <a:pt x="11178945" y="1802981"/>
                  <a:pt x="11178945" y="1936987"/>
                </a:cubicBezTo>
                <a:cubicBezTo>
                  <a:pt x="11312951" y="1936987"/>
                  <a:pt x="11446957" y="1936987"/>
                  <a:pt x="11578433" y="1936987"/>
                </a:cubicBezTo>
                <a:cubicBezTo>
                  <a:pt x="11578433" y="1802981"/>
                  <a:pt x="11578433" y="1668974"/>
                  <a:pt x="11578433" y="1532437"/>
                </a:cubicBezTo>
                <a:cubicBezTo>
                  <a:pt x="11444427" y="1532437"/>
                  <a:pt x="11312951" y="1532437"/>
                  <a:pt x="11178945" y="1532437"/>
                </a:cubicBezTo>
                <a:close/>
                <a:moveTo>
                  <a:pt x="9909669" y="1117771"/>
                </a:moveTo>
                <a:cubicBezTo>
                  <a:pt x="9909669" y="1249253"/>
                  <a:pt x="9909669" y="1380728"/>
                  <a:pt x="9909669" y="1517265"/>
                </a:cubicBezTo>
                <a:cubicBezTo>
                  <a:pt x="10046206" y="1517265"/>
                  <a:pt x="10177682" y="1517265"/>
                  <a:pt x="10311688" y="1517265"/>
                </a:cubicBezTo>
                <a:cubicBezTo>
                  <a:pt x="10311688" y="1383259"/>
                  <a:pt x="10311688" y="1249253"/>
                  <a:pt x="10311688" y="1117771"/>
                </a:cubicBezTo>
                <a:cubicBezTo>
                  <a:pt x="10177682" y="1117771"/>
                  <a:pt x="10046206" y="1117771"/>
                  <a:pt x="9909669" y="1117771"/>
                </a:cubicBezTo>
                <a:close/>
                <a:moveTo>
                  <a:pt x="612619" y="1117771"/>
                </a:moveTo>
                <a:cubicBezTo>
                  <a:pt x="612619" y="1249253"/>
                  <a:pt x="612619" y="1383259"/>
                  <a:pt x="612619" y="1514734"/>
                </a:cubicBezTo>
                <a:cubicBezTo>
                  <a:pt x="653073" y="1522320"/>
                  <a:pt x="986824" y="1522320"/>
                  <a:pt x="1014637" y="1514734"/>
                </a:cubicBezTo>
                <a:cubicBezTo>
                  <a:pt x="1014637" y="1383259"/>
                  <a:pt x="1014637" y="1251777"/>
                  <a:pt x="1014637" y="1117771"/>
                </a:cubicBezTo>
                <a:cubicBezTo>
                  <a:pt x="880631" y="1117771"/>
                  <a:pt x="746625" y="1117771"/>
                  <a:pt x="612619" y="1117771"/>
                </a:cubicBezTo>
                <a:close/>
                <a:moveTo>
                  <a:pt x="10334446" y="1115246"/>
                </a:moveTo>
                <a:cubicBezTo>
                  <a:pt x="10334446" y="1249253"/>
                  <a:pt x="10334446" y="1380728"/>
                  <a:pt x="10334446" y="1517265"/>
                </a:cubicBezTo>
                <a:cubicBezTo>
                  <a:pt x="10468453" y="1517265"/>
                  <a:pt x="10599934" y="1517265"/>
                  <a:pt x="10733940" y="1517265"/>
                </a:cubicBezTo>
                <a:cubicBezTo>
                  <a:pt x="10733940" y="1383259"/>
                  <a:pt x="10733940" y="1251777"/>
                  <a:pt x="10733940" y="1115246"/>
                </a:cubicBezTo>
                <a:cubicBezTo>
                  <a:pt x="10597404" y="1115246"/>
                  <a:pt x="10465922" y="1115246"/>
                  <a:pt x="10334446" y="1115246"/>
                </a:cubicBezTo>
                <a:close/>
                <a:moveTo>
                  <a:pt x="9489948" y="1115246"/>
                </a:moveTo>
                <a:cubicBezTo>
                  <a:pt x="9482362" y="1158226"/>
                  <a:pt x="9482362" y="1489452"/>
                  <a:pt x="9492479" y="1514734"/>
                </a:cubicBezTo>
                <a:cubicBezTo>
                  <a:pt x="9623954" y="1514734"/>
                  <a:pt x="9757960" y="1514734"/>
                  <a:pt x="9889442" y="1514734"/>
                </a:cubicBezTo>
                <a:cubicBezTo>
                  <a:pt x="9889442" y="1380728"/>
                  <a:pt x="9889442" y="1246722"/>
                  <a:pt x="9889442" y="1115246"/>
                </a:cubicBezTo>
                <a:cubicBezTo>
                  <a:pt x="9752905" y="1115246"/>
                  <a:pt x="9621429" y="1115246"/>
                  <a:pt x="9489948" y="1115246"/>
                </a:cubicBezTo>
                <a:close/>
                <a:moveTo>
                  <a:pt x="9067702" y="1115246"/>
                </a:moveTo>
                <a:cubicBezTo>
                  <a:pt x="9060116" y="1158226"/>
                  <a:pt x="9060116" y="1489452"/>
                  <a:pt x="9070226" y="1517265"/>
                </a:cubicBezTo>
                <a:cubicBezTo>
                  <a:pt x="9133439" y="1524851"/>
                  <a:pt x="9439382" y="1522320"/>
                  <a:pt x="9467190" y="1514734"/>
                </a:cubicBezTo>
                <a:cubicBezTo>
                  <a:pt x="9467190" y="1383259"/>
                  <a:pt x="9467190" y="1251777"/>
                  <a:pt x="9467190" y="1117771"/>
                </a:cubicBezTo>
                <a:cubicBezTo>
                  <a:pt x="9330659" y="1115246"/>
                  <a:pt x="9199177" y="1115246"/>
                  <a:pt x="9067702" y="1115246"/>
                </a:cubicBezTo>
                <a:close/>
                <a:moveTo>
                  <a:pt x="8220673" y="1115246"/>
                </a:moveTo>
                <a:cubicBezTo>
                  <a:pt x="8220673" y="1249253"/>
                  <a:pt x="8220673" y="1383259"/>
                  <a:pt x="8220673" y="1517265"/>
                </a:cubicBezTo>
                <a:cubicBezTo>
                  <a:pt x="8357209" y="1517265"/>
                  <a:pt x="8486160" y="1517265"/>
                  <a:pt x="8620167" y="1517265"/>
                </a:cubicBezTo>
                <a:cubicBezTo>
                  <a:pt x="8620167" y="1383259"/>
                  <a:pt x="8620167" y="1249253"/>
                  <a:pt x="8620167" y="1115246"/>
                </a:cubicBezTo>
                <a:cubicBezTo>
                  <a:pt x="8486160" y="1115246"/>
                  <a:pt x="8354685" y="1115246"/>
                  <a:pt x="8220673" y="1115246"/>
                </a:cubicBezTo>
                <a:close/>
                <a:moveTo>
                  <a:pt x="7798427" y="1115246"/>
                </a:moveTo>
                <a:cubicBezTo>
                  <a:pt x="7798427" y="1249253"/>
                  <a:pt x="7798427" y="1383259"/>
                  <a:pt x="7798427" y="1517265"/>
                </a:cubicBezTo>
                <a:cubicBezTo>
                  <a:pt x="7932433" y="1517265"/>
                  <a:pt x="8063914" y="1517265"/>
                  <a:pt x="8197920" y="1517265"/>
                </a:cubicBezTo>
                <a:cubicBezTo>
                  <a:pt x="8197920" y="1380728"/>
                  <a:pt x="8197920" y="1249253"/>
                  <a:pt x="8197920" y="1115246"/>
                </a:cubicBezTo>
                <a:cubicBezTo>
                  <a:pt x="8063914" y="1115246"/>
                  <a:pt x="7932433" y="1115246"/>
                  <a:pt x="7798427" y="1115246"/>
                </a:cubicBezTo>
                <a:close/>
                <a:moveTo>
                  <a:pt x="6104374" y="1115246"/>
                </a:moveTo>
                <a:cubicBezTo>
                  <a:pt x="6104374" y="1249253"/>
                  <a:pt x="6104374" y="1383259"/>
                  <a:pt x="6104374" y="1517265"/>
                </a:cubicBezTo>
                <a:cubicBezTo>
                  <a:pt x="6240911" y="1517265"/>
                  <a:pt x="6372387" y="1517265"/>
                  <a:pt x="6508924" y="1517265"/>
                </a:cubicBezTo>
                <a:cubicBezTo>
                  <a:pt x="6508924" y="1380728"/>
                  <a:pt x="6508924" y="1249253"/>
                  <a:pt x="6508924" y="1115246"/>
                </a:cubicBezTo>
                <a:cubicBezTo>
                  <a:pt x="6372387" y="1115246"/>
                  <a:pt x="6240911" y="1115246"/>
                  <a:pt x="6104374" y="1115246"/>
                </a:cubicBezTo>
                <a:close/>
                <a:moveTo>
                  <a:pt x="5682128" y="1115246"/>
                </a:moveTo>
                <a:cubicBezTo>
                  <a:pt x="5682128" y="1249253"/>
                  <a:pt x="5682128" y="1380728"/>
                  <a:pt x="5682128" y="1512210"/>
                </a:cubicBezTo>
                <a:cubicBezTo>
                  <a:pt x="5722583" y="1519796"/>
                  <a:pt x="6056333" y="1519796"/>
                  <a:pt x="6084147" y="1509679"/>
                </a:cubicBezTo>
                <a:cubicBezTo>
                  <a:pt x="6084147" y="1380728"/>
                  <a:pt x="6084147" y="1251777"/>
                  <a:pt x="6084147" y="1115246"/>
                </a:cubicBezTo>
                <a:cubicBezTo>
                  <a:pt x="5947616" y="1115246"/>
                  <a:pt x="5816135" y="1115246"/>
                  <a:pt x="5682128" y="1115246"/>
                </a:cubicBezTo>
                <a:close/>
                <a:moveTo>
                  <a:pt x="4840160" y="1115246"/>
                </a:moveTo>
                <a:cubicBezTo>
                  <a:pt x="4840160" y="1249253"/>
                  <a:pt x="4840160" y="1383259"/>
                  <a:pt x="4840160" y="1517265"/>
                </a:cubicBezTo>
                <a:cubicBezTo>
                  <a:pt x="4971636" y="1517265"/>
                  <a:pt x="5105642" y="1517265"/>
                  <a:pt x="5237124" y="1517265"/>
                </a:cubicBezTo>
                <a:cubicBezTo>
                  <a:pt x="5244710" y="1479341"/>
                  <a:pt x="5244710" y="1143060"/>
                  <a:pt x="5237124" y="1115246"/>
                </a:cubicBezTo>
                <a:cubicBezTo>
                  <a:pt x="5105642" y="1115246"/>
                  <a:pt x="4971636" y="1115246"/>
                  <a:pt x="4840160" y="1115246"/>
                </a:cubicBezTo>
                <a:close/>
                <a:moveTo>
                  <a:pt x="4415383" y="1115246"/>
                </a:moveTo>
                <a:cubicBezTo>
                  <a:pt x="4415383" y="1249253"/>
                  <a:pt x="4415383" y="1383259"/>
                  <a:pt x="4415383" y="1517265"/>
                </a:cubicBezTo>
                <a:cubicBezTo>
                  <a:pt x="4549390" y="1517265"/>
                  <a:pt x="4680865" y="1517265"/>
                  <a:pt x="4814877" y="1517265"/>
                </a:cubicBezTo>
                <a:cubicBezTo>
                  <a:pt x="4814877" y="1383259"/>
                  <a:pt x="4814877" y="1251777"/>
                  <a:pt x="4814877" y="1115246"/>
                </a:cubicBezTo>
                <a:cubicBezTo>
                  <a:pt x="4680865" y="1115246"/>
                  <a:pt x="4549390" y="1115246"/>
                  <a:pt x="4415383" y="1115246"/>
                </a:cubicBezTo>
                <a:close/>
                <a:moveTo>
                  <a:pt x="3993131" y="1115246"/>
                </a:moveTo>
                <a:cubicBezTo>
                  <a:pt x="3993131" y="1249253"/>
                  <a:pt x="3993131" y="1383259"/>
                  <a:pt x="3993131" y="1517265"/>
                </a:cubicBezTo>
                <a:cubicBezTo>
                  <a:pt x="4127137" y="1517265"/>
                  <a:pt x="4258619" y="1517265"/>
                  <a:pt x="4392625" y="1517265"/>
                </a:cubicBezTo>
                <a:cubicBezTo>
                  <a:pt x="4392625" y="1380728"/>
                  <a:pt x="4392625" y="1249253"/>
                  <a:pt x="4392625" y="1115246"/>
                </a:cubicBezTo>
                <a:cubicBezTo>
                  <a:pt x="4258619" y="1115246"/>
                  <a:pt x="4127137" y="1115246"/>
                  <a:pt x="3993131" y="1115246"/>
                </a:cubicBezTo>
                <a:close/>
                <a:moveTo>
                  <a:pt x="3570885" y="1115246"/>
                </a:moveTo>
                <a:cubicBezTo>
                  <a:pt x="3570885" y="1251777"/>
                  <a:pt x="3570885" y="1383259"/>
                  <a:pt x="3570885" y="1517265"/>
                </a:cubicBezTo>
                <a:cubicBezTo>
                  <a:pt x="3704891" y="1517265"/>
                  <a:pt x="3836373" y="1517265"/>
                  <a:pt x="3970379" y="1517265"/>
                </a:cubicBezTo>
                <a:cubicBezTo>
                  <a:pt x="3970379" y="1383259"/>
                  <a:pt x="3970379" y="1249253"/>
                  <a:pt x="3970379" y="1115246"/>
                </a:cubicBezTo>
                <a:cubicBezTo>
                  <a:pt x="3836373" y="1115246"/>
                  <a:pt x="3704891" y="1115246"/>
                  <a:pt x="3570885" y="1115246"/>
                </a:cubicBezTo>
                <a:close/>
                <a:moveTo>
                  <a:pt x="3151163" y="1115246"/>
                </a:moveTo>
                <a:cubicBezTo>
                  <a:pt x="3143577" y="1158226"/>
                  <a:pt x="3143577" y="1489452"/>
                  <a:pt x="3153694" y="1514734"/>
                </a:cubicBezTo>
                <a:cubicBezTo>
                  <a:pt x="3285170" y="1514734"/>
                  <a:pt x="3419176" y="1514734"/>
                  <a:pt x="3553188" y="1514734"/>
                </a:cubicBezTo>
                <a:cubicBezTo>
                  <a:pt x="3550657" y="1383259"/>
                  <a:pt x="3550657" y="1251777"/>
                  <a:pt x="3550657" y="1115246"/>
                </a:cubicBezTo>
                <a:cubicBezTo>
                  <a:pt x="3414121" y="1115246"/>
                  <a:pt x="3282645" y="1115246"/>
                  <a:pt x="3151163" y="1115246"/>
                </a:cubicBezTo>
                <a:close/>
                <a:moveTo>
                  <a:pt x="2728917" y="1115246"/>
                </a:moveTo>
                <a:cubicBezTo>
                  <a:pt x="2721331" y="1155701"/>
                  <a:pt x="2721331" y="1489452"/>
                  <a:pt x="2731442" y="1519796"/>
                </a:cubicBezTo>
                <a:cubicBezTo>
                  <a:pt x="2862923" y="1519796"/>
                  <a:pt x="2994405" y="1519796"/>
                  <a:pt x="3128411" y="1519796"/>
                </a:cubicBezTo>
                <a:cubicBezTo>
                  <a:pt x="3128411" y="1383259"/>
                  <a:pt x="3128411" y="1249253"/>
                  <a:pt x="3128411" y="1115246"/>
                </a:cubicBezTo>
                <a:cubicBezTo>
                  <a:pt x="2991874" y="1115246"/>
                  <a:pt x="2860393" y="1115246"/>
                  <a:pt x="2728917" y="1115246"/>
                </a:cubicBezTo>
                <a:close/>
                <a:moveTo>
                  <a:pt x="2301610" y="1115246"/>
                </a:moveTo>
                <a:cubicBezTo>
                  <a:pt x="2301610" y="1249253"/>
                  <a:pt x="2301610" y="1383259"/>
                  <a:pt x="2301610" y="1517265"/>
                </a:cubicBezTo>
                <a:cubicBezTo>
                  <a:pt x="2435616" y="1517265"/>
                  <a:pt x="2567097" y="1517265"/>
                  <a:pt x="2703634" y="1517265"/>
                </a:cubicBezTo>
                <a:cubicBezTo>
                  <a:pt x="2703634" y="1383259"/>
                  <a:pt x="2703634" y="1251777"/>
                  <a:pt x="2703634" y="1115246"/>
                </a:cubicBezTo>
                <a:cubicBezTo>
                  <a:pt x="2567097" y="1115246"/>
                  <a:pt x="2435616" y="1115246"/>
                  <a:pt x="2301610" y="1115246"/>
                </a:cubicBezTo>
                <a:close/>
                <a:moveTo>
                  <a:pt x="1881894" y="1115246"/>
                </a:moveTo>
                <a:cubicBezTo>
                  <a:pt x="1881894" y="1249253"/>
                  <a:pt x="1881894" y="1380728"/>
                  <a:pt x="1881894" y="1517265"/>
                </a:cubicBezTo>
                <a:cubicBezTo>
                  <a:pt x="2015900" y="1517265"/>
                  <a:pt x="2147376" y="1517265"/>
                  <a:pt x="2281382" y="1517265"/>
                </a:cubicBezTo>
                <a:cubicBezTo>
                  <a:pt x="2281382" y="1383259"/>
                  <a:pt x="2281382" y="1249253"/>
                  <a:pt x="2281382" y="1115246"/>
                </a:cubicBezTo>
                <a:cubicBezTo>
                  <a:pt x="2147376" y="1115246"/>
                  <a:pt x="2015900" y="1115246"/>
                  <a:pt x="1881894" y="1115246"/>
                </a:cubicBezTo>
                <a:close/>
                <a:moveTo>
                  <a:pt x="1457117" y="1115246"/>
                </a:moveTo>
                <a:cubicBezTo>
                  <a:pt x="1457117" y="1249253"/>
                  <a:pt x="1454586" y="1383259"/>
                  <a:pt x="1457117" y="1517265"/>
                </a:cubicBezTo>
                <a:cubicBezTo>
                  <a:pt x="1593648" y="1517265"/>
                  <a:pt x="1725130" y="1517265"/>
                  <a:pt x="1859136" y="1517265"/>
                </a:cubicBezTo>
                <a:cubicBezTo>
                  <a:pt x="1859136" y="1380728"/>
                  <a:pt x="1859136" y="1249253"/>
                  <a:pt x="1859136" y="1115246"/>
                </a:cubicBezTo>
                <a:cubicBezTo>
                  <a:pt x="1725130" y="1115246"/>
                  <a:pt x="1593648" y="1115246"/>
                  <a:pt x="1457117" y="1115246"/>
                </a:cubicBezTo>
                <a:close/>
                <a:moveTo>
                  <a:pt x="1039920" y="1115246"/>
                </a:moveTo>
                <a:cubicBezTo>
                  <a:pt x="1029809" y="1163287"/>
                  <a:pt x="1032334" y="1491982"/>
                  <a:pt x="1042451" y="1517265"/>
                </a:cubicBezTo>
                <a:cubicBezTo>
                  <a:pt x="1171402" y="1517265"/>
                  <a:pt x="1300353" y="1517265"/>
                  <a:pt x="1436884" y="1517265"/>
                </a:cubicBezTo>
                <a:cubicBezTo>
                  <a:pt x="1436884" y="1380728"/>
                  <a:pt x="1436884" y="1249253"/>
                  <a:pt x="1436884" y="1115246"/>
                </a:cubicBezTo>
                <a:cubicBezTo>
                  <a:pt x="1302877" y="1115246"/>
                  <a:pt x="1171402" y="1115246"/>
                  <a:pt x="1039920" y="1115246"/>
                </a:cubicBezTo>
                <a:close/>
                <a:moveTo>
                  <a:pt x="11435549" y="1113238"/>
                </a:moveTo>
                <a:cubicBezTo>
                  <a:pt x="11327647" y="1112794"/>
                  <a:pt x="11197275" y="1115560"/>
                  <a:pt x="11181470" y="1120302"/>
                </a:cubicBezTo>
                <a:cubicBezTo>
                  <a:pt x="11181470" y="1251777"/>
                  <a:pt x="11181470" y="1383259"/>
                  <a:pt x="11181470" y="1517265"/>
                </a:cubicBezTo>
                <a:cubicBezTo>
                  <a:pt x="11312951" y="1517265"/>
                  <a:pt x="11444427" y="1517265"/>
                  <a:pt x="11575908" y="1517265"/>
                </a:cubicBezTo>
                <a:cubicBezTo>
                  <a:pt x="11583494" y="1484396"/>
                  <a:pt x="11583494" y="1148115"/>
                  <a:pt x="11575908" y="1117771"/>
                </a:cubicBezTo>
                <a:cubicBezTo>
                  <a:pt x="11556944" y="1114926"/>
                  <a:pt x="11500291" y="1113504"/>
                  <a:pt x="11435549" y="1113238"/>
                </a:cubicBezTo>
                <a:close/>
                <a:moveTo>
                  <a:pt x="8899530" y="1113238"/>
                </a:moveTo>
                <a:cubicBezTo>
                  <a:pt x="8791626" y="1112794"/>
                  <a:pt x="8661251" y="1115560"/>
                  <a:pt x="8645449" y="1120302"/>
                </a:cubicBezTo>
                <a:cubicBezTo>
                  <a:pt x="8645449" y="1251777"/>
                  <a:pt x="8645449" y="1383259"/>
                  <a:pt x="8645449" y="1517265"/>
                </a:cubicBezTo>
                <a:cubicBezTo>
                  <a:pt x="8779462" y="1517265"/>
                  <a:pt x="8910937" y="1517265"/>
                  <a:pt x="9039888" y="1517265"/>
                </a:cubicBezTo>
                <a:cubicBezTo>
                  <a:pt x="9047474" y="1484396"/>
                  <a:pt x="9047474" y="1148115"/>
                  <a:pt x="9039888" y="1117771"/>
                </a:cubicBezTo>
                <a:cubicBezTo>
                  <a:pt x="9020926" y="1114926"/>
                  <a:pt x="8964273" y="1113504"/>
                  <a:pt x="8899530" y="1113238"/>
                </a:cubicBezTo>
                <a:close/>
                <a:moveTo>
                  <a:pt x="11793983" y="1112398"/>
                </a:moveTo>
                <a:cubicBezTo>
                  <a:pt x="11702327" y="1112714"/>
                  <a:pt x="11612567" y="1115243"/>
                  <a:pt x="11598660" y="1120302"/>
                </a:cubicBezTo>
                <a:cubicBezTo>
                  <a:pt x="11591074" y="1178453"/>
                  <a:pt x="11593605" y="1489452"/>
                  <a:pt x="11601191" y="1517265"/>
                </a:cubicBezTo>
                <a:cubicBezTo>
                  <a:pt x="11732673" y="1517265"/>
                  <a:pt x="11864148" y="1517265"/>
                  <a:pt x="11998154" y="1517265"/>
                </a:cubicBezTo>
                <a:cubicBezTo>
                  <a:pt x="12000685" y="1380728"/>
                  <a:pt x="12000685" y="1249253"/>
                  <a:pt x="12000685" y="1117771"/>
                </a:cubicBezTo>
                <a:cubicBezTo>
                  <a:pt x="11979192" y="1113978"/>
                  <a:pt x="11885640" y="1112082"/>
                  <a:pt x="11793983" y="1112398"/>
                </a:cubicBezTo>
                <a:close/>
                <a:moveTo>
                  <a:pt x="7572447" y="1112398"/>
                </a:moveTo>
                <a:cubicBezTo>
                  <a:pt x="7480475" y="1112714"/>
                  <a:pt x="7390084" y="1115243"/>
                  <a:pt x="7376180" y="1120302"/>
                </a:cubicBezTo>
                <a:cubicBezTo>
                  <a:pt x="7376180" y="1251777"/>
                  <a:pt x="7376180" y="1383259"/>
                  <a:pt x="7376180" y="1517265"/>
                </a:cubicBezTo>
                <a:cubicBezTo>
                  <a:pt x="7510187" y="1517265"/>
                  <a:pt x="7641662" y="1517265"/>
                  <a:pt x="7778199" y="1517265"/>
                </a:cubicBezTo>
                <a:cubicBezTo>
                  <a:pt x="7778199" y="1380728"/>
                  <a:pt x="7778199" y="1249253"/>
                  <a:pt x="7778199" y="1117771"/>
                </a:cubicBezTo>
                <a:cubicBezTo>
                  <a:pt x="7757972" y="1113978"/>
                  <a:pt x="7664419" y="1112082"/>
                  <a:pt x="7572447" y="1112398"/>
                </a:cubicBezTo>
                <a:close/>
                <a:moveTo>
                  <a:pt x="7146406" y="1112398"/>
                </a:moveTo>
                <a:cubicBezTo>
                  <a:pt x="7055065" y="1112714"/>
                  <a:pt x="6966570" y="1115243"/>
                  <a:pt x="6953928" y="1120302"/>
                </a:cubicBezTo>
                <a:cubicBezTo>
                  <a:pt x="6946342" y="1188570"/>
                  <a:pt x="6948873" y="1489452"/>
                  <a:pt x="6958989" y="1517265"/>
                </a:cubicBezTo>
                <a:cubicBezTo>
                  <a:pt x="7090465" y="1517265"/>
                  <a:pt x="7224471" y="1517265"/>
                  <a:pt x="7355953" y="1517265"/>
                </a:cubicBezTo>
                <a:cubicBezTo>
                  <a:pt x="7355953" y="1383259"/>
                  <a:pt x="7355953" y="1251777"/>
                  <a:pt x="7355953" y="1117771"/>
                </a:cubicBezTo>
                <a:cubicBezTo>
                  <a:pt x="7331932" y="1113978"/>
                  <a:pt x="7237747" y="1112082"/>
                  <a:pt x="7146406" y="1112398"/>
                </a:cubicBezTo>
                <a:close/>
                <a:moveTo>
                  <a:pt x="386322" y="1112398"/>
                </a:moveTo>
                <a:cubicBezTo>
                  <a:pt x="294665" y="1112714"/>
                  <a:pt x="204273" y="1115243"/>
                  <a:pt x="190366" y="1120302"/>
                </a:cubicBezTo>
                <a:cubicBezTo>
                  <a:pt x="190366" y="1251777"/>
                  <a:pt x="190366" y="1383259"/>
                  <a:pt x="190366" y="1517265"/>
                </a:cubicBezTo>
                <a:cubicBezTo>
                  <a:pt x="324372" y="1517265"/>
                  <a:pt x="455854" y="1517265"/>
                  <a:pt x="587330" y="1517265"/>
                </a:cubicBezTo>
                <a:cubicBezTo>
                  <a:pt x="594916" y="1491982"/>
                  <a:pt x="597446" y="1160757"/>
                  <a:pt x="589860" y="1117771"/>
                </a:cubicBezTo>
                <a:cubicBezTo>
                  <a:pt x="570898" y="1113978"/>
                  <a:pt x="477978" y="1112082"/>
                  <a:pt x="386322" y="1112398"/>
                </a:cubicBezTo>
                <a:close/>
                <a:moveTo>
                  <a:pt x="5456148" y="1112082"/>
                </a:moveTo>
                <a:cubicBezTo>
                  <a:pt x="5364175" y="1112082"/>
                  <a:pt x="5273783" y="1113978"/>
                  <a:pt x="5259876" y="1117771"/>
                </a:cubicBezTo>
                <a:cubicBezTo>
                  <a:pt x="5259876" y="1249253"/>
                  <a:pt x="5259876" y="1380728"/>
                  <a:pt x="5259876" y="1514734"/>
                </a:cubicBezTo>
                <a:cubicBezTo>
                  <a:pt x="5393883" y="1517265"/>
                  <a:pt x="5525364" y="1517265"/>
                  <a:pt x="5661901" y="1517265"/>
                </a:cubicBezTo>
                <a:cubicBezTo>
                  <a:pt x="5661901" y="1380728"/>
                  <a:pt x="5661901" y="1249253"/>
                  <a:pt x="5661901" y="1117771"/>
                </a:cubicBezTo>
                <a:cubicBezTo>
                  <a:pt x="5641673" y="1113978"/>
                  <a:pt x="5548121" y="1112082"/>
                  <a:pt x="5456148" y="1112082"/>
                </a:cubicBezTo>
                <a:close/>
                <a:moveTo>
                  <a:pt x="6780070" y="1110844"/>
                </a:moveTo>
                <a:cubicBezTo>
                  <a:pt x="6672562" y="1110621"/>
                  <a:pt x="6546535" y="1113979"/>
                  <a:pt x="6529151" y="1120302"/>
                </a:cubicBezTo>
                <a:cubicBezTo>
                  <a:pt x="6529151" y="1249253"/>
                  <a:pt x="6529151" y="1380728"/>
                  <a:pt x="6529151" y="1517265"/>
                </a:cubicBezTo>
                <a:cubicBezTo>
                  <a:pt x="6665688" y="1517265"/>
                  <a:pt x="6797164" y="1517265"/>
                  <a:pt x="6928645" y="1517265"/>
                </a:cubicBezTo>
                <a:cubicBezTo>
                  <a:pt x="6936231" y="1474280"/>
                  <a:pt x="6936231" y="1143060"/>
                  <a:pt x="6926115" y="1115246"/>
                </a:cubicBezTo>
                <a:cubicBezTo>
                  <a:pt x="6902412" y="1112401"/>
                  <a:pt x="6844574" y="1110978"/>
                  <a:pt x="6780070" y="1110844"/>
                </a:cubicBezTo>
                <a:close/>
                <a:moveTo>
                  <a:pt x="11005083" y="1110711"/>
                </a:moveTo>
                <a:cubicBezTo>
                  <a:pt x="10897574" y="1110266"/>
                  <a:pt x="10771548" y="1113030"/>
                  <a:pt x="10754168" y="1117771"/>
                </a:cubicBezTo>
                <a:cubicBezTo>
                  <a:pt x="10754168" y="1249253"/>
                  <a:pt x="10754168" y="1380728"/>
                  <a:pt x="10754168" y="1514734"/>
                </a:cubicBezTo>
                <a:cubicBezTo>
                  <a:pt x="10890699" y="1517265"/>
                  <a:pt x="11022180" y="1517265"/>
                  <a:pt x="11153656" y="1517265"/>
                </a:cubicBezTo>
                <a:cubicBezTo>
                  <a:pt x="11163773" y="1474280"/>
                  <a:pt x="11161242" y="1143060"/>
                  <a:pt x="11151131" y="1115246"/>
                </a:cubicBezTo>
                <a:cubicBezTo>
                  <a:pt x="11127426" y="1112401"/>
                  <a:pt x="11069587" y="1110978"/>
                  <a:pt x="11005083" y="1110711"/>
                </a:cubicBezTo>
                <a:close/>
                <a:moveTo>
                  <a:pt x="11178945" y="695525"/>
                </a:moveTo>
                <a:cubicBezTo>
                  <a:pt x="11178945" y="829531"/>
                  <a:pt x="11178945" y="963537"/>
                  <a:pt x="11178945" y="1095019"/>
                </a:cubicBezTo>
                <a:cubicBezTo>
                  <a:pt x="11312951" y="1095019"/>
                  <a:pt x="11444427" y="1095019"/>
                  <a:pt x="11578433" y="1095019"/>
                </a:cubicBezTo>
                <a:cubicBezTo>
                  <a:pt x="11578433" y="958482"/>
                  <a:pt x="11578433" y="827001"/>
                  <a:pt x="11578433" y="695525"/>
                </a:cubicBezTo>
                <a:cubicBezTo>
                  <a:pt x="11444427" y="695525"/>
                  <a:pt x="11312951" y="695525"/>
                  <a:pt x="11178945" y="695525"/>
                </a:cubicBezTo>
                <a:close/>
                <a:moveTo>
                  <a:pt x="6529151" y="695525"/>
                </a:moveTo>
                <a:cubicBezTo>
                  <a:pt x="6529151" y="829531"/>
                  <a:pt x="6529151" y="963537"/>
                  <a:pt x="6529151" y="1095019"/>
                </a:cubicBezTo>
                <a:cubicBezTo>
                  <a:pt x="6665688" y="1095019"/>
                  <a:pt x="6797164" y="1095019"/>
                  <a:pt x="6928645" y="1095019"/>
                </a:cubicBezTo>
                <a:cubicBezTo>
                  <a:pt x="6936231" y="1052033"/>
                  <a:pt x="6936231" y="720808"/>
                  <a:pt x="6926115" y="695525"/>
                </a:cubicBezTo>
                <a:cubicBezTo>
                  <a:pt x="6794639" y="695525"/>
                  <a:pt x="6660633" y="695525"/>
                  <a:pt x="6529151" y="695525"/>
                </a:cubicBezTo>
                <a:close/>
                <a:moveTo>
                  <a:pt x="5259876" y="695525"/>
                </a:moveTo>
                <a:cubicBezTo>
                  <a:pt x="5259876" y="829531"/>
                  <a:pt x="5259876" y="963537"/>
                  <a:pt x="5259876" y="1095019"/>
                </a:cubicBezTo>
                <a:cubicBezTo>
                  <a:pt x="5393883" y="1095019"/>
                  <a:pt x="5527894" y="1095019"/>
                  <a:pt x="5659370" y="1095019"/>
                </a:cubicBezTo>
                <a:cubicBezTo>
                  <a:pt x="5666956" y="1052033"/>
                  <a:pt x="5666956" y="720808"/>
                  <a:pt x="5656845" y="695525"/>
                </a:cubicBezTo>
                <a:cubicBezTo>
                  <a:pt x="5525364" y="695525"/>
                  <a:pt x="5391357" y="695525"/>
                  <a:pt x="5259876" y="695525"/>
                </a:cubicBezTo>
                <a:close/>
                <a:moveTo>
                  <a:pt x="10756693" y="692994"/>
                </a:moveTo>
                <a:cubicBezTo>
                  <a:pt x="10756693" y="829531"/>
                  <a:pt x="10756693" y="961013"/>
                  <a:pt x="10756693" y="1095019"/>
                </a:cubicBezTo>
                <a:cubicBezTo>
                  <a:pt x="10890699" y="1095019"/>
                  <a:pt x="11022180" y="1095019"/>
                  <a:pt x="11153656" y="1095019"/>
                </a:cubicBezTo>
                <a:cubicBezTo>
                  <a:pt x="11161242" y="1062150"/>
                  <a:pt x="11161242" y="723338"/>
                  <a:pt x="11153656" y="692994"/>
                </a:cubicBezTo>
                <a:cubicBezTo>
                  <a:pt x="11022180" y="692994"/>
                  <a:pt x="10890699" y="692994"/>
                  <a:pt x="10756693" y="692994"/>
                </a:cubicBezTo>
                <a:close/>
                <a:moveTo>
                  <a:pt x="10334446" y="692994"/>
                </a:moveTo>
                <a:cubicBezTo>
                  <a:pt x="10326860" y="733449"/>
                  <a:pt x="10326860" y="1067205"/>
                  <a:pt x="10336971" y="1097543"/>
                </a:cubicBezTo>
                <a:cubicBezTo>
                  <a:pt x="10468453" y="1097543"/>
                  <a:pt x="10599934" y="1097543"/>
                  <a:pt x="10733940" y="1097543"/>
                </a:cubicBezTo>
                <a:cubicBezTo>
                  <a:pt x="10733940" y="961013"/>
                  <a:pt x="10733940" y="829531"/>
                  <a:pt x="10733940" y="692994"/>
                </a:cubicBezTo>
                <a:cubicBezTo>
                  <a:pt x="10597404" y="692994"/>
                  <a:pt x="10465922" y="692994"/>
                  <a:pt x="10334446" y="692994"/>
                </a:cubicBezTo>
                <a:close/>
                <a:moveTo>
                  <a:pt x="8220673" y="692994"/>
                </a:moveTo>
                <a:cubicBezTo>
                  <a:pt x="8220673" y="829531"/>
                  <a:pt x="8220673" y="961013"/>
                  <a:pt x="8220673" y="1095019"/>
                </a:cubicBezTo>
                <a:cubicBezTo>
                  <a:pt x="8357209" y="1095019"/>
                  <a:pt x="8486160" y="1095019"/>
                  <a:pt x="8620167" y="1095019"/>
                </a:cubicBezTo>
                <a:cubicBezTo>
                  <a:pt x="8620167" y="961013"/>
                  <a:pt x="8620167" y="827001"/>
                  <a:pt x="8620167" y="692994"/>
                </a:cubicBezTo>
                <a:cubicBezTo>
                  <a:pt x="8486160" y="692994"/>
                  <a:pt x="8354685" y="692994"/>
                  <a:pt x="8220673" y="692994"/>
                </a:cubicBezTo>
                <a:close/>
                <a:moveTo>
                  <a:pt x="7800957" y="692994"/>
                </a:moveTo>
                <a:cubicBezTo>
                  <a:pt x="7793371" y="723338"/>
                  <a:pt x="7790840" y="1059619"/>
                  <a:pt x="7800957" y="1095019"/>
                </a:cubicBezTo>
                <a:cubicBezTo>
                  <a:pt x="7932433" y="1095019"/>
                  <a:pt x="8063914" y="1095019"/>
                  <a:pt x="8195390" y="1095019"/>
                </a:cubicBezTo>
                <a:cubicBezTo>
                  <a:pt x="8202976" y="1052033"/>
                  <a:pt x="8200445" y="720808"/>
                  <a:pt x="8192859" y="692994"/>
                </a:cubicBezTo>
                <a:cubicBezTo>
                  <a:pt x="8061383" y="692994"/>
                  <a:pt x="7929908" y="692994"/>
                  <a:pt x="7800957" y="692994"/>
                </a:cubicBezTo>
                <a:close/>
                <a:moveTo>
                  <a:pt x="7376180" y="692994"/>
                </a:moveTo>
                <a:cubicBezTo>
                  <a:pt x="7376180" y="829531"/>
                  <a:pt x="7376180" y="961013"/>
                  <a:pt x="7376180" y="1092488"/>
                </a:cubicBezTo>
                <a:cubicBezTo>
                  <a:pt x="7416635" y="1100074"/>
                  <a:pt x="7750386" y="1100074"/>
                  <a:pt x="7778199" y="1092488"/>
                </a:cubicBezTo>
                <a:cubicBezTo>
                  <a:pt x="7785785" y="1034337"/>
                  <a:pt x="7783254" y="723338"/>
                  <a:pt x="7775668" y="695525"/>
                </a:cubicBezTo>
                <a:cubicBezTo>
                  <a:pt x="7641662" y="692994"/>
                  <a:pt x="7510187" y="692994"/>
                  <a:pt x="7376180" y="692994"/>
                </a:cubicBezTo>
                <a:close/>
                <a:moveTo>
                  <a:pt x="6951403" y="692994"/>
                </a:moveTo>
                <a:cubicBezTo>
                  <a:pt x="6951403" y="827001"/>
                  <a:pt x="6951403" y="958482"/>
                  <a:pt x="6951403" y="1092488"/>
                </a:cubicBezTo>
                <a:cubicBezTo>
                  <a:pt x="6999438" y="1100074"/>
                  <a:pt x="7328139" y="1100074"/>
                  <a:pt x="7353422" y="1089964"/>
                </a:cubicBezTo>
                <a:cubicBezTo>
                  <a:pt x="7361008" y="1019164"/>
                  <a:pt x="7358478" y="720808"/>
                  <a:pt x="7348367" y="692994"/>
                </a:cubicBezTo>
                <a:cubicBezTo>
                  <a:pt x="7216885" y="692994"/>
                  <a:pt x="7082879" y="692994"/>
                  <a:pt x="6951403" y="692994"/>
                </a:cubicBezTo>
                <a:close/>
                <a:moveTo>
                  <a:pt x="6106905" y="692994"/>
                </a:moveTo>
                <a:cubicBezTo>
                  <a:pt x="6096788" y="735980"/>
                  <a:pt x="6099319" y="1067205"/>
                  <a:pt x="6109436" y="1095019"/>
                </a:cubicBezTo>
                <a:cubicBezTo>
                  <a:pt x="6240911" y="1095019"/>
                  <a:pt x="6372387" y="1095019"/>
                  <a:pt x="6506399" y="1095019"/>
                </a:cubicBezTo>
                <a:cubicBezTo>
                  <a:pt x="6516510" y="1052033"/>
                  <a:pt x="6513985" y="718283"/>
                  <a:pt x="6503868" y="692994"/>
                </a:cubicBezTo>
                <a:cubicBezTo>
                  <a:pt x="6372387" y="692994"/>
                  <a:pt x="6238381" y="692994"/>
                  <a:pt x="6106905" y="692994"/>
                </a:cubicBezTo>
                <a:close/>
                <a:moveTo>
                  <a:pt x="5684653" y="692994"/>
                </a:moveTo>
                <a:cubicBezTo>
                  <a:pt x="5677073" y="738510"/>
                  <a:pt x="5677073" y="1069730"/>
                  <a:pt x="5687184" y="1095019"/>
                </a:cubicBezTo>
                <a:cubicBezTo>
                  <a:pt x="5757982" y="1102605"/>
                  <a:pt x="6056333" y="1097543"/>
                  <a:pt x="6084147" y="1089964"/>
                </a:cubicBezTo>
                <a:cubicBezTo>
                  <a:pt x="6084147" y="961013"/>
                  <a:pt x="6084147" y="829531"/>
                  <a:pt x="6084147" y="692994"/>
                </a:cubicBezTo>
                <a:cubicBezTo>
                  <a:pt x="5947616" y="692994"/>
                  <a:pt x="5816135" y="692994"/>
                  <a:pt x="5684653" y="692994"/>
                </a:cubicBezTo>
                <a:close/>
                <a:moveTo>
                  <a:pt x="4417908" y="692994"/>
                </a:moveTo>
                <a:cubicBezTo>
                  <a:pt x="4407797" y="735980"/>
                  <a:pt x="4410328" y="1067205"/>
                  <a:pt x="4420439" y="1095019"/>
                </a:cubicBezTo>
                <a:cubicBezTo>
                  <a:pt x="4551914" y="1095019"/>
                  <a:pt x="4680865" y="1095019"/>
                  <a:pt x="4812347" y="1095019"/>
                </a:cubicBezTo>
                <a:cubicBezTo>
                  <a:pt x="4822457" y="1052033"/>
                  <a:pt x="4819933" y="720808"/>
                  <a:pt x="4809816" y="692994"/>
                </a:cubicBezTo>
                <a:cubicBezTo>
                  <a:pt x="4678340" y="692994"/>
                  <a:pt x="4546859" y="692994"/>
                  <a:pt x="4417908" y="692994"/>
                </a:cubicBezTo>
                <a:close/>
                <a:moveTo>
                  <a:pt x="3570885" y="692994"/>
                </a:moveTo>
                <a:cubicBezTo>
                  <a:pt x="3570885" y="827001"/>
                  <a:pt x="3570885" y="961013"/>
                  <a:pt x="3570885" y="1095019"/>
                </a:cubicBezTo>
                <a:cubicBezTo>
                  <a:pt x="3704891" y="1095019"/>
                  <a:pt x="3836373" y="1095019"/>
                  <a:pt x="3970379" y="1095019"/>
                </a:cubicBezTo>
                <a:cubicBezTo>
                  <a:pt x="3970379" y="961013"/>
                  <a:pt x="3970379" y="829531"/>
                  <a:pt x="3970379" y="692994"/>
                </a:cubicBezTo>
                <a:cubicBezTo>
                  <a:pt x="3836373" y="692994"/>
                  <a:pt x="3707422" y="692994"/>
                  <a:pt x="3570885" y="692994"/>
                </a:cubicBezTo>
                <a:close/>
                <a:moveTo>
                  <a:pt x="3148639" y="692994"/>
                </a:moveTo>
                <a:cubicBezTo>
                  <a:pt x="3148639" y="829531"/>
                  <a:pt x="3148639" y="961013"/>
                  <a:pt x="3148639" y="1092488"/>
                </a:cubicBezTo>
                <a:cubicBezTo>
                  <a:pt x="3191618" y="1100074"/>
                  <a:pt x="3522844" y="1100074"/>
                  <a:pt x="3550657" y="1089964"/>
                </a:cubicBezTo>
                <a:cubicBezTo>
                  <a:pt x="3558244" y="1026751"/>
                  <a:pt x="3555713" y="720808"/>
                  <a:pt x="3545602" y="692994"/>
                </a:cubicBezTo>
                <a:cubicBezTo>
                  <a:pt x="3414121" y="692994"/>
                  <a:pt x="3282645" y="692994"/>
                  <a:pt x="3148639" y="692994"/>
                </a:cubicBezTo>
                <a:close/>
                <a:moveTo>
                  <a:pt x="2304140" y="692994"/>
                </a:moveTo>
                <a:cubicBezTo>
                  <a:pt x="2304140" y="827001"/>
                  <a:pt x="2304140" y="958482"/>
                  <a:pt x="2304140" y="1089964"/>
                </a:cubicBezTo>
                <a:cubicBezTo>
                  <a:pt x="2347120" y="1097543"/>
                  <a:pt x="2678346" y="1097543"/>
                  <a:pt x="2706159" y="1087433"/>
                </a:cubicBezTo>
                <a:cubicBezTo>
                  <a:pt x="2706159" y="958482"/>
                  <a:pt x="2706159" y="829531"/>
                  <a:pt x="2706159" y="692994"/>
                </a:cubicBezTo>
                <a:cubicBezTo>
                  <a:pt x="2569628" y="692994"/>
                  <a:pt x="2438146" y="692994"/>
                  <a:pt x="2304140" y="692994"/>
                </a:cubicBezTo>
                <a:close/>
                <a:moveTo>
                  <a:pt x="1879363" y="692994"/>
                </a:moveTo>
                <a:cubicBezTo>
                  <a:pt x="1879363" y="829531"/>
                  <a:pt x="1879363" y="961013"/>
                  <a:pt x="1879363" y="1095019"/>
                </a:cubicBezTo>
                <a:cubicBezTo>
                  <a:pt x="2013369" y="1095019"/>
                  <a:pt x="2144845" y="1095019"/>
                  <a:pt x="2278857" y="1095019"/>
                </a:cubicBezTo>
                <a:cubicBezTo>
                  <a:pt x="2278857" y="961013"/>
                  <a:pt x="2278857" y="829531"/>
                  <a:pt x="2278857" y="692994"/>
                </a:cubicBezTo>
                <a:cubicBezTo>
                  <a:pt x="2144845" y="692994"/>
                  <a:pt x="2013369" y="692994"/>
                  <a:pt x="1879363" y="692994"/>
                </a:cubicBezTo>
                <a:close/>
                <a:moveTo>
                  <a:pt x="1462172" y="692994"/>
                </a:moveTo>
                <a:cubicBezTo>
                  <a:pt x="1454586" y="728394"/>
                  <a:pt x="1454586" y="1064674"/>
                  <a:pt x="1462172" y="1095019"/>
                </a:cubicBezTo>
                <a:cubicBezTo>
                  <a:pt x="1593648" y="1095019"/>
                  <a:pt x="1725130" y="1095019"/>
                  <a:pt x="1859136" y="1095019"/>
                </a:cubicBezTo>
                <a:cubicBezTo>
                  <a:pt x="1859136" y="961013"/>
                  <a:pt x="1859136" y="827001"/>
                  <a:pt x="1859136" y="692994"/>
                </a:cubicBezTo>
                <a:cubicBezTo>
                  <a:pt x="1722599" y="692994"/>
                  <a:pt x="1591123" y="692994"/>
                  <a:pt x="1462172" y="692994"/>
                </a:cubicBezTo>
                <a:close/>
                <a:moveTo>
                  <a:pt x="1039920" y="692994"/>
                </a:moveTo>
                <a:cubicBezTo>
                  <a:pt x="1029809" y="738510"/>
                  <a:pt x="1032334" y="1069730"/>
                  <a:pt x="1042451" y="1095019"/>
                </a:cubicBezTo>
                <a:cubicBezTo>
                  <a:pt x="1173932" y="1095019"/>
                  <a:pt x="1305408" y="1095019"/>
                  <a:pt x="1434359" y="1095019"/>
                </a:cubicBezTo>
                <a:cubicBezTo>
                  <a:pt x="1441945" y="1049503"/>
                  <a:pt x="1441945" y="718283"/>
                  <a:pt x="1431828" y="692994"/>
                </a:cubicBezTo>
                <a:cubicBezTo>
                  <a:pt x="1300353" y="692994"/>
                  <a:pt x="1171402" y="692994"/>
                  <a:pt x="1039920" y="692994"/>
                </a:cubicBezTo>
                <a:close/>
                <a:moveTo>
                  <a:pt x="615143" y="692994"/>
                </a:moveTo>
                <a:cubicBezTo>
                  <a:pt x="607557" y="738510"/>
                  <a:pt x="607557" y="1067205"/>
                  <a:pt x="617674" y="1095019"/>
                </a:cubicBezTo>
                <a:cubicBezTo>
                  <a:pt x="683412" y="1102605"/>
                  <a:pt x="986824" y="1100074"/>
                  <a:pt x="1014637" y="1089964"/>
                </a:cubicBezTo>
                <a:cubicBezTo>
                  <a:pt x="1014637" y="961013"/>
                  <a:pt x="1014637" y="829531"/>
                  <a:pt x="1014637" y="692994"/>
                </a:cubicBezTo>
                <a:cubicBezTo>
                  <a:pt x="878100" y="692994"/>
                  <a:pt x="746625" y="692994"/>
                  <a:pt x="615143" y="692994"/>
                </a:cubicBezTo>
                <a:close/>
                <a:moveTo>
                  <a:pt x="5032952" y="692682"/>
                </a:moveTo>
                <a:cubicBezTo>
                  <a:pt x="4941296" y="692997"/>
                  <a:pt x="4851537" y="695525"/>
                  <a:pt x="4837630" y="700580"/>
                </a:cubicBezTo>
                <a:cubicBezTo>
                  <a:pt x="4837630" y="829531"/>
                  <a:pt x="4837630" y="961013"/>
                  <a:pt x="4837630" y="1095019"/>
                </a:cubicBezTo>
                <a:cubicBezTo>
                  <a:pt x="4974166" y="1095019"/>
                  <a:pt x="5105642" y="1095019"/>
                  <a:pt x="5239648" y="1095019"/>
                </a:cubicBezTo>
                <a:cubicBezTo>
                  <a:pt x="5239648" y="961013"/>
                  <a:pt x="5239648" y="829531"/>
                  <a:pt x="5239648" y="698056"/>
                </a:cubicBezTo>
                <a:cubicBezTo>
                  <a:pt x="5218159" y="694263"/>
                  <a:pt x="5124607" y="692366"/>
                  <a:pt x="5032952" y="692682"/>
                </a:cubicBezTo>
                <a:close/>
                <a:moveTo>
                  <a:pt x="4246890" y="690992"/>
                </a:moveTo>
                <a:cubicBezTo>
                  <a:pt x="4138517" y="690548"/>
                  <a:pt x="4010515" y="693314"/>
                  <a:pt x="3993131" y="698056"/>
                </a:cubicBezTo>
                <a:cubicBezTo>
                  <a:pt x="3993131" y="829531"/>
                  <a:pt x="3993131" y="961013"/>
                  <a:pt x="3993131" y="1095019"/>
                </a:cubicBezTo>
                <a:cubicBezTo>
                  <a:pt x="4127137" y="1095019"/>
                  <a:pt x="4258619" y="1095019"/>
                  <a:pt x="4392625" y="1095019"/>
                </a:cubicBezTo>
                <a:cubicBezTo>
                  <a:pt x="4392625" y="961013"/>
                  <a:pt x="4392625" y="829531"/>
                  <a:pt x="4392625" y="695525"/>
                </a:cubicBezTo>
                <a:cubicBezTo>
                  <a:pt x="4369869" y="692680"/>
                  <a:pt x="4311913" y="691258"/>
                  <a:pt x="4246890" y="690992"/>
                </a:cubicBezTo>
                <a:close/>
                <a:moveTo>
                  <a:pt x="11794932" y="689835"/>
                </a:moveTo>
                <a:cubicBezTo>
                  <a:pt x="11702960" y="689835"/>
                  <a:pt x="11612567" y="691732"/>
                  <a:pt x="11598660" y="695525"/>
                </a:cubicBezTo>
                <a:cubicBezTo>
                  <a:pt x="11591074" y="751152"/>
                  <a:pt x="11593605" y="1064674"/>
                  <a:pt x="11601191" y="1092488"/>
                </a:cubicBezTo>
                <a:cubicBezTo>
                  <a:pt x="11735197" y="1095019"/>
                  <a:pt x="11866679" y="1095019"/>
                  <a:pt x="12000685" y="1095019"/>
                </a:cubicBezTo>
                <a:cubicBezTo>
                  <a:pt x="12000685" y="958482"/>
                  <a:pt x="12000685" y="827001"/>
                  <a:pt x="12000685" y="695525"/>
                </a:cubicBezTo>
                <a:cubicBezTo>
                  <a:pt x="11980458" y="691732"/>
                  <a:pt x="11886905" y="689835"/>
                  <a:pt x="11794932" y="689835"/>
                </a:cubicBezTo>
                <a:close/>
                <a:moveTo>
                  <a:pt x="9261440" y="689835"/>
                </a:moveTo>
                <a:cubicBezTo>
                  <a:pt x="9169469" y="689835"/>
                  <a:pt x="9079078" y="691732"/>
                  <a:pt x="9065171" y="695525"/>
                </a:cubicBezTo>
                <a:cubicBezTo>
                  <a:pt x="9057585" y="751152"/>
                  <a:pt x="9060116" y="1064674"/>
                  <a:pt x="9067702" y="1092488"/>
                </a:cubicBezTo>
                <a:cubicBezTo>
                  <a:pt x="9199177" y="1095019"/>
                  <a:pt x="9330659" y="1095019"/>
                  <a:pt x="9467190" y="1095019"/>
                </a:cubicBezTo>
                <a:cubicBezTo>
                  <a:pt x="9467190" y="958482"/>
                  <a:pt x="9467190" y="827001"/>
                  <a:pt x="9467190" y="695525"/>
                </a:cubicBezTo>
                <a:cubicBezTo>
                  <a:pt x="9446963" y="691732"/>
                  <a:pt x="9353411" y="689835"/>
                  <a:pt x="9261440" y="689835"/>
                </a:cubicBezTo>
                <a:close/>
                <a:moveTo>
                  <a:pt x="2920128" y="689835"/>
                </a:moveTo>
                <a:cubicBezTo>
                  <a:pt x="2828156" y="689835"/>
                  <a:pt x="2737766" y="691732"/>
                  <a:pt x="2723862" y="695525"/>
                </a:cubicBezTo>
                <a:cubicBezTo>
                  <a:pt x="2716276" y="746091"/>
                  <a:pt x="2718800" y="1064674"/>
                  <a:pt x="2726387" y="1092488"/>
                </a:cubicBezTo>
                <a:cubicBezTo>
                  <a:pt x="2860393" y="1095019"/>
                  <a:pt x="2991874" y="1095019"/>
                  <a:pt x="3125881" y="1095019"/>
                </a:cubicBezTo>
                <a:cubicBezTo>
                  <a:pt x="3125881" y="961013"/>
                  <a:pt x="3125881" y="827001"/>
                  <a:pt x="3125881" y="695525"/>
                </a:cubicBezTo>
                <a:cubicBezTo>
                  <a:pt x="3105653" y="691732"/>
                  <a:pt x="3012100" y="689835"/>
                  <a:pt x="2920128" y="689835"/>
                </a:cubicBezTo>
                <a:close/>
                <a:moveTo>
                  <a:pt x="386638" y="689835"/>
                </a:moveTo>
                <a:cubicBezTo>
                  <a:pt x="294665" y="689835"/>
                  <a:pt x="204273" y="691732"/>
                  <a:pt x="190366" y="695525"/>
                </a:cubicBezTo>
                <a:cubicBezTo>
                  <a:pt x="182780" y="751152"/>
                  <a:pt x="185311" y="1064674"/>
                  <a:pt x="192897" y="1092488"/>
                </a:cubicBezTo>
                <a:cubicBezTo>
                  <a:pt x="324372" y="1092488"/>
                  <a:pt x="455854" y="1092488"/>
                  <a:pt x="589860" y="1092488"/>
                </a:cubicBezTo>
                <a:cubicBezTo>
                  <a:pt x="592391" y="961013"/>
                  <a:pt x="592391" y="827001"/>
                  <a:pt x="592391" y="695525"/>
                </a:cubicBezTo>
                <a:cubicBezTo>
                  <a:pt x="572164" y="691732"/>
                  <a:pt x="478611" y="689835"/>
                  <a:pt x="386638" y="689835"/>
                </a:cubicBezTo>
                <a:close/>
                <a:moveTo>
                  <a:pt x="9733893" y="689262"/>
                </a:moveTo>
                <a:cubicBezTo>
                  <a:pt x="9626880" y="689559"/>
                  <a:pt x="9504803" y="693314"/>
                  <a:pt x="9487423" y="698056"/>
                </a:cubicBezTo>
                <a:cubicBezTo>
                  <a:pt x="9487423" y="829531"/>
                  <a:pt x="9487423" y="961013"/>
                  <a:pt x="9487423" y="1095019"/>
                </a:cubicBezTo>
                <a:cubicBezTo>
                  <a:pt x="9623954" y="1095019"/>
                  <a:pt x="9755436" y="1095019"/>
                  <a:pt x="9886911" y="1095019"/>
                </a:cubicBezTo>
                <a:cubicBezTo>
                  <a:pt x="9894497" y="1049503"/>
                  <a:pt x="9894497" y="718283"/>
                  <a:pt x="9884381" y="692994"/>
                </a:cubicBezTo>
                <a:cubicBezTo>
                  <a:pt x="9856887" y="690150"/>
                  <a:pt x="9798102" y="689083"/>
                  <a:pt x="9733893" y="689262"/>
                </a:cubicBezTo>
                <a:close/>
                <a:moveTo>
                  <a:pt x="8893972" y="688595"/>
                </a:moveTo>
                <a:cubicBezTo>
                  <a:pt x="8786686" y="688373"/>
                  <a:pt x="8661251" y="691733"/>
                  <a:pt x="8645449" y="698056"/>
                </a:cubicBezTo>
                <a:cubicBezTo>
                  <a:pt x="8637869" y="766318"/>
                  <a:pt x="8640394" y="1067205"/>
                  <a:pt x="8650511" y="1095019"/>
                </a:cubicBezTo>
                <a:cubicBezTo>
                  <a:pt x="8779462" y="1095019"/>
                  <a:pt x="8910937" y="1095019"/>
                  <a:pt x="9039888" y="1095019"/>
                </a:cubicBezTo>
                <a:cubicBezTo>
                  <a:pt x="9047474" y="1059619"/>
                  <a:pt x="9047474" y="723338"/>
                  <a:pt x="9039888" y="692994"/>
                </a:cubicBezTo>
                <a:cubicBezTo>
                  <a:pt x="9016183" y="690150"/>
                  <a:pt x="8958344" y="688727"/>
                  <a:pt x="8893972" y="688595"/>
                </a:cubicBezTo>
                <a:close/>
                <a:moveTo>
                  <a:pt x="10160586" y="688461"/>
                </a:moveTo>
                <a:cubicBezTo>
                  <a:pt x="10053078" y="688017"/>
                  <a:pt x="9927053" y="690784"/>
                  <a:pt x="9909669" y="695525"/>
                </a:cubicBezTo>
                <a:cubicBezTo>
                  <a:pt x="9902083" y="738510"/>
                  <a:pt x="9904614" y="1064674"/>
                  <a:pt x="9912200" y="1092488"/>
                </a:cubicBezTo>
                <a:cubicBezTo>
                  <a:pt x="10046206" y="1095019"/>
                  <a:pt x="10177682" y="1095019"/>
                  <a:pt x="10309164" y="1095019"/>
                </a:cubicBezTo>
                <a:cubicBezTo>
                  <a:pt x="10316750" y="1052033"/>
                  <a:pt x="10316750" y="720808"/>
                  <a:pt x="10306633" y="692994"/>
                </a:cubicBezTo>
                <a:cubicBezTo>
                  <a:pt x="10282928" y="690150"/>
                  <a:pt x="10225090" y="688727"/>
                  <a:pt x="10160586" y="688461"/>
                </a:cubicBezTo>
                <a:close/>
                <a:moveTo>
                  <a:pt x="7376180" y="273279"/>
                </a:moveTo>
                <a:cubicBezTo>
                  <a:pt x="7376180" y="404754"/>
                  <a:pt x="7376180" y="538761"/>
                  <a:pt x="7376180" y="672767"/>
                </a:cubicBezTo>
                <a:cubicBezTo>
                  <a:pt x="7441918" y="680353"/>
                  <a:pt x="7750386" y="677828"/>
                  <a:pt x="7778199" y="670242"/>
                </a:cubicBezTo>
                <a:cubicBezTo>
                  <a:pt x="7778199" y="538761"/>
                  <a:pt x="7778199" y="404754"/>
                  <a:pt x="7778199" y="273279"/>
                </a:cubicBezTo>
                <a:cubicBezTo>
                  <a:pt x="7644193" y="273279"/>
                  <a:pt x="7510187" y="273279"/>
                  <a:pt x="7376180" y="273279"/>
                </a:cubicBezTo>
                <a:close/>
                <a:moveTo>
                  <a:pt x="3570885" y="273279"/>
                </a:moveTo>
                <a:cubicBezTo>
                  <a:pt x="3570885" y="407285"/>
                  <a:pt x="3570885" y="538761"/>
                  <a:pt x="3570885" y="675297"/>
                </a:cubicBezTo>
                <a:cubicBezTo>
                  <a:pt x="3704891" y="675297"/>
                  <a:pt x="3836373" y="675297"/>
                  <a:pt x="3970379" y="675297"/>
                </a:cubicBezTo>
                <a:cubicBezTo>
                  <a:pt x="3970379" y="538761"/>
                  <a:pt x="3970379" y="404754"/>
                  <a:pt x="3970379" y="273279"/>
                </a:cubicBezTo>
                <a:cubicBezTo>
                  <a:pt x="3836373" y="273279"/>
                  <a:pt x="3704891" y="273279"/>
                  <a:pt x="3570885" y="273279"/>
                </a:cubicBezTo>
                <a:close/>
                <a:moveTo>
                  <a:pt x="11601191" y="270748"/>
                </a:moveTo>
                <a:cubicBezTo>
                  <a:pt x="11593605" y="326375"/>
                  <a:pt x="11596136" y="642429"/>
                  <a:pt x="11603716" y="672767"/>
                </a:cubicBezTo>
                <a:cubicBezTo>
                  <a:pt x="11735197" y="672767"/>
                  <a:pt x="11866679" y="672767"/>
                  <a:pt x="12003210" y="672767"/>
                </a:cubicBezTo>
                <a:cubicBezTo>
                  <a:pt x="12003210" y="538761"/>
                  <a:pt x="12003210" y="404754"/>
                  <a:pt x="12003210" y="270748"/>
                </a:cubicBezTo>
                <a:cubicBezTo>
                  <a:pt x="11866679" y="270748"/>
                  <a:pt x="11735197" y="270748"/>
                  <a:pt x="11601191" y="270748"/>
                </a:cubicBezTo>
                <a:close/>
                <a:moveTo>
                  <a:pt x="11178945" y="270748"/>
                </a:moveTo>
                <a:cubicBezTo>
                  <a:pt x="11178945" y="404754"/>
                  <a:pt x="11178945" y="536236"/>
                  <a:pt x="11178945" y="672767"/>
                </a:cubicBezTo>
                <a:cubicBezTo>
                  <a:pt x="11312951" y="672767"/>
                  <a:pt x="11441902" y="672767"/>
                  <a:pt x="11580964" y="672767"/>
                </a:cubicBezTo>
                <a:cubicBezTo>
                  <a:pt x="11580964" y="538761"/>
                  <a:pt x="11580964" y="407285"/>
                  <a:pt x="11580964" y="270748"/>
                </a:cubicBezTo>
                <a:cubicBezTo>
                  <a:pt x="11444427" y="270748"/>
                  <a:pt x="11312951" y="270748"/>
                  <a:pt x="11178945" y="270748"/>
                </a:cubicBezTo>
                <a:close/>
                <a:moveTo>
                  <a:pt x="10756693" y="270748"/>
                </a:moveTo>
                <a:cubicBezTo>
                  <a:pt x="10756693" y="407285"/>
                  <a:pt x="10756693" y="538761"/>
                  <a:pt x="10756693" y="672767"/>
                </a:cubicBezTo>
                <a:cubicBezTo>
                  <a:pt x="10890699" y="672767"/>
                  <a:pt x="11022180" y="672767"/>
                  <a:pt x="11153656" y="672767"/>
                </a:cubicBezTo>
                <a:cubicBezTo>
                  <a:pt x="11163773" y="629787"/>
                  <a:pt x="11161242" y="298561"/>
                  <a:pt x="11151131" y="270748"/>
                </a:cubicBezTo>
                <a:cubicBezTo>
                  <a:pt x="11022180" y="270748"/>
                  <a:pt x="10890699" y="270748"/>
                  <a:pt x="10756693" y="270748"/>
                </a:cubicBezTo>
                <a:close/>
                <a:moveTo>
                  <a:pt x="10334446" y="270748"/>
                </a:moveTo>
                <a:cubicBezTo>
                  <a:pt x="10326860" y="321314"/>
                  <a:pt x="10329391" y="644953"/>
                  <a:pt x="10336971" y="672767"/>
                </a:cubicBezTo>
                <a:cubicBezTo>
                  <a:pt x="10468453" y="672767"/>
                  <a:pt x="10599934" y="672767"/>
                  <a:pt x="10731410" y="672767"/>
                </a:cubicBezTo>
                <a:cubicBezTo>
                  <a:pt x="10738996" y="627256"/>
                  <a:pt x="10736465" y="298561"/>
                  <a:pt x="10728879" y="270748"/>
                </a:cubicBezTo>
                <a:cubicBezTo>
                  <a:pt x="10597404" y="270748"/>
                  <a:pt x="10465922" y="270748"/>
                  <a:pt x="10334446" y="270748"/>
                </a:cubicBezTo>
                <a:close/>
                <a:moveTo>
                  <a:pt x="9909669" y="270748"/>
                </a:moveTo>
                <a:cubicBezTo>
                  <a:pt x="9909669" y="404754"/>
                  <a:pt x="9909669" y="536236"/>
                  <a:pt x="9909669" y="667711"/>
                </a:cubicBezTo>
                <a:cubicBezTo>
                  <a:pt x="9952655" y="677828"/>
                  <a:pt x="10283875" y="675297"/>
                  <a:pt x="10311688" y="665181"/>
                </a:cubicBezTo>
                <a:cubicBezTo>
                  <a:pt x="10311688" y="536236"/>
                  <a:pt x="10311688" y="404754"/>
                  <a:pt x="10311688" y="270748"/>
                </a:cubicBezTo>
                <a:cubicBezTo>
                  <a:pt x="10175151" y="270748"/>
                  <a:pt x="10043676" y="270748"/>
                  <a:pt x="9909669" y="270748"/>
                </a:cubicBezTo>
                <a:close/>
                <a:moveTo>
                  <a:pt x="8642925" y="270748"/>
                </a:moveTo>
                <a:cubicBezTo>
                  <a:pt x="8642925" y="407285"/>
                  <a:pt x="8642925" y="536236"/>
                  <a:pt x="8642925" y="670242"/>
                </a:cubicBezTo>
                <a:cubicBezTo>
                  <a:pt x="8688435" y="677828"/>
                  <a:pt x="9014605" y="677828"/>
                  <a:pt x="9042419" y="667711"/>
                </a:cubicBezTo>
                <a:cubicBezTo>
                  <a:pt x="9042419" y="536236"/>
                  <a:pt x="9042419" y="404754"/>
                  <a:pt x="9042419" y="270748"/>
                </a:cubicBezTo>
                <a:cubicBezTo>
                  <a:pt x="8908407" y="270748"/>
                  <a:pt x="8776931" y="270748"/>
                  <a:pt x="8642925" y="270748"/>
                </a:cubicBezTo>
                <a:close/>
                <a:moveTo>
                  <a:pt x="7800957" y="270748"/>
                </a:moveTo>
                <a:cubicBezTo>
                  <a:pt x="7793371" y="306148"/>
                  <a:pt x="7793371" y="642429"/>
                  <a:pt x="7800957" y="672767"/>
                </a:cubicBezTo>
                <a:cubicBezTo>
                  <a:pt x="7932433" y="672767"/>
                  <a:pt x="8063914" y="672767"/>
                  <a:pt x="8195390" y="672767"/>
                </a:cubicBezTo>
                <a:cubicBezTo>
                  <a:pt x="8202976" y="624726"/>
                  <a:pt x="8200445" y="296031"/>
                  <a:pt x="8192859" y="270748"/>
                </a:cubicBezTo>
                <a:cubicBezTo>
                  <a:pt x="8063914" y="270748"/>
                  <a:pt x="7934963" y="270748"/>
                  <a:pt x="7800957" y="270748"/>
                </a:cubicBezTo>
                <a:close/>
                <a:moveTo>
                  <a:pt x="6953928" y="270748"/>
                </a:moveTo>
                <a:cubicBezTo>
                  <a:pt x="6953928" y="407285"/>
                  <a:pt x="6953928" y="538761"/>
                  <a:pt x="6953928" y="672767"/>
                </a:cubicBezTo>
                <a:cubicBezTo>
                  <a:pt x="7087934" y="672767"/>
                  <a:pt x="7221947" y="672767"/>
                  <a:pt x="7353422" y="672767"/>
                </a:cubicBezTo>
                <a:cubicBezTo>
                  <a:pt x="7361008" y="629787"/>
                  <a:pt x="7361008" y="298561"/>
                  <a:pt x="7350892" y="270748"/>
                </a:cubicBezTo>
                <a:cubicBezTo>
                  <a:pt x="7219416" y="270748"/>
                  <a:pt x="7087934" y="270748"/>
                  <a:pt x="6953928" y="270748"/>
                </a:cubicBezTo>
                <a:close/>
                <a:moveTo>
                  <a:pt x="4837630" y="270748"/>
                </a:moveTo>
                <a:cubicBezTo>
                  <a:pt x="4837630" y="404754"/>
                  <a:pt x="4837630" y="536236"/>
                  <a:pt x="4837630" y="672767"/>
                </a:cubicBezTo>
                <a:cubicBezTo>
                  <a:pt x="4971636" y="672767"/>
                  <a:pt x="5103117" y="672767"/>
                  <a:pt x="5237124" y="672767"/>
                </a:cubicBezTo>
                <a:cubicBezTo>
                  <a:pt x="5244710" y="617146"/>
                  <a:pt x="5242179" y="298561"/>
                  <a:pt x="5234593" y="270748"/>
                </a:cubicBezTo>
                <a:cubicBezTo>
                  <a:pt x="5103117" y="270748"/>
                  <a:pt x="4971636" y="270748"/>
                  <a:pt x="4837630" y="270748"/>
                </a:cubicBezTo>
                <a:close/>
                <a:moveTo>
                  <a:pt x="4417908" y="270748"/>
                </a:moveTo>
                <a:cubicBezTo>
                  <a:pt x="4410328" y="311203"/>
                  <a:pt x="4410328" y="642429"/>
                  <a:pt x="4417908" y="670242"/>
                </a:cubicBezTo>
                <a:cubicBezTo>
                  <a:pt x="4463424" y="677828"/>
                  <a:pt x="4787058" y="675297"/>
                  <a:pt x="4814877" y="667711"/>
                </a:cubicBezTo>
                <a:cubicBezTo>
                  <a:pt x="4814877" y="536236"/>
                  <a:pt x="4814877" y="404754"/>
                  <a:pt x="4814877" y="270748"/>
                </a:cubicBezTo>
                <a:cubicBezTo>
                  <a:pt x="4680865" y="270748"/>
                  <a:pt x="4549390" y="270748"/>
                  <a:pt x="4417908" y="270748"/>
                </a:cubicBezTo>
                <a:close/>
                <a:moveTo>
                  <a:pt x="3993131" y="270748"/>
                </a:moveTo>
                <a:cubicBezTo>
                  <a:pt x="3993131" y="404754"/>
                  <a:pt x="3993131" y="538761"/>
                  <a:pt x="3993131" y="672767"/>
                </a:cubicBezTo>
                <a:cubicBezTo>
                  <a:pt x="4127137" y="672767"/>
                  <a:pt x="4258619" y="672767"/>
                  <a:pt x="4390100" y="672767"/>
                </a:cubicBezTo>
                <a:cubicBezTo>
                  <a:pt x="4397681" y="634842"/>
                  <a:pt x="4397681" y="301086"/>
                  <a:pt x="4390100" y="270748"/>
                </a:cubicBezTo>
                <a:cubicBezTo>
                  <a:pt x="4258619" y="270748"/>
                  <a:pt x="4127137" y="270748"/>
                  <a:pt x="3993131" y="270748"/>
                </a:cubicBezTo>
                <a:close/>
                <a:moveTo>
                  <a:pt x="3148639" y="270748"/>
                </a:moveTo>
                <a:cubicBezTo>
                  <a:pt x="3148639" y="404754"/>
                  <a:pt x="3148639" y="538761"/>
                  <a:pt x="3148639" y="672767"/>
                </a:cubicBezTo>
                <a:cubicBezTo>
                  <a:pt x="3282645" y="672767"/>
                  <a:pt x="3414121" y="672767"/>
                  <a:pt x="3548127" y="672767"/>
                </a:cubicBezTo>
                <a:cubicBezTo>
                  <a:pt x="3555713" y="607029"/>
                  <a:pt x="3553188" y="298561"/>
                  <a:pt x="3545602" y="270748"/>
                </a:cubicBezTo>
                <a:cubicBezTo>
                  <a:pt x="3414121" y="270748"/>
                  <a:pt x="3280114" y="270748"/>
                  <a:pt x="3148639" y="270748"/>
                </a:cubicBezTo>
                <a:close/>
                <a:moveTo>
                  <a:pt x="2726387" y="270748"/>
                </a:moveTo>
                <a:cubicBezTo>
                  <a:pt x="2718800" y="333961"/>
                  <a:pt x="2721331" y="644953"/>
                  <a:pt x="2728917" y="672767"/>
                </a:cubicBezTo>
                <a:cubicBezTo>
                  <a:pt x="2860393" y="672767"/>
                  <a:pt x="2991874" y="672767"/>
                  <a:pt x="3125881" y="672767"/>
                </a:cubicBezTo>
                <a:cubicBezTo>
                  <a:pt x="3125881" y="538761"/>
                  <a:pt x="3125881" y="404754"/>
                  <a:pt x="3125881" y="270748"/>
                </a:cubicBezTo>
                <a:cubicBezTo>
                  <a:pt x="2991874" y="270748"/>
                  <a:pt x="2860393" y="270748"/>
                  <a:pt x="2726387" y="270748"/>
                </a:cubicBezTo>
                <a:close/>
                <a:moveTo>
                  <a:pt x="2304140" y="270748"/>
                </a:moveTo>
                <a:cubicBezTo>
                  <a:pt x="2304140" y="404754"/>
                  <a:pt x="2304140" y="538761"/>
                  <a:pt x="2304140" y="672767"/>
                </a:cubicBezTo>
                <a:cubicBezTo>
                  <a:pt x="2438146" y="672767"/>
                  <a:pt x="2569628" y="672767"/>
                  <a:pt x="2703634" y="672767"/>
                </a:cubicBezTo>
                <a:cubicBezTo>
                  <a:pt x="2711214" y="607029"/>
                  <a:pt x="2708690" y="298561"/>
                  <a:pt x="2701103" y="270748"/>
                </a:cubicBezTo>
                <a:cubicBezTo>
                  <a:pt x="2569628" y="270748"/>
                  <a:pt x="2435616" y="270748"/>
                  <a:pt x="2304140" y="270748"/>
                </a:cubicBezTo>
                <a:close/>
                <a:moveTo>
                  <a:pt x="1881894" y="270748"/>
                </a:moveTo>
                <a:cubicBezTo>
                  <a:pt x="1881894" y="404754"/>
                  <a:pt x="1881894" y="536236"/>
                  <a:pt x="1881894" y="672767"/>
                </a:cubicBezTo>
                <a:cubicBezTo>
                  <a:pt x="2013369" y="672767"/>
                  <a:pt x="2144845" y="672767"/>
                  <a:pt x="2283913" y="672767"/>
                </a:cubicBezTo>
                <a:cubicBezTo>
                  <a:pt x="2283913" y="538761"/>
                  <a:pt x="2283913" y="404754"/>
                  <a:pt x="2283913" y="270748"/>
                </a:cubicBezTo>
                <a:cubicBezTo>
                  <a:pt x="2147376" y="270748"/>
                  <a:pt x="2013369" y="270748"/>
                  <a:pt x="1881894" y="270748"/>
                </a:cubicBezTo>
                <a:close/>
                <a:moveTo>
                  <a:pt x="1462172" y="270748"/>
                </a:moveTo>
                <a:cubicBezTo>
                  <a:pt x="1452056" y="318789"/>
                  <a:pt x="1454586" y="647484"/>
                  <a:pt x="1464697" y="672767"/>
                </a:cubicBezTo>
                <a:cubicBezTo>
                  <a:pt x="1593648" y="672767"/>
                  <a:pt x="1725130" y="672767"/>
                  <a:pt x="1859136" y="672767"/>
                </a:cubicBezTo>
                <a:cubicBezTo>
                  <a:pt x="1859136" y="536236"/>
                  <a:pt x="1859136" y="404754"/>
                  <a:pt x="1859136" y="270748"/>
                </a:cubicBezTo>
                <a:cubicBezTo>
                  <a:pt x="1725130" y="270748"/>
                  <a:pt x="1593648" y="270748"/>
                  <a:pt x="1462172" y="270748"/>
                </a:cubicBezTo>
                <a:close/>
                <a:moveTo>
                  <a:pt x="612619" y="270748"/>
                </a:moveTo>
                <a:cubicBezTo>
                  <a:pt x="612619" y="407285"/>
                  <a:pt x="612619" y="538761"/>
                  <a:pt x="612619" y="672767"/>
                </a:cubicBezTo>
                <a:cubicBezTo>
                  <a:pt x="746625" y="672767"/>
                  <a:pt x="880631" y="672767"/>
                  <a:pt x="1012107" y="672767"/>
                </a:cubicBezTo>
                <a:cubicBezTo>
                  <a:pt x="1019693" y="629787"/>
                  <a:pt x="1019693" y="298561"/>
                  <a:pt x="1009582" y="270748"/>
                </a:cubicBezTo>
                <a:cubicBezTo>
                  <a:pt x="878100" y="270748"/>
                  <a:pt x="746625" y="270748"/>
                  <a:pt x="612619" y="270748"/>
                </a:cubicBezTo>
                <a:close/>
                <a:moveTo>
                  <a:pt x="190366" y="270748"/>
                </a:moveTo>
                <a:cubicBezTo>
                  <a:pt x="190366" y="407285"/>
                  <a:pt x="190366" y="538761"/>
                  <a:pt x="190366" y="672767"/>
                </a:cubicBezTo>
                <a:cubicBezTo>
                  <a:pt x="324372" y="672767"/>
                  <a:pt x="458385" y="672767"/>
                  <a:pt x="592391" y="672767"/>
                </a:cubicBezTo>
                <a:cubicBezTo>
                  <a:pt x="592391" y="538761"/>
                  <a:pt x="592391" y="407285"/>
                  <a:pt x="592391" y="270748"/>
                </a:cubicBezTo>
                <a:cubicBezTo>
                  <a:pt x="458385" y="270748"/>
                  <a:pt x="326903" y="270748"/>
                  <a:pt x="190366" y="270748"/>
                </a:cubicBezTo>
                <a:close/>
                <a:moveTo>
                  <a:pt x="9747795" y="268744"/>
                </a:moveTo>
                <a:cubicBezTo>
                  <a:pt x="9637547" y="268298"/>
                  <a:pt x="9503225" y="271062"/>
                  <a:pt x="9487423" y="275803"/>
                </a:cubicBezTo>
                <a:cubicBezTo>
                  <a:pt x="9479831" y="344072"/>
                  <a:pt x="9482362" y="644953"/>
                  <a:pt x="9492479" y="672767"/>
                </a:cubicBezTo>
                <a:cubicBezTo>
                  <a:pt x="9540520" y="680353"/>
                  <a:pt x="9861628" y="677828"/>
                  <a:pt x="9889442" y="670242"/>
                </a:cubicBezTo>
                <a:cubicBezTo>
                  <a:pt x="9889442" y="538761"/>
                  <a:pt x="9889442" y="407285"/>
                  <a:pt x="9889442" y="273279"/>
                </a:cubicBezTo>
                <a:cubicBezTo>
                  <a:pt x="9871427" y="270434"/>
                  <a:pt x="9813944" y="269011"/>
                  <a:pt x="9747795" y="268744"/>
                </a:cubicBezTo>
                <a:close/>
                <a:moveTo>
                  <a:pt x="8484299" y="268744"/>
                </a:moveTo>
                <a:cubicBezTo>
                  <a:pt x="8374593" y="268298"/>
                  <a:pt x="8237109" y="271062"/>
                  <a:pt x="8218148" y="275803"/>
                </a:cubicBezTo>
                <a:cubicBezTo>
                  <a:pt x="8218148" y="407285"/>
                  <a:pt x="8218148" y="538761"/>
                  <a:pt x="8218148" y="672767"/>
                </a:cubicBezTo>
                <a:cubicBezTo>
                  <a:pt x="8357209" y="672767"/>
                  <a:pt x="8486160" y="672767"/>
                  <a:pt x="8617636" y="672767"/>
                </a:cubicBezTo>
                <a:cubicBezTo>
                  <a:pt x="8625222" y="644953"/>
                  <a:pt x="8627753" y="313734"/>
                  <a:pt x="8620167" y="273279"/>
                </a:cubicBezTo>
                <a:cubicBezTo>
                  <a:pt x="8605945" y="270434"/>
                  <a:pt x="8550122" y="269011"/>
                  <a:pt x="8484299" y="268744"/>
                </a:cubicBezTo>
                <a:close/>
                <a:moveTo>
                  <a:pt x="6364922" y="268744"/>
                </a:moveTo>
                <a:cubicBezTo>
                  <a:pt x="6254698" y="268298"/>
                  <a:pt x="6121758" y="271062"/>
                  <a:pt x="6104374" y="275803"/>
                </a:cubicBezTo>
                <a:cubicBezTo>
                  <a:pt x="6104374" y="407285"/>
                  <a:pt x="6104374" y="538761"/>
                  <a:pt x="6104374" y="670242"/>
                </a:cubicBezTo>
                <a:cubicBezTo>
                  <a:pt x="6154946" y="677828"/>
                  <a:pt x="6481110" y="675297"/>
                  <a:pt x="6508924" y="667711"/>
                </a:cubicBezTo>
                <a:cubicBezTo>
                  <a:pt x="6508924" y="536236"/>
                  <a:pt x="6508924" y="404754"/>
                  <a:pt x="6508924" y="273279"/>
                </a:cubicBezTo>
                <a:cubicBezTo>
                  <a:pt x="6489013" y="270434"/>
                  <a:pt x="6431056" y="269011"/>
                  <a:pt x="6364922" y="268744"/>
                </a:cubicBezTo>
                <a:close/>
                <a:moveTo>
                  <a:pt x="5941391" y="268744"/>
                </a:moveTo>
                <a:cubicBezTo>
                  <a:pt x="5831266" y="268298"/>
                  <a:pt x="5697930" y="271062"/>
                  <a:pt x="5682128" y="275803"/>
                </a:cubicBezTo>
                <a:cubicBezTo>
                  <a:pt x="5674542" y="349127"/>
                  <a:pt x="5677073" y="644953"/>
                  <a:pt x="5687184" y="672767"/>
                </a:cubicBezTo>
                <a:cubicBezTo>
                  <a:pt x="5818665" y="672767"/>
                  <a:pt x="5947616" y="672767"/>
                  <a:pt x="6084147" y="672767"/>
                </a:cubicBezTo>
                <a:cubicBezTo>
                  <a:pt x="6084147" y="536236"/>
                  <a:pt x="6084147" y="404754"/>
                  <a:pt x="6084147" y="273279"/>
                </a:cubicBezTo>
                <a:cubicBezTo>
                  <a:pt x="6065185" y="270434"/>
                  <a:pt x="6007466" y="269011"/>
                  <a:pt x="5941391" y="268744"/>
                </a:cubicBezTo>
                <a:close/>
                <a:moveTo>
                  <a:pt x="1293816" y="268744"/>
                </a:moveTo>
                <a:cubicBezTo>
                  <a:pt x="1184556" y="268298"/>
                  <a:pt x="1053197" y="271062"/>
                  <a:pt x="1037395" y="275803"/>
                </a:cubicBezTo>
                <a:cubicBezTo>
                  <a:pt x="1029809" y="323844"/>
                  <a:pt x="1032334" y="644953"/>
                  <a:pt x="1039920" y="672767"/>
                </a:cubicBezTo>
                <a:cubicBezTo>
                  <a:pt x="1085436" y="680353"/>
                  <a:pt x="1409076" y="677828"/>
                  <a:pt x="1436884" y="670242"/>
                </a:cubicBezTo>
                <a:cubicBezTo>
                  <a:pt x="1436884" y="538761"/>
                  <a:pt x="1436884" y="407285"/>
                  <a:pt x="1436884" y="273279"/>
                </a:cubicBezTo>
                <a:cubicBezTo>
                  <a:pt x="1416972" y="270434"/>
                  <a:pt x="1359372" y="269011"/>
                  <a:pt x="1293816" y="268744"/>
                </a:cubicBezTo>
                <a:close/>
                <a:moveTo>
                  <a:pt x="5456148" y="267905"/>
                </a:moveTo>
                <a:cubicBezTo>
                  <a:pt x="5364175" y="268220"/>
                  <a:pt x="5273783" y="270748"/>
                  <a:pt x="5259876" y="275803"/>
                </a:cubicBezTo>
                <a:cubicBezTo>
                  <a:pt x="5259876" y="407285"/>
                  <a:pt x="5259876" y="538761"/>
                  <a:pt x="5259876" y="672767"/>
                </a:cubicBezTo>
                <a:cubicBezTo>
                  <a:pt x="5396413" y="672767"/>
                  <a:pt x="5527894" y="672767"/>
                  <a:pt x="5661901" y="672767"/>
                </a:cubicBezTo>
                <a:cubicBezTo>
                  <a:pt x="5661901" y="538761"/>
                  <a:pt x="5661901" y="404754"/>
                  <a:pt x="5661901" y="273279"/>
                </a:cubicBezTo>
                <a:cubicBezTo>
                  <a:pt x="5641673" y="269486"/>
                  <a:pt x="5548121" y="267589"/>
                  <a:pt x="5456148" y="267905"/>
                </a:cubicBezTo>
                <a:close/>
                <a:moveTo>
                  <a:pt x="9263338" y="267589"/>
                </a:moveTo>
                <a:cubicBezTo>
                  <a:pt x="9171367" y="267589"/>
                  <a:pt x="9080343" y="269486"/>
                  <a:pt x="9065171" y="273279"/>
                </a:cubicBezTo>
                <a:cubicBezTo>
                  <a:pt x="9065171" y="407285"/>
                  <a:pt x="9065171" y="538761"/>
                  <a:pt x="9065171" y="672767"/>
                </a:cubicBezTo>
                <a:cubicBezTo>
                  <a:pt x="9201708" y="672767"/>
                  <a:pt x="9333184" y="672767"/>
                  <a:pt x="9467190" y="672767"/>
                </a:cubicBezTo>
                <a:cubicBezTo>
                  <a:pt x="9467190" y="538761"/>
                  <a:pt x="9467190" y="407285"/>
                  <a:pt x="9467190" y="273279"/>
                </a:cubicBezTo>
                <a:cubicBezTo>
                  <a:pt x="9448228" y="269486"/>
                  <a:pt x="9355309" y="267589"/>
                  <a:pt x="9263338" y="267589"/>
                </a:cubicBezTo>
                <a:close/>
                <a:moveTo>
                  <a:pt x="6727319" y="267589"/>
                </a:moveTo>
                <a:cubicBezTo>
                  <a:pt x="6635347" y="267589"/>
                  <a:pt x="6544323" y="269486"/>
                  <a:pt x="6529151" y="273279"/>
                </a:cubicBezTo>
                <a:cubicBezTo>
                  <a:pt x="6529151" y="407285"/>
                  <a:pt x="6529151" y="538761"/>
                  <a:pt x="6529151" y="672767"/>
                </a:cubicBezTo>
                <a:cubicBezTo>
                  <a:pt x="6665688" y="672767"/>
                  <a:pt x="6797164" y="672767"/>
                  <a:pt x="6931176" y="672767"/>
                </a:cubicBezTo>
                <a:cubicBezTo>
                  <a:pt x="6931176" y="538761"/>
                  <a:pt x="6931176" y="407285"/>
                  <a:pt x="6931176" y="273279"/>
                </a:cubicBezTo>
                <a:cubicBezTo>
                  <a:pt x="6912211" y="269486"/>
                  <a:pt x="6819291" y="267589"/>
                  <a:pt x="6727319" y="267589"/>
                </a:cubicBezTo>
                <a:close/>
                <a:moveTo>
                  <a:pt x="170139" y="0"/>
                </a:moveTo>
                <a:lnTo>
                  <a:pt x="190366" y="0"/>
                </a:lnTo>
                <a:lnTo>
                  <a:pt x="190366" y="247990"/>
                </a:lnTo>
                <a:cubicBezTo>
                  <a:pt x="324372" y="247990"/>
                  <a:pt x="455854" y="247990"/>
                  <a:pt x="592391" y="247990"/>
                </a:cubicBezTo>
                <a:cubicBezTo>
                  <a:pt x="592391" y="179724"/>
                  <a:pt x="592391" y="112721"/>
                  <a:pt x="592391" y="46350"/>
                </a:cubicBezTo>
                <a:lnTo>
                  <a:pt x="592391" y="0"/>
                </a:lnTo>
                <a:lnTo>
                  <a:pt x="612619" y="0"/>
                </a:lnTo>
                <a:lnTo>
                  <a:pt x="612619" y="47614"/>
                </a:lnTo>
                <a:cubicBezTo>
                  <a:pt x="612619" y="113985"/>
                  <a:pt x="612619" y="179725"/>
                  <a:pt x="612619" y="245465"/>
                </a:cubicBezTo>
                <a:cubicBezTo>
                  <a:pt x="655598" y="253051"/>
                  <a:pt x="986824" y="253051"/>
                  <a:pt x="1014637" y="242934"/>
                </a:cubicBezTo>
                <a:cubicBezTo>
                  <a:pt x="1018430" y="216386"/>
                  <a:pt x="1019694" y="124099"/>
                  <a:pt x="1019062" y="34972"/>
                </a:cubicBezTo>
                <a:lnTo>
                  <a:pt x="1018621" y="0"/>
                </a:lnTo>
                <a:lnTo>
                  <a:pt x="1037395" y="0"/>
                </a:lnTo>
                <a:lnTo>
                  <a:pt x="1037395" y="247990"/>
                </a:lnTo>
                <a:cubicBezTo>
                  <a:pt x="1171402" y="247990"/>
                  <a:pt x="1302877" y="247990"/>
                  <a:pt x="1436884" y="247990"/>
                </a:cubicBezTo>
                <a:cubicBezTo>
                  <a:pt x="1436884" y="180987"/>
                  <a:pt x="1436884" y="115247"/>
                  <a:pt x="1436884" y="49508"/>
                </a:cubicBezTo>
                <a:lnTo>
                  <a:pt x="1436884" y="0"/>
                </a:lnTo>
                <a:lnTo>
                  <a:pt x="1457117" y="0"/>
                </a:lnTo>
                <a:lnTo>
                  <a:pt x="1457117" y="247990"/>
                </a:lnTo>
                <a:cubicBezTo>
                  <a:pt x="1591123" y="247990"/>
                  <a:pt x="1722599" y="247990"/>
                  <a:pt x="1859136" y="247990"/>
                </a:cubicBezTo>
                <a:lnTo>
                  <a:pt x="1859136" y="0"/>
                </a:lnTo>
                <a:lnTo>
                  <a:pt x="1879363" y="0"/>
                </a:lnTo>
                <a:lnTo>
                  <a:pt x="1879363" y="247990"/>
                </a:lnTo>
                <a:cubicBezTo>
                  <a:pt x="2013369" y="247990"/>
                  <a:pt x="2144845" y="247990"/>
                  <a:pt x="2278857" y="247990"/>
                </a:cubicBezTo>
                <a:lnTo>
                  <a:pt x="2278857" y="0"/>
                </a:lnTo>
                <a:lnTo>
                  <a:pt x="2304140" y="0"/>
                </a:lnTo>
                <a:lnTo>
                  <a:pt x="2304140" y="245465"/>
                </a:lnTo>
                <a:cubicBezTo>
                  <a:pt x="2344595" y="253051"/>
                  <a:pt x="2675821" y="253051"/>
                  <a:pt x="2703634" y="245465"/>
                </a:cubicBezTo>
                <a:cubicBezTo>
                  <a:pt x="2707424" y="222707"/>
                  <a:pt x="2708688" y="130418"/>
                  <a:pt x="2708056" y="40343"/>
                </a:cubicBezTo>
                <a:lnTo>
                  <a:pt x="2707555" y="0"/>
                </a:lnTo>
                <a:lnTo>
                  <a:pt x="2724699" y="0"/>
                </a:lnTo>
                <a:lnTo>
                  <a:pt x="2724177" y="47614"/>
                </a:lnTo>
                <a:cubicBezTo>
                  <a:pt x="2723862" y="113985"/>
                  <a:pt x="2723862" y="179725"/>
                  <a:pt x="2723862" y="245465"/>
                </a:cubicBezTo>
                <a:cubicBezTo>
                  <a:pt x="2769372" y="253051"/>
                  <a:pt x="3098067" y="250520"/>
                  <a:pt x="3125881" y="242934"/>
                </a:cubicBezTo>
                <a:cubicBezTo>
                  <a:pt x="3129673" y="215121"/>
                  <a:pt x="3130937" y="122833"/>
                  <a:pt x="3130305" y="34023"/>
                </a:cubicBezTo>
                <a:lnTo>
                  <a:pt x="3129875" y="0"/>
                </a:lnTo>
                <a:lnTo>
                  <a:pt x="3144117" y="0"/>
                </a:lnTo>
                <a:lnTo>
                  <a:pt x="3144212" y="58676"/>
                </a:lnTo>
                <a:cubicBezTo>
                  <a:pt x="3144843" y="148750"/>
                  <a:pt x="3147370" y="235348"/>
                  <a:pt x="3151163" y="247990"/>
                </a:cubicBezTo>
                <a:cubicBezTo>
                  <a:pt x="3282645" y="247990"/>
                  <a:pt x="3414121" y="247990"/>
                  <a:pt x="3548127" y="247990"/>
                </a:cubicBezTo>
                <a:lnTo>
                  <a:pt x="3548127" y="0"/>
                </a:lnTo>
                <a:lnTo>
                  <a:pt x="3572452" y="0"/>
                </a:lnTo>
                <a:lnTo>
                  <a:pt x="3570885" y="247990"/>
                </a:lnTo>
                <a:cubicBezTo>
                  <a:pt x="3621451" y="255576"/>
                  <a:pt x="3945090" y="253051"/>
                  <a:pt x="3970379" y="245465"/>
                </a:cubicBezTo>
                <a:cubicBezTo>
                  <a:pt x="3974169" y="215124"/>
                  <a:pt x="3975433" y="122835"/>
                  <a:pt x="3974801" y="34655"/>
                </a:cubicBezTo>
                <a:lnTo>
                  <a:pt x="3974360" y="0"/>
                </a:lnTo>
                <a:lnTo>
                  <a:pt x="3990606" y="0"/>
                </a:lnTo>
                <a:lnTo>
                  <a:pt x="3990606" y="48246"/>
                </a:lnTo>
                <a:cubicBezTo>
                  <a:pt x="3990606" y="115249"/>
                  <a:pt x="3990606" y="182252"/>
                  <a:pt x="3990606" y="250520"/>
                </a:cubicBezTo>
                <a:cubicBezTo>
                  <a:pt x="4127137" y="250520"/>
                  <a:pt x="4258619" y="250520"/>
                  <a:pt x="4392625" y="250520"/>
                </a:cubicBezTo>
                <a:lnTo>
                  <a:pt x="4392625" y="0"/>
                </a:lnTo>
                <a:lnTo>
                  <a:pt x="4415383" y="0"/>
                </a:lnTo>
                <a:lnTo>
                  <a:pt x="4415383" y="247990"/>
                </a:lnTo>
                <a:cubicBezTo>
                  <a:pt x="4549390" y="247990"/>
                  <a:pt x="4680865" y="247990"/>
                  <a:pt x="4814877" y="247990"/>
                </a:cubicBezTo>
                <a:lnTo>
                  <a:pt x="4814877" y="0"/>
                </a:lnTo>
                <a:lnTo>
                  <a:pt x="4837630" y="0"/>
                </a:lnTo>
                <a:lnTo>
                  <a:pt x="4837630" y="247990"/>
                </a:lnTo>
                <a:cubicBezTo>
                  <a:pt x="4974166" y="247990"/>
                  <a:pt x="5105642" y="247990"/>
                  <a:pt x="5239648" y="247990"/>
                </a:cubicBezTo>
                <a:lnTo>
                  <a:pt x="5239648" y="0"/>
                </a:lnTo>
                <a:lnTo>
                  <a:pt x="5255353" y="0"/>
                </a:lnTo>
                <a:lnTo>
                  <a:pt x="5255454" y="61520"/>
                </a:lnTo>
                <a:cubicBezTo>
                  <a:pt x="5256086" y="150647"/>
                  <a:pt x="5258614" y="236613"/>
                  <a:pt x="5262406" y="250520"/>
                </a:cubicBezTo>
                <a:cubicBezTo>
                  <a:pt x="5393883" y="250520"/>
                  <a:pt x="5525364" y="250520"/>
                  <a:pt x="5659370" y="250520"/>
                </a:cubicBezTo>
                <a:cubicBezTo>
                  <a:pt x="5660635" y="182252"/>
                  <a:pt x="5661268" y="115249"/>
                  <a:pt x="5661585" y="48878"/>
                </a:cubicBezTo>
                <a:lnTo>
                  <a:pt x="5661663" y="0"/>
                </a:lnTo>
                <a:lnTo>
                  <a:pt x="5682128" y="0"/>
                </a:lnTo>
                <a:lnTo>
                  <a:pt x="5682128" y="245465"/>
                </a:lnTo>
                <a:cubicBezTo>
                  <a:pt x="5720052" y="253051"/>
                  <a:pt x="6053809" y="253051"/>
                  <a:pt x="6084147" y="245465"/>
                </a:cubicBezTo>
                <a:lnTo>
                  <a:pt x="6084147" y="0"/>
                </a:lnTo>
                <a:lnTo>
                  <a:pt x="6104374" y="0"/>
                </a:lnTo>
                <a:lnTo>
                  <a:pt x="6104374" y="247990"/>
                </a:lnTo>
                <a:cubicBezTo>
                  <a:pt x="6240911" y="247990"/>
                  <a:pt x="6372387" y="247990"/>
                  <a:pt x="6508924" y="247990"/>
                </a:cubicBezTo>
                <a:cubicBezTo>
                  <a:pt x="6508924" y="180987"/>
                  <a:pt x="6508924" y="115247"/>
                  <a:pt x="6508924" y="49508"/>
                </a:cubicBezTo>
                <a:lnTo>
                  <a:pt x="6508924" y="0"/>
                </a:lnTo>
                <a:lnTo>
                  <a:pt x="6532521" y="0"/>
                </a:lnTo>
                <a:lnTo>
                  <a:pt x="6531998" y="47614"/>
                </a:lnTo>
                <a:cubicBezTo>
                  <a:pt x="6531682" y="113985"/>
                  <a:pt x="6531682" y="179725"/>
                  <a:pt x="6531682" y="245465"/>
                </a:cubicBezTo>
                <a:cubicBezTo>
                  <a:pt x="6577192" y="253051"/>
                  <a:pt x="6905887" y="250520"/>
                  <a:pt x="6933701" y="242934"/>
                </a:cubicBezTo>
                <a:cubicBezTo>
                  <a:pt x="6937494" y="215121"/>
                  <a:pt x="6938759" y="122833"/>
                  <a:pt x="6938128" y="34023"/>
                </a:cubicBezTo>
                <a:lnTo>
                  <a:pt x="6937698" y="0"/>
                </a:lnTo>
                <a:lnTo>
                  <a:pt x="6951403" y="0"/>
                </a:lnTo>
                <a:lnTo>
                  <a:pt x="6951403" y="245465"/>
                </a:lnTo>
                <a:cubicBezTo>
                  <a:pt x="6991858" y="253051"/>
                  <a:pt x="7323084" y="253051"/>
                  <a:pt x="7353422" y="245465"/>
                </a:cubicBezTo>
                <a:lnTo>
                  <a:pt x="7353422" y="0"/>
                </a:lnTo>
                <a:lnTo>
                  <a:pt x="7374189" y="0"/>
                </a:lnTo>
                <a:lnTo>
                  <a:pt x="7374281" y="56144"/>
                </a:lnTo>
                <a:cubicBezTo>
                  <a:pt x="7374914" y="146220"/>
                  <a:pt x="7377443" y="234083"/>
                  <a:pt x="7381236" y="247990"/>
                </a:cubicBezTo>
                <a:cubicBezTo>
                  <a:pt x="7510187" y="247990"/>
                  <a:pt x="7644193" y="247990"/>
                  <a:pt x="7778199" y="247990"/>
                </a:cubicBezTo>
                <a:lnTo>
                  <a:pt x="7778199" y="0"/>
                </a:lnTo>
                <a:lnTo>
                  <a:pt x="7798427" y="0"/>
                </a:lnTo>
                <a:lnTo>
                  <a:pt x="7798427" y="247990"/>
                </a:lnTo>
                <a:cubicBezTo>
                  <a:pt x="7856578" y="255576"/>
                  <a:pt x="8172637" y="253051"/>
                  <a:pt x="8197920" y="245465"/>
                </a:cubicBezTo>
                <a:cubicBezTo>
                  <a:pt x="8201713" y="216386"/>
                  <a:pt x="8202977" y="124097"/>
                  <a:pt x="8202345" y="35602"/>
                </a:cubicBezTo>
                <a:lnTo>
                  <a:pt x="8201893" y="0"/>
                </a:lnTo>
                <a:lnTo>
                  <a:pt x="8220673" y="0"/>
                </a:lnTo>
                <a:lnTo>
                  <a:pt x="8220673" y="247990"/>
                </a:lnTo>
                <a:cubicBezTo>
                  <a:pt x="8354685" y="247990"/>
                  <a:pt x="8486160" y="247990"/>
                  <a:pt x="8622697" y="247990"/>
                </a:cubicBezTo>
                <a:lnTo>
                  <a:pt x="8622697" y="0"/>
                </a:lnTo>
                <a:lnTo>
                  <a:pt x="8640921" y="0"/>
                </a:lnTo>
                <a:lnTo>
                  <a:pt x="8641027" y="64364"/>
                </a:lnTo>
                <a:cubicBezTo>
                  <a:pt x="8641659" y="152543"/>
                  <a:pt x="8644187" y="236613"/>
                  <a:pt x="8647980" y="250520"/>
                </a:cubicBezTo>
                <a:cubicBezTo>
                  <a:pt x="8779462" y="250520"/>
                  <a:pt x="8910937" y="250520"/>
                  <a:pt x="9042419" y="250520"/>
                </a:cubicBezTo>
                <a:cubicBezTo>
                  <a:pt x="9043682" y="182252"/>
                  <a:pt x="9044313" y="115880"/>
                  <a:pt x="9044629" y="49824"/>
                </a:cubicBezTo>
                <a:lnTo>
                  <a:pt x="9044708" y="0"/>
                </a:lnTo>
                <a:lnTo>
                  <a:pt x="9065171" y="0"/>
                </a:lnTo>
                <a:lnTo>
                  <a:pt x="9065171" y="247990"/>
                </a:lnTo>
                <a:cubicBezTo>
                  <a:pt x="9201708" y="247990"/>
                  <a:pt x="9333184" y="247990"/>
                  <a:pt x="9467190" y="247990"/>
                </a:cubicBezTo>
                <a:lnTo>
                  <a:pt x="9467190" y="0"/>
                </a:lnTo>
                <a:lnTo>
                  <a:pt x="9487423" y="0"/>
                </a:lnTo>
                <a:lnTo>
                  <a:pt x="9487423" y="245465"/>
                </a:lnTo>
                <a:cubicBezTo>
                  <a:pt x="9540520" y="253051"/>
                  <a:pt x="9864159" y="250520"/>
                  <a:pt x="9889442" y="242934"/>
                </a:cubicBezTo>
                <a:cubicBezTo>
                  <a:pt x="9889442" y="177196"/>
                  <a:pt x="9889442" y="112090"/>
                  <a:pt x="9889442" y="46667"/>
                </a:cubicBezTo>
                <a:lnTo>
                  <a:pt x="9889442" y="0"/>
                </a:lnTo>
                <a:lnTo>
                  <a:pt x="9909669" y="0"/>
                </a:lnTo>
                <a:lnTo>
                  <a:pt x="9909669" y="245465"/>
                </a:lnTo>
                <a:cubicBezTo>
                  <a:pt x="9955180" y="253051"/>
                  <a:pt x="10283875" y="250520"/>
                  <a:pt x="10311688" y="242934"/>
                </a:cubicBezTo>
                <a:lnTo>
                  <a:pt x="10311688" y="0"/>
                </a:lnTo>
                <a:lnTo>
                  <a:pt x="10331916" y="0"/>
                </a:lnTo>
                <a:lnTo>
                  <a:pt x="10331916" y="245465"/>
                </a:lnTo>
                <a:cubicBezTo>
                  <a:pt x="10369846" y="253051"/>
                  <a:pt x="10706127" y="253051"/>
                  <a:pt x="10733940" y="245465"/>
                </a:cubicBezTo>
                <a:lnTo>
                  <a:pt x="10733940" y="0"/>
                </a:lnTo>
                <a:lnTo>
                  <a:pt x="10756693" y="0"/>
                </a:lnTo>
                <a:lnTo>
                  <a:pt x="10756693" y="247990"/>
                </a:lnTo>
                <a:cubicBezTo>
                  <a:pt x="10890699" y="247990"/>
                  <a:pt x="11022180" y="247990"/>
                  <a:pt x="11156187" y="247990"/>
                </a:cubicBezTo>
                <a:lnTo>
                  <a:pt x="11156187" y="0"/>
                </a:lnTo>
                <a:lnTo>
                  <a:pt x="11179782" y="0"/>
                </a:lnTo>
                <a:lnTo>
                  <a:pt x="11179261" y="47614"/>
                </a:lnTo>
                <a:cubicBezTo>
                  <a:pt x="11178945" y="113985"/>
                  <a:pt x="11178945" y="179725"/>
                  <a:pt x="11178945" y="245465"/>
                </a:cubicBezTo>
                <a:cubicBezTo>
                  <a:pt x="11226986" y="253051"/>
                  <a:pt x="11550619" y="250520"/>
                  <a:pt x="11578433" y="242934"/>
                </a:cubicBezTo>
                <a:cubicBezTo>
                  <a:pt x="11582226" y="216386"/>
                  <a:pt x="11583491" y="124099"/>
                  <a:pt x="11582860" y="34972"/>
                </a:cubicBezTo>
                <a:lnTo>
                  <a:pt x="11582420" y="0"/>
                </a:lnTo>
                <a:lnTo>
                  <a:pt x="11598660" y="0"/>
                </a:lnTo>
                <a:lnTo>
                  <a:pt x="11598660" y="247990"/>
                </a:lnTo>
                <a:cubicBezTo>
                  <a:pt x="11735197" y="247990"/>
                  <a:pt x="11866679" y="247990"/>
                  <a:pt x="12000685" y="247990"/>
                </a:cubicBezTo>
                <a:lnTo>
                  <a:pt x="12000685" y="0"/>
                </a:lnTo>
                <a:lnTo>
                  <a:pt x="12028499" y="0"/>
                </a:lnTo>
                <a:lnTo>
                  <a:pt x="12028499" y="45085"/>
                </a:lnTo>
                <a:cubicBezTo>
                  <a:pt x="12028499" y="111457"/>
                  <a:pt x="12028499" y="177196"/>
                  <a:pt x="12028499" y="242934"/>
                </a:cubicBezTo>
                <a:lnTo>
                  <a:pt x="12192000" y="242934"/>
                </a:lnTo>
                <a:lnTo>
                  <a:pt x="12192000" y="265412"/>
                </a:lnTo>
                <a:lnTo>
                  <a:pt x="12159974" y="264744"/>
                </a:lnTo>
                <a:cubicBezTo>
                  <a:pt x="12144803" y="264427"/>
                  <a:pt x="12129633" y="264427"/>
                  <a:pt x="12114464" y="265693"/>
                </a:cubicBezTo>
                <a:cubicBezTo>
                  <a:pt x="12084120" y="265693"/>
                  <a:pt x="12056306" y="260631"/>
                  <a:pt x="12025968" y="270748"/>
                </a:cubicBezTo>
                <a:cubicBezTo>
                  <a:pt x="12025968" y="404754"/>
                  <a:pt x="12025968" y="536236"/>
                  <a:pt x="12025968" y="672767"/>
                </a:cubicBezTo>
                <a:lnTo>
                  <a:pt x="12192000" y="672767"/>
                </a:lnTo>
                <a:lnTo>
                  <a:pt x="12192000" y="687939"/>
                </a:lnTo>
                <a:lnTo>
                  <a:pt x="12111939" y="687939"/>
                </a:lnTo>
                <a:cubicBezTo>
                  <a:pt x="12081595" y="687939"/>
                  <a:pt x="12053782" y="682883"/>
                  <a:pt x="12023443" y="692994"/>
                </a:cubicBezTo>
                <a:cubicBezTo>
                  <a:pt x="12023443" y="827001"/>
                  <a:pt x="12023443" y="958482"/>
                  <a:pt x="12023443" y="1095019"/>
                </a:cubicBezTo>
                <a:lnTo>
                  <a:pt x="12192000" y="1095019"/>
                </a:lnTo>
                <a:lnTo>
                  <a:pt x="12192000" y="1110306"/>
                </a:lnTo>
                <a:lnTo>
                  <a:pt x="12023443" y="1112716"/>
                </a:lnTo>
                <a:cubicBezTo>
                  <a:pt x="12023443" y="1249253"/>
                  <a:pt x="12023443" y="1380728"/>
                  <a:pt x="12023443" y="1517265"/>
                </a:cubicBezTo>
                <a:lnTo>
                  <a:pt x="12192000" y="1517265"/>
                </a:lnTo>
                <a:lnTo>
                  <a:pt x="12192000" y="1532557"/>
                </a:lnTo>
                <a:lnTo>
                  <a:pt x="12023443" y="1534962"/>
                </a:lnTo>
                <a:cubicBezTo>
                  <a:pt x="12023443" y="1671499"/>
                  <a:pt x="12023443" y="1805505"/>
                  <a:pt x="12023443" y="1939511"/>
                </a:cubicBezTo>
                <a:lnTo>
                  <a:pt x="12192000" y="1939511"/>
                </a:lnTo>
                <a:lnTo>
                  <a:pt x="12192000" y="1954924"/>
                </a:lnTo>
                <a:lnTo>
                  <a:pt x="12023443" y="1959739"/>
                </a:lnTo>
                <a:cubicBezTo>
                  <a:pt x="12023443" y="2096275"/>
                  <a:pt x="12023443" y="2227757"/>
                  <a:pt x="12023443" y="2361764"/>
                </a:cubicBezTo>
                <a:lnTo>
                  <a:pt x="12192000" y="2361764"/>
                </a:lnTo>
                <a:lnTo>
                  <a:pt x="12192000" y="2384154"/>
                </a:lnTo>
                <a:lnTo>
                  <a:pt x="12111936" y="2380724"/>
                </a:lnTo>
                <a:cubicBezTo>
                  <a:pt x="12082228" y="2380724"/>
                  <a:pt x="12052519" y="2381988"/>
                  <a:pt x="12023443" y="2384516"/>
                </a:cubicBezTo>
                <a:cubicBezTo>
                  <a:pt x="12023443" y="2521053"/>
                  <a:pt x="12023443" y="2652534"/>
                  <a:pt x="12023443" y="2784010"/>
                </a:cubicBezTo>
                <a:lnTo>
                  <a:pt x="12192000" y="2784010"/>
                </a:lnTo>
                <a:lnTo>
                  <a:pt x="12192000" y="2806592"/>
                </a:lnTo>
                <a:lnTo>
                  <a:pt x="12154918" y="2805819"/>
                </a:lnTo>
                <a:cubicBezTo>
                  <a:pt x="12139747" y="2805503"/>
                  <a:pt x="12124575" y="2805503"/>
                  <a:pt x="12109403" y="2806768"/>
                </a:cubicBezTo>
                <a:cubicBezTo>
                  <a:pt x="12079064" y="2806768"/>
                  <a:pt x="12051251" y="2801713"/>
                  <a:pt x="12020913" y="2811824"/>
                </a:cubicBezTo>
                <a:cubicBezTo>
                  <a:pt x="12020913" y="2945830"/>
                  <a:pt x="12020913" y="3077311"/>
                  <a:pt x="12020913" y="3213848"/>
                </a:cubicBezTo>
                <a:lnTo>
                  <a:pt x="12192000" y="3213848"/>
                </a:lnTo>
                <a:lnTo>
                  <a:pt x="12192000" y="3229014"/>
                </a:lnTo>
                <a:lnTo>
                  <a:pt x="12106878" y="3229014"/>
                </a:lnTo>
                <a:cubicBezTo>
                  <a:pt x="12076540" y="3229014"/>
                  <a:pt x="12048726" y="3223959"/>
                  <a:pt x="12018382" y="3234070"/>
                </a:cubicBezTo>
                <a:cubicBezTo>
                  <a:pt x="12018382" y="3368082"/>
                  <a:pt x="12018382" y="3499557"/>
                  <a:pt x="12018382" y="3636094"/>
                </a:cubicBezTo>
                <a:lnTo>
                  <a:pt x="12192000" y="3636094"/>
                </a:lnTo>
                <a:lnTo>
                  <a:pt x="12192000" y="3651314"/>
                </a:lnTo>
                <a:lnTo>
                  <a:pt x="12018382" y="3653791"/>
                </a:lnTo>
                <a:cubicBezTo>
                  <a:pt x="12018382" y="3790328"/>
                  <a:pt x="12018382" y="3921810"/>
                  <a:pt x="12018382" y="4058341"/>
                </a:cubicBezTo>
                <a:lnTo>
                  <a:pt x="12192000" y="4058341"/>
                </a:lnTo>
                <a:lnTo>
                  <a:pt x="12192000" y="4073561"/>
                </a:lnTo>
                <a:lnTo>
                  <a:pt x="12018382" y="4076043"/>
                </a:lnTo>
                <a:cubicBezTo>
                  <a:pt x="12018382" y="4212574"/>
                  <a:pt x="12018382" y="4346581"/>
                  <a:pt x="12018382" y="4480593"/>
                </a:cubicBezTo>
                <a:lnTo>
                  <a:pt x="12192000" y="4480593"/>
                </a:lnTo>
                <a:lnTo>
                  <a:pt x="12192000" y="4495856"/>
                </a:lnTo>
                <a:lnTo>
                  <a:pt x="12018382" y="4500814"/>
                </a:lnTo>
                <a:cubicBezTo>
                  <a:pt x="12018382" y="4637351"/>
                  <a:pt x="12018382" y="4768833"/>
                  <a:pt x="12018382" y="4902839"/>
                </a:cubicBezTo>
                <a:lnTo>
                  <a:pt x="12192000" y="4902839"/>
                </a:lnTo>
                <a:lnTo>
                  <a:pt x="12192000" y="4925453"/>
                </a:lnTo>
                <a:lnTo>
                  <a:pt x="12106880" y="4921802"/>
                </a:lnTo>
                <a:cubicBezTo>
                  <a:pt x="12077171" y="4921801"/>
                  <a:pt x="12047461" y="4923067"/>
                  <a:pt x="12018382" y="4925597"/>
                </a:cubicBezTo>
                <a:cubicBezTo>
                  <a:pt x="12018382" y="5062128"/>
                  <a:pt x="12018382" y="5193610"/>
                  <a:pt x="12018382" y="5325085"/>
                </a:cubicBezTo>
                <a:lnTo>
                  <a:pt x="12192000" y="5325085"/>
                </a:lnTo>
                <a:lnTo>
                  <a:pt x="12192000" y="5347773"/>
                </a:lnTo>
                <a:lnTo>
                  <a:pt x="12149863" y="5346895"/>
                </a:lnTo>
                <a:cubicBezTo>
                  <a:pt x="12134691" y="5346578"/>
                  <a:pt x="12119519" y="5346578"/>
                  <a:pt x="12104347" y="5347843"/>
                </a:cubicBezTo>
                <a:cubicBezTo>
                  <a:pt x="12074009" y="5347843"/>
                  <a:pt x="12046195" y="5342788"/>
                  <a:pt x="12015857" y="5352899"/>
                </a:cubicBezTo>
                <a:cubicBezTo>
                  <a:pt x="12015857" y="5486905"/>
                  <a:pt x="12015857" y="5618387"/>
                  <a:pt x="12015857" y="5754924"/>
                </a:cubicBezTo>
                <a:lnTo>
                  <a:pt x="12192000" y="5754924"/>
                </a:lnTo>
                <a:lnTo>
                  <a:pt x="12192000" y="5770090"/>
                </a:lnTo>
                <a:lnTo>
                  <a:pt x="12101822" y="5770090"/>
                </a:lnTo>
                <a:cubicBezTo>
                  <a:pt x="12071478" y="5770090"/>
                  <a:pt x="12043665" y="5765034"/>
                  <a:pt x="12013327" y="5775151"/>
                </a:cubicBezTo>
                <a:cubicBezTo>
                  <a:pt x="12013327" y="5909157"/>
                  <a:pt x="12013327" y="6040633"/>
                  <a:pt x="12013327" y="6177170"/>
                </a:cubicBezTo>
                <a:cubicBezTo>
                  <a:pt x="12074009" y="6177170"/>
                  <a:pt x="12132161" y="6177170"/>
                  <a:pt x="12190318" y="6177170"/>
                </a:cubicBezTo>
                <a:cubicBezTo>
                  <a:pt x="12190318" y="6182225"/>
                  <a:pt x="12190318" y="6187281"/>
                  <a:pt x="12190318" y="6192342"/>
                </a:cubicBezTo>
                <a:cubicBezTo>
                  <a:pt x="12132161" y="6192342"/>
                  <a:pt x="12071478" y="6192342"/>
                  <a:pt x="12013327" y="6194867"/>
                </a:cubicBezTo>
                <a:cubicBezTo>
                  <a:pt x="12013327" y="6333934"/>
                  <a:pt x="12013327" y="6465410"/>
                  <a:pt x="12013327" y="6599416"/>
                </a:cubicBezTo>
                <a:cubicBezTo>
                  <a:pt x="12074009" y="6599416"/>
                  <a:pt x="12132161" y="6599416"/>
                  <a:pt x="12190318" y="6599416"/>
                </a:cubicBezTo>
                <a:cubicBezTo>
                  <a:pt x="12190318" y="6607002"/>
                  <a:pt x="12190318" y="6614588"/>
                  <a:pt x="12190318" y="6622174"/>
                </a:cubicBezTo>
                <a:cubicBezTo>
                  <a:pt x="12132161" y="6619644"/>
                  <a:pt x="12071478" y="6619644"/>
                  <a:pt x="12013327" y="6619644"/>
                </a:cubicBezTo>
                <a:cubicBezTo>
                  <a:pt x="12013327" y="6687913"/>
                  <a:pt x="12013327" y="6754917"/>
                  <a:pt x="12013327" y="6821289"/>
                </a:cubicBezTo>
                <a:lnTo>
                  <a:pt x="12013327" y="6858000"/>
                </a:lnTo>
                <a:lnTo>
                  <a:pt x="12003210" y="6858000"/>
                </a:lnTo>
                <a:lnTo>
                  <a:pt x="12003210" y="6810226"/>
                </a:lnTo>
                <a:cubicBezTo>
                  <a:pt x="12003210" y="6744803"/>
                  <a:pt x="12003210" y="6679064"/>
                  <a:pt x="12003210" y="6612058"/>
                </a:cubicBezTo>
                <a:cubicBezTo>
                  <a:pt x="11866679" y="6612058"/>
                  <a:pt x="11735197" y="6612058"/>
                  <a:pt x="11601191" y="6612058"/>
                </a:cubicBezTo>
                <a:cubicBezTo>
                  <a:pt x="11601191" y="6680326"/>
                  <a:pt x="11601191" y="6746698"/>
                  <a:pt x="11601191" y="6812438"/>
                </a:cubicBezTo>
                <a:lnTo>
                  <a:pt x="11601191" y="6858000"/>
                </a:lnTo>
                <a:lnTo>
                  <a:pt x="11580420" y="6858000"/>
                </a:lnTo>
                <a:lnTo>
                  <a:pt x="11580333" y="6803590"/>
                </a:lnTo>
                <a:cubicBezTo>
                  <a:pt x="11579700" y="6712567"/>
                  <a:pt x="11577171" y="6623440"/>
                  <a:pt x="11573378" y="6609533"/>
                </a:cubicBezTo>
                <a:cubicBezTo>
                  <a:pt x="11444427" y="6609533"/>
                  <a:pt x="11312951" y="6609533"/>
                  <a:pt x="11178945" y="6609533"/>
                </a:cubicBezTo>
                <a:cubicBezTo>
                  <a:pt x="11178945" y="6677802"/>
                  <a:pt x="11178945" y="6744172"/>
                  <a:pt x="11178945" y="6810227"/>
                </a:cubicBezTo>
                <a:lnTo>
                  <a:pt x="11178945" y="6858000"/>
                </a:lnTo>
                <a:lnTo>
                  <a:pt x="11158717" y="6858000"/>
                </a:lnTo>
                <a:lnTo>
                  <a:pt x="11158717" y="6612058"/>
                </a:lnTo>
                <a:cubicBezTo>
                  <a:pt x="11022180" y="6612058"/>
                  <a:pt x="10890699" y="6612058"/>
                  <a:pt x="10756693" y="6612058"/>
                </a:cubicBezTo>
                <a:cubicBezTo>
                  <a:pt x="10756693" y="6680326"/>
                  <a:pt x="10756693" y="6746698"/>
                  <a:pt x="10756693" y="6812754"/>
                </a:cubicBezTo>
                <a:lnTo>
                  <a:pt x="10756693" y="6858000"/>
                </a:lnTo>
                <a:lnTo>
                  <a:pt x="10733940" y="6858000"/>
                </a:lnTo>
                <a:lnTo>
                  <a:pt x="10733940" y="6612058"/>
                </a:lnTo>
                <a:cubicBezTo>
                  <a:pt x="10599934" y="6612058"/>
                  <a:pt x="10468453" y="6612058"/>
                  <a:pt x="10331916" y="6612058"/>
                </a:cubicBezTo>
                <a:lnTo>
                  <a:pt x="10331916" y="6858000"/>
                </a:lnTo>
                <a:lnTo>
                  <a:pt x="10313682" y="6858000"/>
                </a:lnTo>
                <a:lnTo>
                  <a:pt x="10313588" y="6800115"/>
                </a:lnTo>
                <a:cubicBezTo>
                  <a:pt x="10312955" y="6710039"/>
                  <a:pt x="10310426" y="6623440"/>
                  <a:pt x="10306633" y="6609533"/>
                </a:cubicBezTo>
                <a:cubicBezTo>
                  <a:pt x="10175151" y="6609533"/>
                  <a:pt x="10041145" y="6609533"/>
                  <a:pt x="9909669" y="6609533"/>
                </a:cubicBezTo>
                <a:cubicBezTo>
                  <a:pt x="9909669" y="6677802"/>
                  <a:pt x="9909669" y="6744172"/>
                  <a:pt x="9909669" y="6810543"/>
                </a:cubicBezTo>
                <a:lnTo>
                  <a:pt x="9909669" y="6858000"/>
                </a:lnTo>
                <a:lnTo>
                  <a:pt x="9889442" y="6858000"/>
                </a:lnTo>
                <a:lnTo>
                  <a:pt x="9889442" y="6614588"/>
                </a:lnTo>
                <a:cubicBezTo>
                  <a:pt x="9836346" y="6607002"/>
                  <a:pt x="9512706" y="6609533"/>
                  <a:pt x="9487423" y="6617119"/>
                </a:cubicBezTo>
                <a:lnTo>
                  <a:pt x="9487423" y="6858000"/>
                </a:lnTo>
                <a:lnTo>
                  <a:pt x="9467190" y="6858000"/>
                </a:lnTo>
                <a:lnTo>
                  <a:pt x="9467190" y="6612058"/>
                </a:lnTo>
                <a:cubicBezTo>
                  <a:pt x="9330659" y="6612058"/>
                  <a:pt x="9199177" y="6612058"/>
                  <a:pt x="9065171" y="6612058"/>
                </a:cubicBezTo>
                <a:lnTo>
                  <a:pt x="9065171" y="6858000"/>
                </a:lnTo>
                <a:lnTo>
                  <a:pt x="9044944" y="6858000"/>
                </a:lnTo>
                <a:lnTo>
                  <a:pt x="9044944" y="6609533"/>
                </a:lnTo>
                <a:cubicBezTo>
                  <a:pt x="8908407" y="6609533"/>
                  <a:pt x="8776931" y="6609533"/>
                  <a:pt x="8642925" y="6609533"/>
                </a:cubicBezTo>
                <a:cubicBezTo>
                  <a:pt x="8642925" y="6677802"/>
                  <a:pt x="8642925" y="6744172"/>
                  <a:pt x="8642925" y="6810227"/>
                </a:cubicBezTo>
                <a:lnTo>
                  <a:pt x="8642925" y="6858000"/>
                </a:lnTo>
                <a:lnTo>
                  <a:pt x="8625222" y="6858000"/>
                </a:lnTo>
                <a:lnTo>
                  <a:pt x="8625222" y="6810226"/>
                </a:lnTo>
                <a:cubicBezTo>
                  <a:pt x="8625222" y="6744803"/>
                  <a:pt x="8625222" y="6679064"/>
                  <a:pt x="8625222" y="6612058"/>
                </a:cubicBezTo>
                <a:cubicBezTo>
                  <a:pt x="8488691" y="6612058"/>
                  <a:pt x="8357209" y="6612058"/>
                  <a:pt x="8223203" y="6612058"/>
                </a:cubicBezTo>
                <a:cubicBezTo>
                  <a:pt x="8219410" y="6653778"/>
                  <a:pt x="8218147" y="6747331"/>
                  <a:pt x="8219095" y="6833614"/>
                </a:cubicBezTo>
                <a:lnTo>
                  <a:pt x="8219533" y="6858000"/>
                </a:lnTo>
                <a:lnTo>
                  <a:pt x="8200445" y="6858000"/>
                </a:lnTo>
                <a:lnTo>
                  <a:pt x="8200445" y="6810858"/>
                </a:lnTo>
                <a:cubicBezTo>
                  <a:pt x="8200445" y="6744803"/>
                  <a:pt x="8200445" y="6679064"/>
                  <a:pt x="8200445" y="6612058"/>
                </a:cubicBezTo>
                <a:cubicBezTo>
                  <a:pt x="8063914" y="6612058"/>
                  <a:pt x="7932433" y="6612058"/>
                  <a:pt x="7800957" y="6612058"/>
                </a:cubicBezTo>
                <a:cubicBezTo>
                  <a:pt x="7797164" y="6634816"/>
                  <a:pt x="7795899" y="6727736"/>
                  <a:pt x="7796530" y="6818444"/>
                </a:cubicBezTo>
                <a:lnTo>
                  <a:pt x="7797017" y="6858000"/>
                </a:lnTo>
                <a:lnTo>
                  <a:pt x="7775668" y="6858000"/>
                </a:lnTo>
                <a:lnTo>
                  <a:pt x="7775668" y="6612058"/>
                </a:lnTo>
                <a:cubicBezTo>
                  <a:pt x="7641662" y="6612058"/>
                  <a:pt x="7510187" y="6612058"/>
                  <a:pt x="7373650" y="6612058"/>
                </a:cubicBezTo>
                <a:lnTo>
                  <a:pt x="7373650" y="6858000"/>
                </a:lnTo>
                <a:lnTo>
                  <a:pt x="7353422" y="6858000"/>
                </a:lnTo>
                <a:lnTo>
                  <a:pt x="7353422" y="6614588"/>
                </a:lnTo>
                <a:cubicBezTo>
                  <a:pt x="7315498" y="6607002"/>
                  <a:pt x="6981742" y="6607002"/>
                  <a:pt x="6951403" y="6614588"/>
                </a:cubicBezTo>
                <a:lnTo>
                  <a:pt x="6951403" y="6858000"/>
                </a:lnTo>
                <a:lnTo>
                  <a:pt x="6931176" y="6858000"/>
                </a:lnTo>
                <a:lnTo>
                  <a:pt x="6931176" y="6614588"/>
                </a:lnTo>
                <a:cubicBezTo>
                  <a:pt x="6878074" y="6607002"/>
                  <a:pt x="6554440" y="6609533"/>
                  <a:pt x="6529151" y="6617119"/>
                </a:cubicBezTo>
                <a:cubicBezTo>
                  <a:pt x="6529151" y="6681595"/>
                  <a:pt x="6529151" y="6746069"/>
                  <a:pt x="6529151" y="6811491"/>
                </a:cubicBezTo>
                <a:lnTo>
                  <a:pt x="6529151" y="6858000"/>
                </a:lnTo>
                <a:lnTo>
                  <a:pt x="6508924" y="6858000"/>
                </a:lnTo>
                <a:lnTo>
                  <a:pt x="6508924" y="6612058"/>
                </a:lnTo>
                <a:cubicBezTo>
                  <a:pt x="6372387" y="6612058"/>
                  <a:pt x="6240911" y="6612058"/>
                  <a:pt x="6106905" y="6612058"/>
                </a:cubicBezTo>
                <a:cubicBezTo>
                  <a:pt x="6103112" y="6638609"/>
                  <a:pt x="6101848" y="6731529"/>
                  <a:pt x="6102481" y="6821288"/>
                </a:cubicBezTo>
                <a:lnTo>
                  <a:pt x="6102940" y="6858000"/>
                </a:lnTo>
                <a:lnTo>
                  <a:pt x="6084147" y="6858000"/>
                </a:lnTo>
                <a:lnTo>
                  <a:pt x="6084147" y="6811175"/>
                </a:lnTo>
                <a:cubicBezTo>
                  <a:pt x="6084147" y="6745436"/>
                  <a:pt x="6084147" y="6680329"/>
                  <a:pt x="6084147" y="6614588"/>
                </a:cubicBezTo>
                <a:cubicBezTo>
                  <a:pt x="6038636" y="6607002"/>
                  <a:pt x="5709941" y="6609533"/>
                  <a:pt x="5682128" y="6617119"/>
                </a:cubicBezTo>
                <a:lnTo>
                  <a:pt x="5682128" y="6858000"/>
                </a:lnTo>
                <a:lnTo>
                  <a:pt x="5661901" y="6858000"/>
                </a:lnTo>
                <a:lnTo>
                  <a:pt x="5661901" y="6614588"/>
                </a:lnTo>
                <a:cubicBezTo>
                  <a:pt x="5608805" y="6607002"/>
                  <a:pt x="5285165" y="6609533"/>
                  <a:pt x="5259876" y="6617119"/>
                </a:cubicBezTo>
                <a:lnTo>
                  <a:pt x="5259876" y="6858000"/>
                </a:lnTo>
                <a:lnTo>
                  <a:pt x="5239648" y="6858000"/>
                </a:lnTo>
                <a:lnTo>
                  <a:pt x="5239648" y="6609533"/>
                </a:lnTo>
                <a:cubicBezTo>
                  <a:pt x="5105642" y="6609533"/>
                  <a:pt x="4971636" y="6609533"/>
                  <a:pt x="4837630" y="6609533"/>
                </a:cubicBezTo>
                <a:lnTo>
                  <a:pt x="4837630" y="6858000"/>
                </a:lnTo>
                <a:lnTo>
                  <a:pt x="4814877" y="6858000"/>
                </a:lnTo>
                <a:lnTo>
                  <a:pt x="4814877" y="6614588"/>
                </a:lnTo>
                <a:cubicBezTo>
                  <a:pt x="4766836" y="6607002"/>
                  <a:pt x="4440666" y="6609533"/>
                  <a:pt x="4415383" y="6617119"/>
                </a:cubicBezTo>
                <a:lnTo>
                  <a:pt x="4415383" y="6858000"/>
                </a:lnTo>
                <a:lnTo>
                  <a:pt x="4395156" y="6858000"/>
                </a:lnTo>
                <a:lnTo>
                  <a:pt x="4395156" y="6612058"/>
                </a:lnTo>
                <a:cubicBezTo>
                  <a:pt x="4258619" y="6612058"/>
                  <a:pt x="4127137" y="6612058"/>
                  <a:pt x="3993131" y="6612058"/>
                </a:cubicBezTo>
                <a:lnTo>
                  <a:pt x="3993131" y="6858000"/>
                </a:lnTo>
                <a:lnTo>
                  <a:pt x="3970379" y="6858000"/>
                </a:lnTo>
                <a:lnTo>
                  <a:pt x="3970379" y="6612058"/>
                </a:lnTo>
                <a:cubicBezTo>
                  <a:pt x="3919807" y="6604477"/>
                  <a:pt x="3598698" y="6607002"/>
                  <a:pt x="3570885" y="6614588"/>
                </a:cubicBezTo>
                <a:cubicBezTo>
                  <a:pt x="3570885" y="6680329"/>
                  <a:pt x="3570885" y="6745436"/>
                  <a:pt x="3570885" y="6810859"/>
                </a:cubicBezTo>
                <a:lnTo>
                  <a:pt x="3570885" y="6858000"/>
                </a:lnTo>
                <a:lnTo>
                  <a:pt x="3550657" y="6858000"/>
                </a:lnTo>
                <a:lnTo>
                  <a:pt x="3550657" y="6612058"/>
                </a:lnTo>
                <a:cubicBezTo>
                  <a:pt x="3414121" y="6612058"/>
                  <a:pt x="3282645" y="6612058"/>
                  <a:pt x="3148639" y="6612058"/>
                </a:cubicBezTo>
                <a:lnTo>
                  <a:pt x="3148639" y="6858000"/>
                </a:lnTo>
                <a:lnTo>
                  <a:pt x="3125881" y="6858000"/>
                </a:lnTo>
                <a:lnTo>
                  <a:pt x="3125881" y="6609533"/>
                </a:lnTo>
                <a:cubicBezTo>
                  <a:pt x="2991874" y="6609533"/>
                  <a:pt x="2857868" y="6609533"/>
                  <a:pt x="2723862" y="6609533"/>
                </a:cubicBezTo>
                <a:lnTo>
                  <a:pt x="2723862" y="6858000"/>
                </a:lnTo>
                <a:lnTo>
                  <a:pt x="2705617" y="6858000"/>
                </a:lnTo>
                <a:lnTo>
                  <a:pt x="2705528" y="6802642"/>
                </a:lnTo>
                <a:cubicBezTo>
                  <a:pt x="2704895" y="6711934"/>
                  <a:pt x="2702366" y="6623440"/>
                  <a:pt x="2698573" y="6609533"/>
                </a:cubicBezTo>
                <a:cubicBezTo>
                  <a:pt x="2567097" y="6609533"/>
                  <a:pt x="2435616" y="6609533"/>
                  <a:pt x="2301610" y="6609533"/>
                </a:cubicBezTo>
                <a:cubicBezTo>
                  <a:pt x="2301610" y="6677802"/>
                  <a:pt x="2301610" y="6744172"/>
                  <a:pt x="2301610" y="6810227"/>
                </a:cubicBezTo>
                <a:lnTo>
                  <a:pt x="2301610" y="6858000"/>
                </a:lnTo>
                <a:lnTo>
                  <a:pt x="2278857" y="6858000"/>
                </a:lnTo>
                <a:lnTo>
                  <a:pt x="2278857" y="6612058"/>
                </a:lnTo>
                <a:cubicBezTo>
                  <a:pt x="2230816" y="6604477"/>
                  <a:pt x="1904646" y="6607002"/>
                  <a:pt x="1879363" y="6614588"/>
                </a:cubicBezTo>
                <a:lnTo>
                  <a:pt x="1879363" y="6858000"/>
                </a:lnTo>
                <a:lnTo>
                  <a:pt x="1859136" y="6858000"/>
                </a:lnTo>
                <a:lnTo>
                  <a:pt x="1859136" y="6609533"/>
                </a:lnTo>
                <a:cubicBezTo>
                  <a:pt x="1725130" y="6609533"/>
                  <a:pt x="1593648" y="6609533"/>
                  <a:pt x="1459642" y="6609533"/>
                </a:cubicBezTo>
                <a:lnTo>
                  <a:pt x="1459642" y="6858000"/>
                </a:lnTo>
                <a:lnTo>
                  <a:pt x="1436884" y="6858000"/>
                </a:lnTo>
                <a:lnTo>
                  <a:pt x="1436884" y="6810858"/>
                </a:lnTo>
                <a:cubicBezTo>
                  <a:pt x="1436884" y="6744803"/>
                  <a:pt x="1436884" y="6679064"/>
                  <a:pt x="1436884" y="6612058"/>
                </a:cubicBezTo>
                <a:cubicBezTo>
                  <a:pt x="1302877" y="6612058"/>
                  <a:pt x="1171402" y="6612058"/>
                  <a:pt x="1039920" y="6612058"/>
                </a:cubicBezTo>
                <a:cubicBezTo>
                  <a:pt x="1036127" y="6633551"/>
                  <a:pt x="1034863" y="6726471"/>
                  <a:pt x="1035496" y="6817494"/>
                </a:cubicBezTo>
                <a:lnTo>
                  <a:pt x="1035994" y="6858000"/>
                </a:lnTo>
                <a:lnTo>
                  <a:pt x="1014637" y="6858000"/>
                </a:lnTo>
                <a:lnTo>
                  <a:pt x="1014637" y="6810225"/>
                </a:lnTo>
                <a:cubicBezTo>
                  <a:pt x="1014637" y="6744170"/>
                  <a:pt x="1014637" y="6679064"/>
                  <a:pt x="1014637" y="6614588"/>
                </a:cubicBezTo>
                <a:cubicBezTo>
                  <a:pt x="964071" y="6607002"/>
                  <a:pt x="637901" y="6609533"/>
                  <a:pt x="612619" y="6617119"/>
                </a:cubicBezTo>
                <a:lnTo>
                  <a:pt x="612619" y="6858000"/>
                </a:lnTo>
                <a:lnTo>
                  <a:pt x="592391" y="6858000"/>
                </a:lnTo>
                <a:lnTo>
                  <a:pt x="592391" y="6612058"/>
                </a:lnTo>
                <a:cubicBezTo>
                  <a:pt x="455854" y="6612058"/>
                  <a:pt x="324372" y="6612058"/>
                  <a:pt x="190366" y="6612058"/>
                </a:cubicBezTo>
                <a:lnTo>
                  <a:pt x="190366" y="6858000"/>
                </a:lnTo>
                <a:lnTo>
                  <a:pt x="170139" y="6858000"/>
                </a:lnTo>
                <a:lnTo>
                  <a:pt x="170139" y="6810226"/>
                </a:lnTo>
                <a:cubicBezTo>
                  <a:pt x="170139" y="6744803"/>
                  <a:pt x="170139" y="6679064"/>
                  <a:pt x="170139" y="6612058"/>
                </a:cubicBezTo>
                <a:lnTo>
                  <a:pt x="0" y="6612058"/>
                </a:lnTo>
                <a:lnTo>
                  <a:pt x="0" y="6590374"/>
                </a:lnTo>
                <a:lnTo>
                  <a:pt x="170139" y="6589305"/>
                </a:lnTo>
                <a:cubicBezTo>
                  <a:pt x="170139" y="6452768"/>
                  <a:pt x="170139" y="6321287"/>
                  <a:pt x="170139" y="6189811"/>
                </a:cubicBezTo>
                <a:cubicBezTo>
                  <a:pt x="154021" y="6186966"/>
                  <a:pt x="97369" y="6185188"/>
                  <a:pt x="31384" y="6184611"/>
                </a:cubicBezTo>
                <a:lnTo>
                  <a:pt x="0" y="6184531"/>
                </a:lnTo>
                <a:lnTo>
                  <a:pt x="0" y="6164528"/>
                </a:lnTo>
                <a:lnTo>
                  <a:pt x="170139" y="6164528"/>
                </a:lnTo>
                <a:cubicBezTo>
                  <a:pt x="170139" y="6030522"/>
                  <a:pt x="170139" y="5899041"/>
                  <a:pt x="170139" y="5767565"/>
                </a:cubicBezTo>
                <a:cubicBezTo>
                  <a:pt x="154021" y="5764721"/>
                  <a:pt x="97369" y="5762943"/>
                  <a:pt x="31384" y="5762365"/>
                </a:cubicBezTo>
                <a:lnTo>
                  <a:pt x="0" y="5762285"/>
                </a:lnTo>
                <a:lnTo>
                  <a:pt x="0" y="5743900"/>
                </a:lnTo>
                <a:lnTo>
                  <a:pt x="44050" y="5743356"/>
                </a:lnTo>
                <a:cubicBezTo>
                  <a:pt x="107681" y="5742200"/>
                  <a:pt x="159711" y="5740066"/>
                  <a:pt x="170139" y="5737221"/>
                </a:cubicBezTo>
                <a:cubicBezTo>
                  <a:pt x="170139" y="5605745"/>
                  <a:pt x="170139" y="5474264"/>
                  <a:pt x="170139" y="5342788"/>
                </a:cubicBezTo>
                <a:cubicBezTo>
                  <a:pt x="154021" y="5339944"/>
                  <a:pt x="97369" y="5338522"/>
                  <a:pt x="31384" y="5338255"/>
                </a:cubicBezTo>
                <a:lnTo>
                  <a:pt x="0" y="5338305"/>
                </a:lnTo>
                <a:lnTo>
                  <a:pt x="0" y="5320519"/>
                </a:lnTo>
                <a:lnTo>
                  <a:pt x="39656" y="5320309"/>
                </a:lnTo>
                <a:cubicBezTo>
                  <a:pt x="104087" y="5319598"/>
                  <a:pt x="157184" y="5317820"/>
                  <a:pt x="167614" y="5314975"/>
                </a:cubicBezTo>
                <a:cubicBezTo>
                  <a:pt x="175200" y="5269464"/>
                  <a:pt x="172669" y="4945825"/>
                  <a:pt x="165083" y="4918011"/>
                </a:cubicBezTo>
                <a:lnTo>
                  <a:pt x="0" y="4918011"/>
                </a:lnTo>
                <a:lnTo>
                  <a:pt x="0" y="4899391"/>
                </a:lnTo>
                <a:lnTo>
                  <a:pt x="43384" y="4898857"/>
                </a:lnTo>
                <a:cubicBezTo>
                  <a:pt x="107326" y="4897701"/>
                  <a:pt x="159711" y="4895567"/>
                  <a:pt x="170139" y="4892722"/>
                </a:cubicBezTo>
                <a:cubicBezTo>
                  <a:pt x="177725" y="4832046"/>
                  <a:pt x="175200" y="4523572"/>
                  <a:pt x="165083" y="4495759"/>
                </a:cubicBezTo>
                <a:lnTo>
                  <a:pt x="0" y="4495759"/>
                </a:lnTo>
                <a:lnTo>
                  <a:pt x="0" y="4475531"/>
                </a:lnTo>
                <a:lnTo>
                  <a:pt x="170139" y="4475531"/>
                </a:lnTo>
                <a:cubicBezTo>
                  <a:pt x="170139" y="4339000"/>
                  <a:pt x="170139" y="4207519"/>
                  <a:pt x="170139" y="4073513"/>
                </a:cubicBezTo>
                <a:cubicBezTo>
                  <a:pt x="147383" y="4070668"/>
                  <a:pt x="89071" y="4069246"/>
                  <a:pt x="23604" y="4068980"/>
                </a:cubicBezTo>
                <a:lnTo>
                  <a:pt x="0" y="4069018"/>
                </a:lnTo>
                <a:lnTo>
                  <a:pt x="0" y="4053285"/>
                </a:lnTo>
                <a:lnTo>
                  <a:pt x="167614" y="4053285"/>
                </a:lnTo>
                <a:cubicBezTo>
                  <a:pt x="167614" y="3919279"/>
                  <a:pt x="167614" y="3787797"/>
                  <a:pt x="167614" y="3651266"/>
                </a:cubicBezTo>
                <a:lnTo>
                  <a:pt x="0" y="3651266"/>
                </a:lnTo>
                <a:lnTo>
                  <a:pt x="0" y="3633635"/>
                </a:lnTo>
                <a:lnTo>
                  <a:pt x="42051" y="3633224"/>
                </a:lnTo>
                <a:cubicBezTo>
                  <a:pt x="106615" y="3632143"/>
                  <a:pt x="159711" y="3629772"/>
                  <a:pt x="170139" y="3625978"/>
                </a:cubicBezTo>
                <a:cubicBezTo>
                  <a:pt x="177725" y="3575412"/>
                  <a:pt x="175200" y="3256828"/>
                  <a:pt x="167614" y="3229014"/>
                </a:cubicBezTo>
                <a:lnTo>
                  <a:pt x="0" y="3229014"/>
                </a:lnTo>
                <a:lnTo>
                  <a:pt x="0" y="3206262"/>
                </a:lnTo>
                <a:lnTo>
                  <a:pt x="167614" y="3206262"/>
                </a:lnTo>
                <a:cubicBezTo>
                  <a:pt x="177725" y="3163276"/>
                  <a:pt x="175200" y="2832051"/>
                  <a:pt x="165083" y="2804237"/>
                </a:cubicBezTo>
                <a:lnTo>
                  <a:pt x="0" y="2804237"/>
                </a:lnTo>
                <a:lnTo>
                  <a:pt x="0" y="2784010"/>
                </a:lnTo>
                <a:lnTo>
                  <a:pt x="170139" y="2784010"/>
                </a:lnTo>
                <a:cubicBezTo>
                  <a:pt x="170139" y="2650004"/>
                  <a:pt x="170139" y="2518528"/>
                  <a:pt x="170139" y="2384516"/>
                </a:cubicBezTo>
                <a:lnTo>
                  <a:pt x="0" y="2384516"/>
                </a:lnTo>
                <a:lnTo>
                  <a:pt x="0" y="2359233"/>
                </a:lnTo>
                <a:lnTo>
                  <a:pt x="170139" y="2359233"/>
                </a:lnTo>
                <a:cubicBezTo>
                  <a:pt x="170139" y="2225227"/>
                  <a:pt x="170139" y="2093751"/>
                  <a:pt x="170139" y="1959739"/>
                </a:cubicBezTo>
                <a:lnTo>
                  <a:pt x="0" y="1959739"/>
                </a:lnTo>
                <a:lnTo>
                  <a:pt x="0" y="1943723"/>
                </a:lnTo>
                <a:lnTo>
                  <a:pt x="47650" y="1943119"/>
                </a:lnTo>
                <a:cubicBezTo>
                  <a:pt x="109459" y="1941964"/>
                  <a:pt x="159711" y="1939831"/>
                  <a:pt x="170139" y="1936987"/>
                </a:cubicBezTo>
                <a:cubicBezTo>
                  <a:pt x="170139" y="1805505"/>
                  <a:pt x="170139" y="1674030"/>
                  <a:pt x="170139" y="1540023"/>
                </a:cubicBezTo>
                <a:lnTo>
                  <a:pt x="0" y="1538945"/>
                </a:lnTo>
                <a:lnTo>
                  <a:pt x="0" y="1516999"/>
                </a:lnTo>
                <a:lnTo>
                  <a:pt x="170139" y="1517265"/>
                </a:lnTo>
                <a:cubicBezTo>
                  <a:pt x="170139" y="1380728"/>
                  <a:pt x="170139" y="1249253"/>
                  <a:pt x="170139" y="1117771"/>
                </a:cubicBezTo>
                <a:cubicBezTo>
                  <a:pt x="154968" y="1114926"/>
                  <a:pt x="98553" y="1113148"/>
                  <a:pt x="32493" y="1112437"/>
                </a:cubicBezTo>
                <a:lnTo>
                  <a:pt x="0" y="1112268"/>
                </a:lnTo>
                <a:lnTo>
                  <a:pt x="0" y="1094751"/>
                </a:lnTo>
                <a:lnTo>
                  <a:pt x="167614" y="1095019"/>
                </a:lnTo>
                <a:cubicBezTo>
                  <a:pt x="177725" y="1052033"/>
                  <a:pt x="175200" y="720808"/>
                  <a:pt x="165083" y="692994"/>
                </a:cubicBezTo>
                <a:cubicBezTo>
                  <a:pt x="142328" y="690150"/>
                  <a:pt x="84727" y="688727"/>
                  <a:pt x="20148" y="688461"/>
                </a:cubicBezTo>
                <a:lnTo>
                  <a:pt x="0" y="688494"/>
                </a:lnTo>
                <a:lnTo>
                  <a:pt x="0" y="676248"/>
                </a:lnTo>
                <a:lnTo>
                  <a:pt x="44494" y="675624"/>
                </a:lnTo>
                <a:cubicBezTo>
                  <a:pt x="108509" y="674231"/>
                  <a:pt x="160658" y="671505"/>
                  <a:pt x="170139" y="667711"/>
                </a:cubicBezTo>
                <a:cubicBezTo>
                  <a:pt x="170139" y="536236"/>
                  <a:pt x="170139" y="404754"/>
                  <a:pt x="170139" y="270748"/>
                </a:cubicBezTo>
                <a:lnTo>
                  <a:pt x="0" y="270748"/>
                </a:lnTo>
                <a:lnTo>
                  <a:pt x="0" y="247990"/>
                </a:lnTo>
                <a:lnTo>
                  <a:pt x="170139" y="247990"/>
                </a:lnTo>
                <a:close/>
              </a:path>
            </a:pathLst>
          </a:custGeom>
          <a:solidFill>
            <a:schemeClr val="bg1">
              <a:lumMod val="95000"/>
              <a:alpha val="48000"/>
            </a:schemeClr>
          </a:solidFill>
          <a:ln w="4286" cap="flat">
            <a:noFill/>
            <a:prstDash val="solid"/>
            <a:miter/>
          </a:ln>
        </p:spPr>
        <p:txBody>
          <a:bodyPr wrap="square" rtlCol="0" anchor="ctr">
            <a:noAutofit/>
          </a:bodyPr>
          <a:lstStyle/>
          <a:p>
            <a:endParaRPr lang="zh-CN" altLang="en-US"/>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页 www.51pptmoban.com">
    <p:spTree>
      <p:nvGrpSpPr>
        <p:cNvPr id="1" name=""/>
        <p:cNvGrpSpPr/>
        <p:nvPr/>
      </p:nvGrpSpPr>
      <p:grpSpPr>
        <a:xfrm>
          <a:off x="0" y="0"/>
          <a:ext cx="0" cy="0"/>
          <a:chOff x="0" y="0"/>
          <a:chExt cx="0" cy="0"/>
        </a:xfrm>
      </p:grpSpPr>
      <p:sp>
        <p:nvSpPr>
          <p:cNvPr id="5" name="任意多边形: 形状 4"/>
          <p:cNvSpPr/>
          <p:nvPr userDrawn="1"/>
        </p:nvSpPr>
        <p:spPr>
          <a:xfrm>
            <a:off x="0" y="0"/>
            <a:ext cx="12192000" cy="6858000"/>
          </a:xfrm>
          <a:custGeom>
            <a:avLst/>
            <a:gdLst>
              <a:gd name="connsiteX0" fmla="*/ 6104374 w 12192000"/>
              <a:gd name="connsiteY0" fmla="*/ 6187281 h 6858000"/>
              <a:gd name="connsiteX1" fmla="*/ 6104374 w 12192000"/>
              <a:gd name="connsiteY1" fmla="*/ 6586775 h 6858000"/>
              <a:gd name="connsiteX2" fmla="*/ 6508924 w 12192000"/>
              <a:gd name="connsiteY2" fmla="*/ 6584250 h 6858000"/>
              <a:gd name="connsiteX3" fmla="*/ 6508924 w 12192000"/>
              <a:gd name="connsiteY3" fmla="*/ 6187281 h 6858000"/>
              <a:gd name="connsiteX4" fmla="*/ 6104374 w 12192000"/>
              <a:gd name="connsiteY4" fmla="*/ 6187281 h 6858000"/>
              <a:gd name="connsiteX5" fmla="*/ 5259876 w 12192000"/>
              <a:gd name="connsiteY5" fmla="*/ 6187281 h 6858000"/>
              <a:gd name="connsiteX6" fmla="*/ 5259876 w 12192000"/>
              <a:gd name="connsiteY6" fmla="*/ 6589305 h 6858000"/>
              <a:gd name="connsiteX7" fmla="*/ 5661901 w 12192000"/>
              <a:gd name="connsiteY7" fmla="*/ 6589305 h 6858000"/>
              <a:gd name="connsiteX8" fmla="*/ 5661901 w 12192000"/>
              <a:gd name="connsiteY8" fmla="*/ 6187281 h 6858000"/>
              <a:gd name="connsiteX9" fmla="*/ 5259876 w 12192000"/>
              <a:gd name="connsiteY9" fmla="*/ 6187281 h 6858000"/>
              <a:gd name="connsiteX10" fmla="*/ 4837630 w 12192000"/>
              <a:gd name="connsiteY10" fmla="*/ 6187281 h 6858000"/>
              <a:gd name="connsiteX11" fmla="*/ 4837630 w 12192000"/>
              <a:gd name="connsiteY11" fmla="*/ 6589305 h 6858000"/>
              <a:gd name="connsiteX12" fmla="*/ 5239648 w 12192000"/>
              <a:gd name="connsiteY12" fmla="*/ 6589305 h 6858000"/>
              <a:gd name="connsiteX13" fmla="*/ 5239648 w 12192000"/>
              <a:gd name="connsiteY13" fmla="*/ 6187281 h 6858000"/>
              <a:gd name="connsiteX14" fmla="*/ 4837630 w 12192000"/>
              <a:gd name="connsiteY14" fmla="*/ 6187281 h 6858000"/>
              <a:gd name="connsiteX15" fmla="*/ 2723862 w 12192000"/>
              <a:gd name="connsiteY15" fmla="*/ 6187281 h 6858000"/>
              <a:gd name="connsiteX16" fmla="*/ 2723862 w 12192000"/>
              <a:gd name="connsiteY16" fmla="*/ 6589305 h 6858000"/>
              <a:gd name="connsiteX17" fmla="*/ 3125881 w 12192000"/>
              <a:gd name="connsiteY17" fmla="*/ 6589305 h 6858000"/>
              <a:gd name="connsiteX18" fmla="*/ 3125881 w 12192000"/>
              <a:gd name="connsiteY18" fmla="*/ 6187281 h 6858000"/>
              <a:gd name="connsiteX19" fmla="*/ 2723862 w 12192000"/>
              <a:gd name="connsiteY19" fmla="*/ 6187281 h 6858000"/>
              <a:gd name="connsiteX20" fmla="*/ 1881894 w 12192000"/>
              <a:gd name="connsiteY20" fmla="*/ 6187281 h 6858000"/>
              <a:gd name="connsiteX21" fmla="*/ 1881894 w 12192000"/>
              <a:gd name="connsiteY21" fmla="*/ 6589305 h 6858000"/>
              <a:gd name="connsiteX22" fmla="*/ 2281382 w 12192000"/>
              <a:gd name="connsiteY22" fmla="*/ 6589305 h 6858000"/>
              <a:gd name="connsiteX23" fmla="*/ 2281382 w 12192000"/>
              <a:gd name="connsiteY23" fmla="*/ 6187281 h 6858000"/>
              <a:gd name="connsiteX24" fmla="*/ 1881894 w 12192000"/>
              <a:gd name="connsiteY24" fmla="*/ 6187281 h 6858000"/>
              <a:gd name="connsiteX25" fmla="*/ 1039920 w 12192000"/>
              <a:gd name="connsiteY25" fmla="*/ 6187281 h 6858000"/>
              <a:gd name="connsiteX26" fmla="*/ 1042451 w 12192000"/>
              <a:gd name="connsiteY26" fmla="*/ 6589305 h 6858000"/>
              <a:gd name="connsiteX27" fmla="*/ 1436884 w 12192000"/>
              <a:gd name="connsiteY27" fmla="*/ 6589305 h 6858000"/>
              <a:gd name="connsiteX28" fmla="*/ 1436884 w 12192000"/>
              <a:gd name="connsiteY28" fmla="*/ 6187281 h 6858000"/>
              <a:gd name="connsiteX29" fmla="*/ 1039920 w 12192000"/>
              <a:gd name="connsiteY29" fmla="*/ 6187281 h 6858000"/>
              <a:gd name="connsiteX30" fmla="*/ 11601191 w 12192000"/>
              <a:gd name="connsiteY30" fmla="*/ 6184756 h 6858000"/>
              <a:gd name="connsiteX31" fmla="*/ 11603716 w 12192000"/>
              <a:gd name="connsiteY31" fmla="*/ 6589305 h 6858000"/>
              <a:gd name="connsiteX32" fmla="*/ 12000685 w 12192000"/>
              <a:gd name="connsiteY32" fmla="*/ 6589305 h 6858000"/>
              <a:gd name="connsiteX33" fmla="*/ 11998154 w 12192000"/>
              <a:gd name="connsiteY33" fmla="*/ 6184756 h 6858000"/>
              <a:gd name="connsiteX34" fmla="*/ 11601191 w 12192000"/>
              <a:gd name="connsiteY34" fmla="*/ 6184756 h 6858000"/>
              <a:gd name="connsiteX35" fmla="*/ 10756693 w 12192000"/>
              <a:gd name="connsiteY35" fmla="*/ 6184756 h 6858000"/>
              <a:gd name="connsiteX36" fmla="*/ 10756693 w 12192000"/>
              <a:gd name="connsiteY36" fmla="*/ 6589305 h 6858000"/>
              <a:gd name="connsiteX37" fmla="*/ 11156187 w 12192000"/>
              <a:gd name="connsiteY37" fmla="*/ 6589305 h 6858000"/>
              <a:gd name="connsiteX38" fmla="*/ 11156187 w 12192000"/>
              <a:gd name="connsiteY38" fmla="*/ 6184756 h 6858000"/>
              <a:gd name="connsiteX39" fmla="*/ 10756693 w 12192000"/>
              <a:gd name="connsiteY39" fmla="*/ 6184756 h 6858000"/>
              <a:gd name="connsiteX40" fmla="*/ 10329391 w 12192000"/>
              <a:gd name="connsiteY40" fmla="*/ 6184756 h 6858000"/>
              <a:gd name="connsiteX41" fmla="*/ 10331916 w 12192000"/>
              <a:gd name="connsiteY41" fmla="*/ 6586775 h 6858000"/>
              <a:gd name="connsiteX42" fmla="*/ 10731410 w 12192000"/>
              <a:gd name="connsiteY42" fmla="*/ 6584250 h 6858000"/>
              <a:gd name="connsiteX43" fmla="*/ 10726354 w 12192000"/>
              <a:gd name="connsiteY43" fmla="*/ 6184756 h 6858000"/>
              <a:gd name="connsiteX44" fmla="*/ 10329391 w 12192000"/>
              <a:gd name="connsiteY44" fmla="*/ 6184756 h 6858000"/>
              <a:gd name="connsiteX45" fmla="*/ 9065171 w 12192000"/>
              <a:gd name="connsiteY45" fmla="*/ 6184756 h 6858000"/>
              <a:gd name="connsiteX46" fmla="*/ 9067702 w 12192000"/>
              <a:gd name="connsiteY46" fmla="*/ 6589305 h 6858000"/>
              <a:gd name="connsiteX47" fmla="*/ 9464665 w 12192000"/>
              <a:gd name="connsiteY47" fmla="*/ 6589305 h 6858000"/>
              <a:gd name="connsiteX48" fmla="*/ 9462134 w 12192000"/>
              <a:gd name="connsiteY48" fmla="*/ 6184756 h 6858000"/>
              <a:gd name="connsiteX49" fmla="*/ 9065171 w 12192000"/>
              <a:gd name="connsiteY49" fmla="*/ 6184756 h 6858000"/>
              <a:gd name="connsiteX50" fmla="*/ 7798427 w 12192000"/>
              <a:gd name="connsiteY50" fmla="*/ 6184756 h 6858000"/>
              <a:gd name="connsiteX51" fmla="*/ 7798427 w 12192000"/>
              <a:gd name="connsiteY51" fmla="*/ 6589305 h 6858000"/>
              <a:gd name="connsiteX52" fmla="*/ 8197920 w 12192000"/>
              <a:gd name="connsiteY52" fmla="*/ 6589305 h 6858000"/>
              <a:gd name="connsiteX53" fmla="*/ 8197920 w 12192000"/>
              <a:gd name="connsiteY53" fmla="*/ 6184756 h 6858000"/>
              <a:gd name="connsiteX54" fmla="*/ 7798427 w 12192000"/>
              <a:gd name="connsiteY54" fmla="*/ 6184756 h 6858000"/>
              <a:gd name="connsiteX55" fmla="*/ 6953928 w 12192000"/>
              <a:gd name="connsiteY55" fmla="*/ 6184756 h 6858000"/>
              <a:gd name="connsiteX56" fmla="*/ 6953928 w 12192000"/>
              <a:gd name="connsiteY56" fmla="*/ 6584250 h 6858000"/>
              <a:gd name="connsiteX57" fmla="*/ 7355953 w 12192000"/>
              <a:gd name="connsiteY57" fmla="*/ 6584250 h 6858000"/>
              <a:gd name="connsiteX58" fmla="*/ 7355953 w 12192000"/>
              <a:gd name="connsiteY58" fmla="*/ 6184756 h 6858000"/>
              <a:gd name="connsiteX59" fmla="*/ 6953928 w 12192000"/>
              <a:gd name="connsiteY59" fmla="*/ 6184756 h 6858000"/>
              <a:gd name="connsiteX60" fmla="*/ 6531682 w 12192000"/>
              <a:gd name="connsiteY60" fmla="*/ 6184756 h 6858000"/>
              <a:gd name="connsiteX61" fmla="*/ 6534212 w 12192000"/>
              <a:gd name="connsiteY61" fmla="*/ 6589305 h 6858000"/>
              <a:gd name="connsiteX62" fmla="*/ 6931176 w 12192000"/>
              <a:gd name="connsiteY62" fmla="*/ 6586775 h 6858000"/>
              <a:gd name="connsiteX63" fmla="*/ 6928645 w 12192000"/>
              <a:gd name="connsiteY63" fmla="*/ 6187281 h 6858000"/>
              <a:gd name="connsiteX64" fmla="*/ 6531682 w 12192000"/>
              <a:gd name="connsiteY64" fmla="*/ 6184756 h 6858000"/>
              <a:gd name="connsiteX65" fmla="*/ 5682128 w 12192000"/>
              <a:gd name="connsiteY65" fmla="*/ 6184756 h 6858000"/>
              <a:gd name="connsiteX66" fmla="*/ 5682128 w 12192000"/>
              <a:gd name="connsiteY66" fmla="*/ 6586775 h 6858000"/>
              <a:gd name="connsiteX67" fmla="*/ 6084147 w 12192000"/>
              <a:gd name="connsiteY67" fmla="*/ 6584250 h 6858000"/>
              <a:gd name="connsiteX68" fmla="*/ 6084147 w 12192000"/>
              <a:gd name="connsiteY68" fmla="*/ 6184756 h 6858000"/>
              <a:gd name="connsiteX69" fmla="*/ 5682128 w 12192000"/>
              <a:gd name="connsiteY69" fmla="*/ 6184756 h 6858000"/>
              <a:gd name="connsiteX70" fmla="*/ 4415383 w 12192000"/>
              <a:gd name="connsiteY70" fmla="*/ 6184756 h 6858000"/>
              <a:gd name="connsiteX71" fmla="*/ 4415383 w 12192000"/>
              <a:gd name="connsiteY71" fmla="*/ 6589305 h 6858000"/>
              <a:gd name="connsiteX72" fmla="*/ 4814877 w 12192000"/>
              <a:gd name="connsiteY72" fmla="*/ 6589305 h 6858000"/>
              <a:gd name="connsiteX73" fmla="*/ 4814877 w 12192000"/>
              <a:gd name="connsiteY73" fmla="*/ 6184756 h 6858000"/>
              <a:gd name="connsiteX74" fmla="*/ 4415383 w 12192000"/>
              <a:gd name="connsiteY74" fmla="*/ 6184756 h 6858000"/>
              <a:gd name="connsiteX75" fmla="*/ 3990606 w 12192000"/>
              <a:gd name="connsiteY75" fmla="*/ 6184756 h 6858000"/>
              <a:gd name="connsiteX76" fmla="*/ 3990606 w 12192000"/>
              <a:gd name="connsiteY76" fmla="*/ 6589305 h 6858000"/>
              <a:gd name="connsiteX77" fmla="*/ 4392625 w 12192000"/>
              <a:gd name="connsiteY77" fmla="*/ 6589305 h 6858000"/>
              <a:gd name="connsiteX78" fmla="*/ 4392625 w 12192000"/>
              <a:gd name="connsiteY78" fmla="*/ 6184756 h 6858000"/>
              <a:gd name="connsiteX79" fmla="*/ 3990606 w 12192000"/>
              <a:gd name="connsiteY79" fmla="*/ 6184756 h 6858000"/>
              <a:gd name="connsiteX80" fmla="*/ 3570885 w 12192000"/>
              <a:gd name="connsiteY80" fmla="*/ 6184756 h 6858000"/>
              <a:gd name="connsiteX81" fmla="*/ 3570885 w 12192000"/>
              <a:gd name="connsiteY81" fmla="*/ 6586775 h 6858000"/>
              <a:gd name="connsiteX82" fmla="*/ 3970379 w 12192000"/>
              <a:gd name="connsiteY82" fmla="*/ 6584250 h 6858000"/>
              <a:gd name="connsiteX83" fmla="*/ 3965318 w 12192000"/>
              <a:gd name="connsiteY83" fmla="*/ 6184756 h 6858000"/>
              <a:gd name="connsiteX84" fmla="*/ 3570885 w 12192000"/>
              <a:gd name="connsiteY84" fmla="*/ 6184756 h 6858000"/>
              <a:gd name="connsiteX85" fmla="*/ 1459642 w 12192000"/>
              <a:gd name="connsiteY85" fmla="*/ 6184756 h 6858000"/>
              <a:gd name="connsiteX86" fmla="*/ 1459642 w 12192000"/>
              <a:gd name="connsiteY86" fmla="*/ 6589305 h 6858000"/>
              <a:gd name="connsiteX87" fmla="*/ 1854075 w 12192000"/>
              <a:gd name="connsiteY87" fmla="*/ 6589305 h 6858000"/>
              <a:gd name="connsiteX88" fmla="*/ 1851550 w 12192000"/>
              <a:gd name="connsiteY88" fmla="*/ 6184756 h 6858000"/>
              <a:gd name="connsiteX89" fmla="*/ 1459642 w 12192000"/>
              <a:gd name="connsiteY89" fmla="*/ 6184756 h 6858000"/>
              <a:gd name="connsiteX90" fmla="*/ 612619 w 12192000"/>
              <a:gd name="connsiteY90" fmla="*/ 6184756 h 6858000"/>
              <a:gd name="connsiteX91" fmla="*/ 612619 w 12192000"/>
              <a:gd name="connsiteY91" fmla="*/ 6586775 h 6858000"/>
              <a:gd name="connsiteX92" fmla="*/ 1014637 w 12192000"/>
              <a:gd name="connsiteY92" fmla="*/ 6584250 h 6858000"/>
              <a:gd name="connsiteX93" fmla="*/ 1014637 w 12192000"/>
              <a:gd name="connsiteY93" fmla="*/ 6184756 h 6858000"/>
              <a:gd name="connsiteX94" fmla="*/ 612619 w 12192000"/>
              <a:gd name="connsiteY94" fmla="*/ 6184756 h 6858000"/>
              <a:gd name="connsiteX95" fmla="*/ 190366 w 12192000"/>
              <a:gd name="connsiteY95" fmla="*/ 6184756 h 6858000"/>
              <a:gd name="connsiteX96" fmla="*/ 190366 w 12192000"/>
              <a:gd name="connsiteY96" fmla="*/ 6586775 h 6858000"/>
              <a:gd name="connsiteX97" fmla="*/ 592391 w 12192000"/>
              <a:gd name="connsiteY97" fmla="*/ 6584250 h 6858000"/>
              <a:gd name="connsiteX98" fmla="*/ 592391 w 12192000"/>
              <a:gd name="connsiteY98" fmla="*/ 6184756 h 6858000"/>
              <a:gd name="connsiteX99" fmla="*/ 190366 w 12192000"/>
              <a:gd name="connsiteY99" fmla="*/ 6184756 h 6858000"/>
              <a:gd name="connsiteX100" fmla="*/ 3341430 w 12192000"/>
              <a:gd name="connsiteY100" fmla="*/ 6184438 h 6858000"/>
              <a:gd name="connsiteX101" fmla="*/ 3146108 w 12192000"/>
              <a:gd name="connsiteY101" fmla="*/ 6192342 h 6858000"/>
              <a:gd name="connsiteX102" fmla="*/ 3146108 w 12192000"/>
              <a:gd name="connsiteY102" fmla="*/ 6591830 h 6858000"/>
              <a:gd name="connsiteX103" fmla="*/ 3548127 w 12192000"/>
              <a:gd name="connsiteY103" fmla="*/ 6589305 h 6858000"/>
              <a:gd name="connsiteX104" fmla="*/ 3548127 w 12192000"/>
              <a:gd name="connsiteY104" fmla="*/ 6189811 h 6858000"/>
              <a:gd name="connsiteX105" fmla="*/ 3341430 w 12192000"/>
              <a:gd name="connsiteY105" fmla="*/ 6184438 h 6858000"/>
              <a:gd name="connsiteX106" fmla="*/ 2497879 w 12192000"/>
              <a:gd name="connsiteY106" fmla="*/ 6184438 h 6858000"/>
              <a:gd name="connsiteX107" fmla="*/ 2301610 w 12192000"/>
              <a:gd name="connsiteY107" fmla="*/ 6192342 h 6858000"/>
              <a:gd name="connsiteX108" fmla="*/ 2301610 w 12192000"/>
              <a:gd name="connsiteY108" fmla="*/ 6591830 h 6858000"/>
              <a:gd name="connsiteX109" fmla="*/ 2703634 w 12192000"/>
              <a:gd name="connsiteY109" fmla="*/ 6589305 h 6858000"/>
              <a:gd name="connsiteX110" fmla="*/ 2703634 w 12192000"/>
              <a:gd name="connsiteY110" fmla="*/ 6189811 h 6858000"/>
              <a:gd name="connsiteX111" fmla="*/ 2497879 w 12192000"/>
              <a:gd name="connsiteY111" fmla="*/ 6184438 h 6858000"/>
              <a:gd name="connsiteX112" fmla="*/ 9745264 w 12192000"/>
              <a:gd name="connsiteY112" fmla="*/ 6182750 h 6858000"/>
              <a:gd name="connsiteX113" fmla="*/ 9484893 w 12192000"/>
              <a:gd name="connsiteY113" fmla="*/ 6189811 h 6858000"/>
              <a:gd name="connsiteX114" fmla="*/ 9484893 w 12192000"/>
              <a:gd name="connsiteY114" fmla="*/ 6586775 h 6858000"/>
              <a:gd name="connsiteX115" fmla="*/ 9886911 w 12192000"/>
              <a:gd name="connsiteY115" fmla="*/ 6584250 h 6858000"/>
              <a:gd name="connsiteX116" fmla="*/ 9886911 w 12192000"/>
              <a:gd name="connsiteY116" fmla="*/ 6187281 h 6858000"/>
              <a:gd name="connsiteX117" fmla="*/ 9745264 w 12192000"/>
              <a:gd name="connsiteY117" fmla="*/ 6182750 h 6858000"/>
              <a:gd name="connsiteX118" fmla="*/ 8903346 w 12192000"/>
              <a:gd name="connsiteY118" fmla="*/ 6182750 h 6858000"/>
              <a:gd name="connsiteX119" fmla="*/ 8642925 w 12192000"/>
              <a:gd name="connsiteY119" fmla="*/ 6189811 h 6858000"/>
              <a:gd name="connsiteX120" fmla="*/ 8642925 w 12192000"/>
              <a:gd name="connsiteY120" fmla="*/ 6589305 h 6858000"/>
              <a:gd name="connsiteX121" fmla="*/ 9042419 w 12192000"/>
              <a:gd name="connsiteY121" fmla="*/ 6589305 h 6858000"/>
              <a:gd name="connsiteX122" fmla="*/ 9042419 w 12192000"/>
              <a:gd name="connsiteY122" fmla="*/ 6187281 h 6858000"/>
              <a:gd name="connsiteX123" fmla="*/ 8903346 w 12192000"/>
              <a:gd name="connsiteY123" fmla="*/ 6182750 h 6858000"/>
              <a:gd name="connsiteX124" fmla="*/ 8465730 w 12192000"/>
              <a:gd name="connsiteY124" fmla="*/ 6180356 h 6858000"/>
              <a:gd name="connsiteX125" fmla="*/ 8218148 w 12192000"/>
              <a:gd name="connsiteY125" fmla="*/ 6189811 h 6858000"/>
              <a:gd name="connsiteX126" fmla="*/ 8220673 w 12192000"/>
              <a:gd name="connsiteY126" fmla="*/ 6589305 h 6858000"/>
              <a:gd name="connsiteX127" fmla="*/ 8617636 w 12192000"/>
              <a:gd name="connsiteY127" fmla="*/ 6589305 h 6858000"/>
              <a:gd name="connsiteX128" fmla="*/ 8615111 w 12192000"/>
              <a:gd name="connsiteY128" fmla="*/ 6184756 h 6858000"/>
              <a:gd name="connsiteX129" fmla="*/ 8465730 w 12192000"/>
              <a:gd name="connsiteY129" fmla="*/ 6180356 h 6858000"/>
              <a:gd name="connsiteX130" fmla="*/ 11437145 w 12192000"/>
              <a:gd name="connsiteY130" fmla="*/ 6180223 h 6858000"/>
              <a:gd name="connsiteX131" fmla="*/ 11178945 w 12192000"/>
              <a:gd name="connsiteY131" fmla="*/ 6187281 h 6858000"/>
              <a:gd name="connsiteX132" fmla="*/ 11178945 w 12192000"/>
              <a:gd name="connsiteY132" fmla="*/ 6586775 h 6858000"/>
              <a:gd name="connsiteX133" fmla="*/ 11578433 w 12192000"/>
              <a:gd name="connsiteY133" fmla="*/ 6586775 h 6858000"/>
              <a:gd name="connsiteX134" fmla="*/ 11578433 w 12192000"/>
              <a:gd name="connsiteY134" fmla="*/ 6184756 h 6858000"/>
              <a:gd name="connsiteX135" fmla="*/ 11437145 w 12192000"/>
              <a:gd name="connsiteY135" fmla="*/ 6180223 h 6858000"/>
              <a:gd name="connsiteX136" fmla="*/ 10162810 w 12192000"/>
              <a:gd name="connsiteY136" fmla="*/ 6180223 h 6858000"/>
              <a:gd name="connsiteX137" fmla="*/ 9909669 w 12192000"/>
              <a:gd name="connsiteY137" fmla="*/ 6187281 h 6858000"/>
              <a:gd name="connsiteX138" fmla="*/ 9912200 w 12192000"/>
              <a:gd name="connsiteY138" fmla="*/ 6586775 h 6858000"/>
              <a:gd name="connsiteX139" fmla="*/ 10309164 w 12192000"/>
              <a:gd name="connsiteY139" fmla="*/ 6589305 h 6858000"/>
              <a:gd name="connsiteX140" fmla="*/ 10306633 w 12192000"/>
              <a:gd name="connsiteY140" fmla="*/ 6184756 h 6858000"/>
              <a:gd name="connsiteX141" fmla="*/ 10162810 w 12192000"/>
              <a:gd name="connsiteY141" fmla="*/ 6180223 h 6858000"/>
              <a:gd name="connsiteX142" fmla="*/ 7631541 w 12192000"/>
              <a:gd name="connsiteY142" fmla="*/ 6180223 h 6858000"/>
              <a:gd name="connsiteX143" fmla="*/ 7376180 w 12192000"/>
              <a:gd name="connsiteY143" fmla="*/ 6187281 h 6858000"/>
              <a:gd name="connsiteX144" fmla="*/ 7376180 w 12192000"/>
              <a:gd name="connsiteY144" fmla="*/ 6586775 h 6858000"/>
              <a:gd name="connsiteX145" fmla="*/ 7775668 w 12192000"/>
              <a:gd name="connsiteY145" fmla="*/ 6586775 h 6858000"/>
              <a:gd name="connsiteX146" fmla="*/ 7773144 w 12192000"/>
              <a:gd name="connsiteY146" fmla="*/ 6184756 h 6858000"/>
              <a:gd name="connsiteX147" fmla="*/ 7631541 w 12192000"/>
              <a:gd name="connsiteY147" fmla="*/ 6180223 h 6858000"/>
              <a:gd name="connsiteX148" fmla="*/ 10331916 w 12192000"/>
              <a:gd name="connsiteY148" fmla="*/ 5765034 h 6858000"/>
              <a:gd name="connsiteX149" fmla="*/ 10331916 w 12192000"/>
              <a:gd name="connsiteY149" fmla="*/ 6164528 h 6858000"/>
              <a:gd name="connsiteX150" fmla="*/ 10731410 w 12192000"/>
              <a:gd name="connsiteY150" fmla="*/ 6161998 h 6858000"/>
              <a:gd name="connsiteX151" fmla="*/ 10731410 w 12192000"/>
              <a:gd name="connsiteY151" fmla="*/ 5765034 h 6858000"/>
              <a:gd name="connsiteX152" fmla="*/ 10331916 w 12192000"/>
              <a:gd name="connsiteY152" fmla="*/ 5765034 h 6858000"/>
              <a:gd name="connsiteX153" fmla="*/ 7373650 w 12192000"/>
              <a:gd name="connsiteY153" fmla="*/ 5765034 h 6858000"/>
              <a:gd name="connsiteX154" fmla="*/ 7373650 w 12192000"/>
              <a:gd name="connsiteY154" fmla="*/ 6164528 h 6858000"/>
              <a:gd name="connsiteX155" fmla="*/ 7773144 w 12192000"/>
              <a:gd name="connsiteY155" fmla="*/ 6164528 h 6858000"/>
              <a:gd name="connsiteX156" fmla="*/ 7770613 w 12192000"/>
              <a:gd name="connsiteY156" fmla="*/ 5765034 h 6858000"/>
              <a:gd name="connsiteX157" fmla="*/ 7373650 w 12192000"/>
              <a:gd name="connsiteY157" fmla="*/ 5765034 h 6858000"/>
              <a:gd name="connsiteX158" fmla="*/ 3146108 w 12192000"/>
              <a:gd name="connsiteY158" fmla="*/ 5765034 h 6858000"/>
              <a:gd name="connsiteX159" fmla="*/ 3146108 w 12192000"/>
              <a:gd name="connsiteY159" fmla="*/ 6164528 h 6858000"/>
              <a:gd name="connsiteX160" fmla="*/ 3545602 w 12192000"/>
              <a:gd name="connsiteY160" fmla="*/ 6164528 h 6858000"/>
              <a:gd name="connsiteX161" fmla="*/ 3543071 w 12192000"/>
              <a:gd name="connsiteY161" fmla="*/ 5765034 h 6858000"/>
              <a:gd name="connsiteX162" fmla="*/ 3146108 w 12192000"/>
              <a:gd name="connsiteY162" fmla="*/ 5765034 h 6858000"/>
              <a:gd name="connsiteX163" fmla="*/ 1037395 w 12192000"/>
              <a:gd name="connsiteY163" fmla="*/ 5765034 h 6858000"/>
              <a:gd name="connsiteX164" fmla="*/ 1037395 w 12192000"/>
              <a:gd name="connsiteY164" fmla="*/ 6164528 h 6858000"/>
              <a:gd name="connsiteX165" fmla="*/ 1436884 w 12192000"/>
              <a:gd name="connsiteY165" fmla="*/ 6161998 h 6858000"/>
              <a:gd name="connsiteX166" fmla="*/ 1431828 w 12192000"/>
              <a:gd name="connsiteY166" fmla="*/ 5765034 h 6858000"/>
              <a:gd name="connsiteX167" fmla="*/ 1037395 w 12192000"/>
              <a:gd name="connsiteY167" fmla="*/ 5765034 h 6858000"/>
              <a:gd name="connsiteX168" fmla="*/ 11181470 w 12192000"/>
              <a:gd name="connsiteY168" fmla="*/ 5762504 h 6858000"/>
              <a:gd name="connsiteX169" fmla="*/ 11184000 w 12192000"/>
              <a:gd name="connsiteY169" fmla="*/ 6164528 h 6858000"/>
              <a:gd name="connsiteX170" fmla="*/ 11575908 w 12192000"/>
              <a:gd name="connsiteY170" fmla="*/ 6164528 h 6858000"/>
              <a:gd name="connsiteX171" fmla="*/ 11573378 w 12192000"/>
              <a:gd name="connsiteY171" fmla="*/ 5762504 h 6858000"/>
              <a:gd name="connsiteX172" fmla="*/ 11181470 w 12192000"/>
              <a:gd name="connsiteY172" fmla="*/ 5762504 h 6858000"/>
              <a:gd name="connsiteX173" fmla="*/ 10756693 w 12192000"/>
              <a:gd name="connsiteY173" fmla="*/ 5762504 h 6858000"/>
              <a:gd name="connsiteX174" fmla="*/ 10756693 w 12192000"/>
              <a:gd name="connsiteY174" fmla="*/ 6164528 h 6858000"/>
              <a:gd name="connsiteX175" fmla="*/ 11153656 w 12192000"/>
              <a:gd name="connsiteY175" fmla="*/ 6164528 h 6858000"/>
              <a:gd name="connsiteX176" fmla="*/ 11153656 w 12192000"/>
              <a:gd name="connsiteY176" fmla="*/ 5762504 h 6858000"/>
              <a:gd name="connsiteX177" fmla="*/ 10756693 w 12192000"/>
              <a:gd name="connsiteY177" fmla="*/ 5762504 h 6858000"/>
              <a:gd name="connsiteX178" fmla="*/ 9487423 w 12192000"/>
              <a:gd name="connsiteY178" fmla="*/ 5762504 h 6858000"/>
              <a:gd name="connsiteX179" fmla="*/ 9487423 w 12192000"/>
              <a:gd name="connsiteY179" fmla="*/ 6161998 h 6858000"/>
              <a:gd name="connsiteX180" fmla="*/ 9889442 w 12192000"/>
              <a:gd name="connsiteY180" fmla="*/ 6159473 h 6858000"/>
              <a:gd name="connsiteX181" fmla="*/ 9884381 w 12192000"/>
              <a:gd name="connsiteY181" fmla="*/ 5762504 h 6858000"/>
              <a:gd name="connsiteX182" fmla="*/ 9487423 w 12192000"/>
              <a:gd name="connsiteY182" fmla="*/ 5762504 h 6858000"/>
              <a:gd name="connsiteX183" fmla="*/ 9067702 w 12192000"/>
              <a:gd name="connsiteY183" fmla="*/ 5762504 h 6858000"/>
              <a:gd name="connsiteX184" fmla="*/ 9070226 w 12192000"/>
              <a:gd name="connsiteY184" fmla="*/ 6164528 h 6858000"/>
              <a:gd name="connsiteX185" fmla="*/ 9467190 w 12192000"/>
              <a:gd name="connsiteY185" fmla="*/ 6164528 h 6858000"/>
              <a:gd name="connsiteX186" fmla="*/ 9467190 w 12192000"/>
              <a:gd name="connsiteY186" fmla="*/ 5762504 h 6858000"/>
              <a:gd name="connsiteX187" fmla="*/ 9067702 w 12192000"/>
              <a:gd name="connsiteY187" fmla="*/ 5762504 h 6858000"/>
              <a:gd name="connsiteX188" fmla="*/ 8225734 w 12192000"/>
              <a:gd name="connsiteY188" fmla="*/ 5762504 h 6858000"/>
              <a:gd name="connsiteX189" fmla="*/ 8228259 w 12192000"/>
              <a:gd name="connsiteY189" fmla="*/ 6161998 h 6858000"/>
              <a:gd name="connsiteX190" fmla="*/ 8625222 w 12192000"/>
              <a:gd name="connsiteY190" fmla="*/ 6159473 h 6858000"/>
              <a:gd name="connsiteX191" fmla="*/ 8622697 w 12192000"/>
              <a:gd name="connsiteY191" fmla="*/ 5762504 h 6858000"/>
              <a:gd name="connsiteX192" fmla="*/ 8225734 w 12192000"/>
              <a:gd name="connsiteY192" fmla="*/ 5762504 h 6858000"/>
              <a:gd name="connsiteX193" fmla="*/ 7795896 w 12192000"/>
              <a:gd name="connsiteY193" fmla="*/ 5762504 h 6858000"/>
              <a:gd name="connsiteX194" fmla="*/ 7795896 w 12192000"/>
              <a:gd name="connsiteY194" fmla="*/ 6164528 h 6858000"/>
              <a:gd name="connsiteX195" fmla="*/ 8195390 w 12192000"/>
              <a:gd name="connsiteY195" fmla="*/ 6164528 h 6858000"/>
              <a:gd name="connsiteX196" fmla="*/ 8192859 w 12192000"/>
              <a:gd name="connsiteY196" fmla="*/ 5762504 h 6858000"/>
              <a:gd name="connsiteX197" fmla="*/ 7795896 w 12192000"/>
              <a:gd name="connsiteY197" fmla="*/ 5762504 h 6858000"/>
              <a:gd name="connsiteX198" fmla="*/ 6951403 w 12192000"/>
              <a:gd name="connsiteY198" fmla="*/ 5762504 h 6858000"/>
              <a:gd name="connsiteX199" fmla="*/ 6951403 w 12192000"/>
              <a:gd name="connsiteY199" fmla="*/ 6161998 h 6858000"/>
              <a:gd name="connsiteX200" fmla="*/ 7353422 w 12192000"/>
              <a:gd name="connsiteY200" fmla="*/ 6161998 h 6858000"/>
              <a:gd name="connsiteX201" fmla="*/ 7350892 w 12192000"/>
              <a:gd name="connsiteY201" fmla="*/ 5765034 h 6858000"/>
              <a:gd name="connsiteX202" fmla="*/ 6951403 w 12192000"/>
              <a:gd name="connsiteY202" fmla="*/ 5762504 h 6858000"/>
              <a:gd name="connsiteX203" fmla="*/ 6106905 w 12192000"/>
              <a:gd name="connsiteY203" fmla="*/ 5762504 h 6858000"/>
              <a:gd name="connsiteX204" fmla="*/ 6109436 w 12192000"/>
              <a:gd name="connsiteY204" fmla="*/ 6164528 h 6858000"/>
              <a:gd name="connsiteX205" fmla="*/ 6506399 w 12192000"/>
              <a:gd name="connsiteY205" fmla="*/ 6164528 h 6858000"/>
              <a:gd name="connsiteX206" fmla="*/ 6503868 w 12192000"/>
              <a:gd name="connsiteY206" fmla="*/ 5762504 h 6858000"/>
              <a:gd name="connsiteX207" fmla="*/ 6106905 w 12192000"/>
              <a:gd name="connsiteY207" fmla="*/ 5762504 h 6858000"/>
              <a:gd name="connsiteX208" fmla="*/ 5682128 w 12192000"/>
              <a:gd name="connsiteY208" fmla="*/ 5762504 h 6858000"/>
              <a:gd name="connsiteX209" fmla="*/ 5684653 w 12192000"/>
              <a:gd name="connsiteY209" fmla="*/ 6164528 h 6858000"/>
              <a:gd name="connsiteX210" fmla="*/ 6081622 w 12192000"/>
              <a:gd name="connsiteY210" fmla="*/ 6164528 h 6858000"/>
              <a:gd name="connsiteX211" fmla="*/ 6081622 w 12192000"/>
              <a:gd name="connsiteY211" fmla="*/ 5762504 h 6858000"/>
              <a:gd name="connsiteX212" fmla="*/ 5682128 w 12192000"/>
              <a:gd name="connsiteY212" fmla="*/ 5762504 h 6858000"/>
              <a:gd name="connsiteX213" fmla="*/ 5262406 w 12192000"/>
              <a:gd name="connsiteY213" fmla="*/ 5762504 h 6858000"/>
              <a:gd name="connsiteX214" fmla="*/ 5264938 w 12192000"/>
              <a:gd name="connsiteY214" fmla="*/ 6164528 h 6858000"/>
              <a:gd name="connsiteX215" fmla="*/ 5661901 w 12192000"/>
              <a:gd name="connsiteY215" fmla="*/ 6159473 h 6858000"/>
              <a:gd name="connsiteX216" fmla="*/ 5661901 w 12192000"/>
              <a:gd name="connsiteY216" fmla="*/ 5762504 h 6858000"/>
              <a:gd name="connsiteX217" fmla="*/ 5262406 w 12192000"/>
              <a:gd name="connsiteY217" fmla="*/ 5762504 h 6858000"/>
              <a:gd name="connsiteX218" fmla="*/ 4837630 w 12192000"/>
              <a:gd name="connsiteY218" fmla="*/ 5762504 h 6858000"/>
              <a:gd name="connsiteX219" fmla="*/ 4837630 w 12192000"/>
              <a:gd name="connsiteY219" fmla="*/ 6161998 h 6858000"/>
              <a:gd name="connsiteX220" fmla="*/ 5239648 w 12192000"/>
              <a:gd name="connsiteY220" fmla="*/ 6159473 h 6858000"/>
              <a:gd name="connsiteX221" fmla="*/ 5237124 w 12192000"/>
              <a:gd name="connsiteY221" fmla="*/ 5762504 h 6858000"/>
              <a:gd name="connsiteX222" fmla="*/ 4837630 w 12192000"/>
              <a:gd name="connsiteY222" fmla="*/ 5762504 h 6858000"/>
              <a:gd name="connsiteX223" fmla="*/ 4415383 w 12192000"/>
              <a:gd name="connsiteY223" fmla="*/ 5762504 h 6858000"/>
              <a:gd name="connsiteX224" fmla="*/ 4415383 w 12192000"/>
              <a:gd name="connsiteY224" fmla="*/ 6164528 h 6858000"/>
              <a:gd name="connsiteX225" fmla="*/ 4814877 w 12192000"/>
              <a:gd name="connsiteY225" fmla="*/ 6164528 h 6858000"/>
              <a:gd name="connsiteX226" fmla="*/ 4814877 w 12192000"/>
              <a:gd name="connsiteY226" fmla="*/ 5762504 h 6858000"/>
              <a:gd name="connsiteX227" fmla="*/ 4415383 w 12192000"/>
              <a:gd name="connsiteY227" fmla="*/ 5762504 h 6858000"/>
              <a:gd name="connsiteX228" fmla="*/ 3993131 w 12192000"/>
              <a:gd name="connsiteY228" fmla="*/ 5762504 h 6858000"/>
              <a:gd name="connsiteX229" fmla="*/ 3993131 w 12192000"/>
              <a:gd name="connsiteY229" fmla="*/ 6164528 h 6858000"/>
              <a:gd name="connsiteX230" fmla="*/ 4392625 w 12192000"/>
              <a:gd name="connsiteY230" fmla="*/ 6164528 h 6858000"/>
              <a:gd name="connsiteX231" fmla="*/ 4392625 w 12192000"/>
              <a:gd name="connsiteY231" fmla="*/ 5762504 h 6858000"/>
              <a:gd name="connsiteX232" fmla="*/ 3993131 w 12192000"/>
              <a:gd name="connsiteY232" fmla="*/ 5762504 h 6858000"/>
              <a:gd name="connsiteX233" fmla="*/ 3573410 w 12192000"/>
              <a:gd name="connsiteY233" fmla="*/ 5762504 h 6858000"/>
              <a:gd name="connsiteX234" fmla="*/ 3573410 w 12192000"/>
              <a:gd name="connsiteY234" fmla="*/ 6164528 h 6858000"/>
              <a:gd name="connsiteX235" fmla="*/ 3965318 w 12192000"/>
              <a:gd name="connsiteY235" fmla="*/ 6164528 h 6858000"/>
              <a:gd name="connsiteX236" fmla="*/ 3962793 w 12192000"/>
              <a:gd name="connsiteY236" fmla="*/ 5762504 h 6858000"/>
              <a:gd name="connsiteX237" fmla="*/ 3573410 w 12192000"/>
              <a:gd name="connsiteY237" fmla="*/ 5762504 h 6858000"/>
              <a:gd name="connsiteX238" fmla="*/ 2723862 w 12192000"/>
              <a:gd name="connsiteY238" fmla="*/ 5762504 h 6858000"/>
              <a:gd name="connsiteX239" fmla="*/ 2723862 w 12192000"/>
              <a:gd name="connsiteY239" fmla="*/ 6161998 h 6858000"/>
              <a:gd name="connsiteX240" fmla="*/ 3125881 w 12192000"/>
              <a:gd name="connsiteY240" fmla="*/ 6161998 h 6858000"/>
              <a:gd name="connsiteX241" fmla="*/ 3125881 w 12192000"/>
              <a:gd name="connsiteY241" fmla="*/ 5765034 h 6858000"/>
              <a:gd name="connsiteX242" fmla="*/ 2723862 w 12192000"/>
              <a:gd name="connsiteY242" fmla="*/ 5762504 h 6858000"/>
              <a:gd name="connsiteX243" fmla="*/ 1879363 w 12192000"/>
              <a:gd name="connsiteY243" fmla="*/ 5762504 h 6858000"/>
              <a:gd name="connsiteX244" fmla="*/ 1879363 w 12192000"/>
              <a:gd name="connsiteY244" fmla="*/ 6164528 h 6858000"/>
              <a:gd name="connsiteX245" fmla="*/ 2276327 w 12192000"/>
              <a:gd name="connsiteY245" fmla="*/ 6164528 h 6858000"/>
              <a:gd name="connsiteX246" fmla="*/ 2273796 w 12192000"/>
              <a:gd name="connsiteY246" fmla="*/ 5762504 h 6858000"/>
              <a:gd name="connsiteX247" fmla="*/ 1879363 w 12192000"/>
              <a:gd name="connsiteY247" fmla="*/ 5762504 h 6858000"/>
              <a:gd name="connsiteX248" fmla="*/ 1462172 w 12192000"/>
              <a:gd name="connsiteY248" fmla="*/ 5762504 h 6858000"/>
              <a:gd name="connsiteX249" fmla="*/ 1462172 w 12192000"/>
              <a:gd name="connsiteY249" fmla="*/ 6164528 h 6858000"/>
              <a:gd name="connsiteX250" fmla="*/ 1856605 w 12192000"/>
              <a:gd name="connsiteY250" fmla="*/ 6164528 h 6858000"/>
              <a:gd name="connsiteX251" fmla="*/ 1854075 w 12192000"/>
              <a:gd name="connsiteY251" fmla="*/ 5762504 h 6858000"/>
              <a:gd name="connsiteX252" fmla="*/ 1462172 w 12192000"/>
              <a:gd name="connsiteY252" fmla="*/ 5762504 h 6858000"/>
              <a:gd name="connsiteX253" fmla="*/ 615143 w 12192000"/>
              <a:gd name="connsiteY253" fmla="*/ 5762504 h 6858000"/>
              <a:gd name="connsiteX254" fmla="*/ 612619 w 12192000"/>
              <a:gd name="connsiteY254" fmla="*/ 6161998 h 6858000"/>
              <a:gd name="connsiteX255" fmla="*/ 1014637 w 12192000"/>
              <a:gd name="connsiteY255" fmla="*/ 6159473 h 6858000"/>
              <a:gd name="connsiteX256" fmla="*/ 1012107 w 12192000"/>
              <a:gd name="connsiteY256" fmla="*/ 5762504 h 6858000"/>
              <a:gd name="connsiteX257" fmla="*/ 615143 w 12192000"/>
              <a:gd name="connsiteY257" fmla="*/ 5762504 h 6858000"/>
              <a:gd name="connsiteX258" fmla="*/ 8900015 w 12192000"/>
              <a:gd name="connsiteY258" fmla="*/ 5760501 h 6858000"/>
              <a:gd name="connsiteX259" fmla="*/ 8642925 w 12192000"/>
              <a:gd name="connsiteY259" fmla="*/ 5767565 h 6858000"/>
              <a:gd name="connsiteX260" fmla="*/ 8642925 w 12192000"/>
              <a:gd name="connsiteY260" fmla="*/ 6164528 h 6858000"/>
              <a:gd name="connsiteX261" fmla="*/ 9042419 w 12192000"/>
              <a:gd name="connsiteY261" fmla="*/ 6164528 h 6858000"/>
              <a:gd name="connsiteX262" fmla="*/ 9042419 w 12192000"/>
              <a:gd name="connsiteY262" fmla="*/ 5765034 h 6858000"/>
              <a:gd name="connsiteX263" fmla="*/ 8900015 w 12192000"/>
              <a:gd name="connsiteY263" fmla="*/ 5760501 h 6858000"/>
              <a:gd name="connsiteX264" fmla="*/ 6727951 w 12192000"/>
              <a:gd name="connsiteY264" fmla="*/ 5759345 h 6858000"/>
              <a:gd name="connsiteX265" fmla="*/ 6531682 w 12192000"/>
              <a:gd name="connsiteY265" fmla="*/ 5765034 h 6858000"/>
              <a:gd name="connsiteX266" fmla="*/ 6534212 w 12192000"/>
              <a:gd name="connsiteY266" fmla="*/ 6161998 h 6858000"/>
              <a:gd name="connsiteX267" fmla="*/ 6931176 w 12192000"/>
              <a:gd name="connsiteY267" fmla="*/ 6161998 h 6858000"/>
              <a:gd name="connsiteX268" fmla="*/ 6933701 w 12192000"/>
              <a:gd name="connsiteY268" fmla="*/ 5765034 h 6858000"/>
              <a:gd name="connsiteX269" fmla="*/ 6727951 w 12192000"/>
              <a:gd name="connsiteY269" fmla="*/ 5759345 h 6858000"/>
              <a:gd name="connsiteX270" fmla="*/ 11848467 w 12192000"/>
              <a:gd name="connsiteY270" fmla="*/ 5758641 h 6858000"/>
              <a:gd name="connsiteX271" fmla="*/ 11598660 w 12192000"/>
              <a:gd name="connsiteY271" fmla="*/ 5765034 h 6858000"/>
              <a:gd name="connsiteX272" fmla="*/ 11598660 w 12192000"/>
              <a:gd name="connsiteY272" fmla="*/ 6161998 h 6858000"/>
              <a:gd name="connsiteX273" fmla="*/ 11998154 w 12192000"/>
              <a:gd name="connsiteY273" fmla="*/ 6164528 h 6858000"/>
              <a:gd name="connsiteX274" fmla="*/ 11995624 w 12192000"/>
              <a:gd name="connsiteY274" fmla="*/ 5762504 h 6858000"/>
              <a:gd name="connsiteX275" fmla="*/ 11848467 w 12192000"/>
              <a:gd name="connsiteY275" fmla="*/ 5758641 h 6858000"/>
              <a:gd name="connsiteX276" fmla="*/ 440173 w 12192000"/>
              <a:gd name="connsiteY276" fmla="*/ 5758641 h 6858000"/>
              <a:gd name="connsiteX277" fmla="*/ 190366 w 12192000"/>
              <a:gd name="connsiteY277" fmla="*/ 5765034 h 6858000"/>
              <a:gd name="connsiteX278" fmla="*/ 190366 w 12192000"/>
              <a:gd name="connsiteY278" fmla="*/ 6161998 h 6858000"/>
              <a:gd name="connsiteX279" fmla="*/ 589860 w 12192000"/>
              <a:gd name="connsiteY279" fmla="*/ 6164528 h 6858000"/>
              <a:gd name="connsiteX280" fmla="*/ 587330 w 12192000"/>
              <a:gd name="connsiteY280" fmla="*/ 5762504 h 6858000"/>
              <a:gd name="connsiteX281" fmla="*/ 440173 w 12192000"/>
              <a:gd name="connsiteY281" fmla="*/ 5758641 h 6858000"/>
              <a:gd name="connsiteX282" fmla="*/ 10166448 w 12192000"/>
              <a:gd name="connsiteY282" fmla="*/ 5757973 h 6858000"/>
              <a:gd name="connsiteX283" fmla="*/ 9912200 w 12192000"/>
              <a:gd name="connsiteY283" fmla="*/ 5765034 h 6858000"/>
              <a:gd name="connsiteX284" fmla="*/ 9912200 w 12192000"/>
              <a:gd name="connsiteY284" fmla="*/ 6161998 h 6858000"/>
              <a:gd name="connsiteX285" fmla="*/ 10309164 w 12192000"/>
              <a:gd name="connsiteY285" fmla="*/ 6164528 h 6858000"/>
              <a:gd name="connsiteX286" fmla="*/ 10309164 w 12192000"/>
              <a:gd name="connsiteY286" fmla="*/ 5762504 h 6858000"/>
              <a:gd name="connsiteX287" fmla="*/ 10166448 w 12192000"/>
              <a:gd name="connsiteY287" fmla="*/ 5757973 h 6858000"/>
              <a:gd name="connsiteX288" fmla="*/ 2553638 w 12192000"/>
              <a:gd name="connsiteY288" fmla="*/ 5757973 h 6858000"/>
              <a:gd name="connsiteX289" fmla="*/ 2301610 w 12192000"/>
              <a:gd name="connsiteY289" fmla="*/ 5765034 h 6858000"/>
              <a:gd name="connsiteX290" fmla="*/ 2301610 w 12192000"/>
              <a:gd name="connsiteY290" fmla="*/ 6161998 h 6858000"/>
              <a:gd name="connsiteX291" fmla="*/ 2701103 w 12192000"/>
              <a:gd name="connsiteY291" fmla="*/ 6164528 h 6858000"/>
              <a:gd name="connsiteX292" fmla="*/ 2698573 w 12192000"/>
              <a:gd name="connsiteY292" fmla="*/ 5762504 h 6858000"/>
              <a:gd name="connsiteX293" fmla="*/ 2553638 w 12192000"/>
              <a:gd name="connsiteY293" fmla="*/ 5757973 h 6858000"/>
              <a:gd name="connsiteX294" fmla="*/ 9909669 w 12192000"/>
              <a:gd name="connsiteY294" fmla="*/ 5342788 h 6858000"/>
              <a:gd name="connsiteX295" fmla="*/ 9909669 w 12192000"/>
              <a:gd name="connsiteY295" fmla="*/ 5742282 h 6858000"/>
              <a:gd name="connsiteX296" fmla="*/ 10311688 w 12192000"/>
              <a:gd name="connsiteY296" fmla="*/ 5739751 h 6858000"/>
              <a:gd name="connsiteX297" fmla="*/ 10311688 w 12192000"/>
              <a:gd name="connsiteY297" fmla="*/ 5342788 h 6858000"/>
              <a:gd name="connsiteX298" fmla="*/ 9909669 w 12192000"/>
              <a:gd name="connsiteY298" fmla="*/ 5342788 h 6858000"/>
              <a:gd name="connsiteX299" fmla="*/ 10756693 w 12192000"/>
              <a:gd name="connsiteY299" fmla="*/ 5340257 h 6858000"/>
              <a:gd name="connsiteX300" fmla="*/ 10756693 w 12192000"/>
              <a:gd name="connsiteY300" fmla="*/ 5742282 h 6858000"/>
              <a:gd name="connsiteX301" fmla="*/ 11153656 w 12192000"/>
              <a:gd name="connsiteY301" fmla="*/ 5742282 h 6858000"/>
              <a:gd name="connsiteX302" fmla="*/ 11153656 w 12192000"/>
              <a:gd name="connsiteY302" fmla="*/ 5340257 h 6858000"/>
              <a:gd name="connsiteX303" fmla="*/ 10756693 w 12192000"/>
              <a:gd name="connsiteY303" fmla="*/ 5340257 h 6858000"/>
              <a:gd name="connsiteX304" fmla="*/ 10331916 w 12192000"/>
              <a:gd name="connsiteY304" fmla="*/ 5340257 h 6858000"/>
              <a:gd name="connsiteX305" fmla="*/ 10331916 w 12192000"/>
              <a:gd name="connsiteY305" fmla="*/ 5742282 h 6858000"/>
              <a:gd name="connsiteX306" fmla="*/ 10731410 w 12192000"/>
              <a:gd name="connsiteY306" fmla="*/ 5742282 h 6858000"/>
              <a:gd name="connsiteX307" fmla="*/ 10728879 w 12192000"/>
              <a:gd name="connsiteY307" fmla="*/ 5340257 h 6858000"/>
              <a:gd name="connsiteX308" fmla="*/ 10331916 w 12192000"/>
              <a:gd name="connsiteY308" fmla="*/ 5340257 h 6858000"/>
              <a:gd name="connsiteX309" fmla="*/ 9487423 w 12192000"/>
              <a:gd name="connsiteY309" fmla="*/ 5340257 h 6858000"/>
              <a:gd name="connsiteX310" fmla="*/ 9487423 w 12192000"/>
              <a:gd name="connsiteY310" fmla="*/ 5742282 h 6858000"/>
              <a:gd name="connsiteX311" fmla="*/ 9886911 w 12192000"/>
              <a:gd name="connsiteY311" fmla="*/ 5742282 h 6858000"/>
              <a:gd name="connsiteX312" fmla="*/ 9884381 w 12192000"/>
              <a:gd name="connsiteY312" fmla="*/ 5340257 h 6858000"/>
              <a:gd name="connsiteX313" fmla="*/ 9487423 w 12192000"/>
              <a:gd name="connsiteY313" fmla="*/ 5340257 h 6858000"/>
              <a:gd name="connsiteX314" fmla="*/ 8220673 w 12192000"/>
              <a:gd name="connsiteY314" fmla="*/ 5340257 h 6858000"/>
              <a:gd name="connsiteX315" fmla="*/ 8220673 w 12192000"/>
              <a:gd name="connsiteY315" fmla="*/ 5739751 h 6858000"/>
              <a:gd name="connsiteX316" fmla="*/ 8622697 w 12192000"/>
              <a:gd name="connsiteY316" fmla="*/ 5737221 h 6858000"/>
              <a:gd name="connsiteX317" fmla="*/ 8622697 w 12192000"/>
              <a:gd name="connsiteY317" fmla="*/ 5340257 h 6858000"/>
              <a:gd name="connsiteX318" fmla="*/ 8220673 w 12192000"/>
              <a:gd name="connsiteY318" fmla="*/ 5340257 h 6858000"/>
              <a:gd name="connsiteX319" fmla="*/ 7378705 w 12192000"/>
              <a:gd name="connsiteY319" fmla="*/ 5340257 h 6858000"/>
              <a:gd name="connsiteX320" fmla="*/ 7381236 w 12192000"/>
              <a:gd name="connsiteY320" fmla="*/ 5742282 h 6858000"/>
              <a:gd name="connsiteX321" fmla="*/ 7778199 w 12192000"/>
              <a:gd name="connsiteY321" fmla="*/ 5739751 h 6858000"/>
              <a:gd name="connsiteX322" fmla="*/ 7778199 w 12192000"/>
              <a:gd name="connsiteY322" fmla="*/ 5342788 h 6858000"/>
              <a:gd name="connsiteX323" fmla="*/ 7378705 w 12192000"/>
              <a:gd name="connsiteY323" fmla="*/ 5340257 h 6858000"/>
              <a:gd name="connsiteX324" fmla="*/ 6529151 w 12192000"/>
              <a:gd name="connsiteY324" fmla="*/ 5340257 h 6858000"/>
              <a:gd name="connsiteX325" fmla="*/ 6529151 w 12192000"/>
              <a:gd name="connsiteY325" fmla="*/ 5742282 h 6858000"/>
              <a:gd name="connsiteX326" fmla="*/ 6931176 w 12192000"/>
              <a:gd name="connsiteY326" fmla="*/ 5742282 h 6858000"/>
              <a:gd name="connsiteX327" fmla="*/ 6928645 w 12192000"/>
              <a:gd name="connsiteY327" fmla="*/ 5340257 h 6858000"/>
              <a:gd name="connsiteX328" fmla="*/ 6529151 w 12192000"/>
              <a:gd name="connsiteY328" fmla="*/ 5340257 h 6858000"/>
              <a:gd name="connsiteX329" fmla="*/ 6106905 w 12192000"/>
              <a:gd name="connsiteY329" fmla="*/ 5340257 h 6858000"/>
              <a:gd name="connsiteX330" fmla="*/ 6109436 w 12192000"/>
              <a:gd name="connsiteY330" fmla="*/ 5742282 h 6858000"/>
              <a:gd name="connsiteX331" fmla="*/ 6508924 w 12192000"/>
              <a:gd name="connsiteY331" fmla="*/ 5742282 h 6858000"/>
              <a:gd name="connsiteX332" fmla="*/ 6508924 w 12192000"/>
              <a:gd name="connsiteY332" fmla="*/ 5340257 h 6858000"/>
              <a:gd name="connsiteX333" fmla="*/ 6106905 w 12192000"/>
              <a:gd name="connsiteY333" fmla="*/ 5340257 h 6858000"/>
              <a:gd name="connsiteX334" fmla="*/ 5684653 w 12192000"/>
              <a:gd name="connsiteY334" fmla="*/ 5340257 h 6858000"/>
              <a:gd name="connsiteX335" fmla="*/ 5687184 w 12192000"/>
              <a:gd name="connsiteY335" fmla="*/ 5742282 h 6858000"/>
              <a:gd name="connsiteX336" fmla="*/ 6084147 w 12192000"/>
              <a:gd name="connsiteY336" fmla="*/ 5739751 h 6858000"/>
              <a:gd name="connsiteX337" fmla="*/ 6084147 w 12192000"/>
              <a:gd name="connsiteY337" fmla="*/ 5342788 h 6858000"/>
              <a:gd name="connsiteX338" fmla="*/ 5684653 w 12192000"/>
              <a:gd name="connsiteY338" fmla="*/ 5340257 h 6858000"/>
              <a:gd name="connsiteX339" fmla="*/ 5259876 w 12192000"/>
              <a:gd name="connsiteY339" fmla="*/ 5340257 h 6858000"/>
              <a:gd name="connsiteX340" fmla="*/ 5259876 w 12192000"/>
              <a:gd name="connsiteY340" fmla="*/ 5739751 h 6858000"/>
              <a:gd name="connsiteX341" fmla="*/ 5661901 w 12192000"/>
              <a:gd name="connsiteY341" fmla="*/ 5737221 h 6858000"/>
              <a:gd name="connsiteX342" fmla="*/ 5661901 w 12192000"/>
              <a:gd name="connsiteY342" fmla="*/ 5340257 h 6858000"/>
              <a:gd name="connsiteX343" fmla="*/ 5259876 w 12192000"/>
              <a:gd name="connsiteY343" fmla="*/ 5340257 h 6858000"/>
              <a:gd name="connsiteX344" fmla="*/ 4415383 w 12192000"/>
              <a:gd name="connsiteY344" fmla="*/ 5340257 h 6858000"/>
              <a:gd name="connsiteX345" fmla="*/ 4415383 w 12192000"/>
              <a:gd name="connsiteY345" fmla="*/ 5742282 h 6858000"/>
              <a:gd name="connsiteX346" fmla="*/ 4812347 w 12192000"/>
              <a:gd name="connsiteY346" fmla="*/ 5742282 h 6858000"/>
              <a:gd name="connsiteX347" fmla="*/ 4809816 w 12192000"/>
              <a:gd name="connsiteY347" fmla="*/ 5340257 h 6858000"/>
              <a:gd name="connsiteX348" fmla="*/ 4415383 w 12192000"/>
              <a:gd name="connsiteY348" fmla="*/ 5340257 h 6858000"/>
              <a:gd name="connsiteX349" fmla="*/ 3573410 w 12192000"/>
              <a:gd name="connsiteY349" fmla="*/ 5340257 h 6858000"/>
              <a:gd name="connsiteX350" fmla="*/ 3575940 w 12192000"/>
              <a:gd name="connsiteY350" fmla="*/ 5739751 h 6858000"/>
              <a:gd name="connsiteX351" fmla="*/ 3972904 w 12192000"/>
              <a:gd name="connsiteY351" fmla="*/ 5737221 h 6858000"/>
              <a:gd name="connsiteX352" fmla="*/ 3972904 w 12192000"/>
              <a:gd name="connsiteY352" fmla="*/ 5340257 h 6858000"/>
              <a:gd name="connsiteX353" fmla="*/ 3573410 w 12192000"/>
              <a:gd name="connsiteY353" fmla="*/ 5340257 h 6858000"/>
              <a:gd name="connsiteX354" fmla="*/ 2726387 w 12192000"/>
              <a:gd name="connsiteY354" fmla="*/ 5340257 h 6858000"/>
              <a:gd name="connsiteX355" fmla="*/ 2726387 w 12192000"/>
              <a:gd name="connsiteY355" fmla="*/ 5742282 h 6858000"/>
              <a:gd name="connsiteX356" fmla="*/ 3125881 w 12192000"/>
              <a:gd name="connsiteY356" fmla="*/ 5742282 h 6858000"/>
              <a:gd name="connsiteX357" fmla="*/ 3123350 w 12192000"/>
              <a:gd name="connsiteY357" fmla="*/ 5340257 h 6858000"/>
              <a:gd name="connsiteX358" fmla="*/ 2726387 w 12192000"/>
              <a:gd name="connsiteY358" fmla="*/ 5340257 h 6858000"/>
              <a:gd name="connsiteX359" fmla="*/ 2304140 w 12192000"/>
              <a:gd name="connsiteY359" fmla="*/ 5340257 h 6858000"/>
              <a:gd name="connsiteX360" fmla="*/ 2304140 w 12192000"/>
              <a:gd name="connsiteY360" fmla="*/ 5742282 h 6858000"/>
              <a:gd name="connsiteX361" fmla="*/ 2701103 w 12192000"/>
              <a:gd name="connsiteY361" fmla="*/ 5742282 h 6858000"/>
              <a:gd name="connsiteX362" fmla="*/ 2698573 w 12192000"/>
              <a:gd name="connsiteY362" fmla="*/ 5340257 h 6858000"/>
              <a:gd name="connsiteX363" fmla="*/ 2304140 w 12192000"/>
              <a:gd name="connsiteY363" fmla="*/ 5340257 h 6858000"/>
              <a:gd name="connsiteX364" fmla="*/ 1879363 w 12192000"/>
              <a:gd name="connsiteY364" fmla="*/ 5340257 h 6858000"/>
              <a:gd name="connsiteX365" fmla="*/ 1879363 w 12192000"/>
              <a:gd name="connsiteY365" fmla="*/ 5742282 h 6858000"/>
              <a:gd name="connsiteX366" fmla="*/ 2276327 w 12192000"/>
              <a:gd name="connsiteY366" fmla="*/ 5742282 h 6858000"/>
              <a:gd name="connsiteX367" fmla="*/ 2276327 w 12192000"/>
              <a:gd name="connsiteY367" fmla="*/ 5340257 h 6858000"/>
              <a:gd name="connsiteX368" fmla="*/ 1879363 w 12192000"/>
              <a:gd name="connsiteY368" fmla="*/ 5340257 h 6858000"/>
              <a:gd name="connsiteX369" fmla="*/ 1462172 w 12192000"/>
              <a:gd name="connsiteY369" fmla="*/ 5340257 h 6858000"/>
              <a:gd name="connsiteX370" fmla="*/ 1464697 w 12192000"/>
              <a:gd name="connsiteY370" fmla="*/ 5742282 h 6858000"/>
              <a:gd name="connsiteX371" fmla="*/ 1859136 w 12192000"/>
              <a:gd name="connsiteY371" fmla="*/ 5742282 h 6858000"/>
              <a:gd name="connsiteX372" fmla="*/ 1859136 w 12192000"/>
              <a:gd name="connsiteY372" fmla="*/ 5340257 h 6858000"/>
              <a:gd name="connsiteX373" fmla="*/ 1462172 w 12192000"/>
              <a:gd name="connsiteY373" fmla="*/ 5340257 h 6858000"/>
              <a:gd name="connsiteX374" fmla="*/ 615143 w 12192000"/>
              <a:gd name="connsiteY374" fmla="*/ 5340257 h 6858000"/>
              <a:gd name="connsiteX375" fmla="*/ 617674 w 12192000"/>
              <a:gd name="connsiteY375" fmla="*/ 5742282 h 6858000"/>
              <a:gd name="connsiteX376" fmla="*/ 1014637 w 12192000"/>
              <a:gd name="connsiteY376" fmla="*/ 5739751 h 6858000"/>
              <a:gd name="connsiteX377" fmla="*/ 1014637 w 12192000"/>
              <a:gd name="connsiteY377" fmla="*/ 5340257 h 6858000"/>
              <a:gd name="connsiteX378" fmla="*/ 615143 w 12192000"/>
              <a:gd name="connsiteY378" fmla="*/ 5340257 h 6858000"/>
              <a:gd name="connsiteX379" fmla="*/ 190366 w 12192000"/>
              <a:gd name="connsiteY379" fmla="*/ 5340257 h 6858000"/>
              <a:gd name="connsiteX380" fmla="*/ 190366 w 12192000"/>
              <a:gd name="connsiteY380" fmla="*/ 5742282 h 6858000"/>
              <a:gd name="connsiteX381" fmla="*/ 592391 w 12192000"/>
              <a:gd name="connsiteY381" fmla="*/ 5742282 h 6858000"/>
              <a:gd name="connsiteX382" fmla="*/ 592391 w 12192000"/>
              <a:gd name="connsiteY382" fmla="*/ 5340257 h 6858000"/>
              <a:gd name="connsiteX383" fmla="*/ 190366 w 12192000"/>
              <a:gd name="connsiteY383" fmla="*/ 5340257 h 6858000"/>
              <a:gd name="connsiteX384" fmla="*/ 11862676 w 12192000"/>
              <a:gd name="connsiteY384" fmla="*/ 5338255 h 6858000"/>
              <a:gd name="connsiteX385" fmla="*/ 11601191 w 12192000"/>
              <a:gd name="connsiteY385" fmla="*/ 5345313 h 6858000"/>
              <a:gd name="connsiteX386" fmla="*/ 11606246 w 12192000"/>
              <a:gd name="connsiteY386" fmla="*/ 5742282 h 6858000"/>
              <a:gd name="connsiteX387" fmla="*/ 12003210 w 12192000"/>
              <a:gd name="connsiteY387" fmla="*/ 5742282 h 6858000"/>
              <a:gd name="connsiteX388" fmla="*/ 12003210 w 12192000"/>
              <a:gd name="connsiteY388" fmla="*/ 5342788 h 6858000"/>
              <a:gd name="connsiteX389" fmla="*/ 11862676 w 12192000"/>
              <a:gd name="connsiteY389" fmla="*/ 5338255 h 6858000"/>
              <a:gd name="connsiteX390" fmla="*/ 7214304 w 12192000"/>
              <a:gd name="connsiteY390" fmla="*/ 5338255 h 6858000"/>
              <a:gd name="connsiteX391" fmla="*/ 6953928 w 12192000"/>
              <a:gd name="connsiteY391" fmla="*/ 5345313 h 6858000"/>
              <a:gd name="connsiteX392" fmla="*/ 6958989 w 12192000"/>
              <a:gd name="connsiteY392" fmla="*/ 5742282 h 6858000"/>
              <a:gd name="connsiteX393" fmla="*/ 7355953 w 12192000"/>
              <a:gd name="connsiteY393" fmla="*/ 5739751 h 6858000"/>
              <a:gd name="connsiteX394" fmla="*/ 7355953 w 12192000"/>
              <a:gd name="connsiteY394" fmla="*/ 5342788 h 6858000"/>
              <a:gd name="connsiteX395" fmla="*/ 7214304 w 12192000"/>
              <a:gd name="connsiteY395" fmla="*/ 5338255 h 6858000"/>
              <a:gd name="connsiteX396" fmla="*/ 5100893 w 12192000"/>
              <a:gd name="connsiteY396" fmla="*/ 5338255 h 6858000"/>
              <a:gd name="connsiteX397" fmla="*/ 4837630 w 12192000"/>
              <a:gd name="connsiteY397" fmla="*/ 5345313 h 6858000"/>
              <a:gd name="connsiteX398" fmla="*/ 4837630 w 12192000"/>
              <a:gd name="connsiteY398" fmla="*/ 5739751 h 6858000"/>
              <a:gd name="connsiteX399" fmla="*/ 5239648 w 12192000"/>
              <a:gd name="connsiteY399" fmla="*/ 5737221 h 6858000"/>
              <a:gd name="connsiteX400" fmla="*/ 5239648 w 12192000"/>
              <a:gd name="connsiteY400" fmla="*/ 5342788 h 6858000"/>
              <a:gd name="connsiteX401" fmla="*/ 5100893 w 12192000"/>
              <a:gd name="connsiteY401" fmla="*/ 5338255 h 6858000"/>
              <a:gd name="connsiteX402" fmla="*/ 7990588 w 12192000"/>
              <a:gd name="connsiteY402" fmla="*/ 5337414 h 6858000"/>
              <a:gd name="connsiteX403" fmla="*/ 7798427 w 12192000"/>
              <a:gd name="connsiteY403" fmla="*/ 5345313 h 6858000"/>
              <a:gd name="connsiteX404" fmla="*/ 7800957 w 12192000"/>
              <a:gd name="connsiteY404" fmla="*/ 5742282 h 6858000"/>
              <a:gd name="connsiteX405" fmla="*/ 8197920 w 12192000"/>
              <a:gd name="connsiteY405" fmla="*/ 5742282 h 6858000"/>
              <a:gd name="connsiteX406" fmla="*/ 8197920 w 12192000"/>
              <a:gd name="connsiteY406" fmla="*/ 5342788 h 6858000"/>
              <a:gd name="connsiteX407" fmla="*/ 7990588 w 12192000"/>
              <a:gd name="connsiteY407" fmla="*/ 5337414 h 6858000"/>
              <a:gd name="connsiteX408" fmla="*/ 9263338 w 12192000"/>
              <a:gd name="connsiteY408" fmla="*/ 5337099 h 6858000"/>
              <a:gd name="connsiteX409" fmla="*/ 9065171 w 12192000"/>
              <a:gd name="connsiteY409" fmla="*/ 5342788 h 6858000"/>
              <a:gd name="connsiteX410" fmla="*/ 9065171 w 12192000"/>
              <a:gd name="connsiteY410" fmla="*/ 5742282 h 6858000"/>
              <a:gd name="connsiteX411" fmla="*/ 9467190 w 12192000"/>
              <a:gd name="connsiteY411" fmla="*/ 5742282 h 6858000"/>
              <a:gd name="connsiteX412" fmla="*/ 9467190 w 12192000"/>
              <a:gd name="connsiteY412" fmla="*/ 5342788 h 6858000"/>
              <a:gd name="connsiteX413" fmla="*/ 9263338 w 12192000"/>
              <a:gd name="connsiteY413" fmla="*/ 5337099 h 6858000"/>
              <a:gd name="connsiteX414" fmla="*/ 3393690 w 12192000"/>
              <a:gd name="connsiteY414" fmla="*/ 5336525 h 6858000"/>
              <a:gd name="connsiteX415" fmla="*/ 3146108 w 12192000"/>
              <a:gd name="connsiteY415" fmla="*/ 5345313 h 6858000"/>
              <a:gd name="connsiteX416" fmla="*/ 3146108 w 12192000"/>
              <a:gd name="connsiteY416" fmla="*/ 5742282 h 6858000"/>
              <a:gd name="connsiteX417" fmla="*/ 3545602 w 12192000"/>
              <a:gd name="connsiteY417" fmla="*/ 5742282 h 6858000"/>
              <a:gd name="connsiteX418" fmla="*/ 3543071 w 12192000"/>
              <a:gd name="connsiteY418" fmla="*/ 5340257 h 6858000"/>
              <a:gd name="connsiteX419" fmla="*/ 3393690 w 12192000"/>
              <a:gd name="connsiteY419" fmla="*/ 5336525 h 6858000"/>
              <a:gd name="connsiteX420" fmla="*/ 8893839 w 12192000"/>
              <a:gd name="connsiteY420" fmla="*/ 5335857 h 6858000"/>
              <a:gd name="connsiteX421" fmla="*/ 8642925 w 12192000"/>
              <a:gd name="connsiteY421" fmla="*/ 5345313 h 6858000"/>
              <a:gd name="connsiteX422" fmla="*/ 8642925 w 12192000"/>
              <a:gd name="connsiteY422" fmla="*/ 5742282 h 6858000"/>
              <a:gd name="connsiteX423" fmla="*/ 9039888 w 12192000"/>
              <a:gd name="connsiteY423" fmla="*/ 5742282 h 6858000"/>
              <a:gd name="connsiteX424" fmla="*/ 9039888 w 12192000"/>
              <a:gd name="connsiteY424" fmla="*/ 5340257 h 6858000"/>
              <a:gd name="connsiteX425" fmla="*/ 8893839 w 12192000"/>
              <a:gd name="connsiteY425" fmla="*/ 5335857 h 6858000"/>
              <a:gd name="connsiteX426" fmla="*/ 4241697 w 12192000"/>
              <a:gd name="connsiteY426" fmla="*/ 5335857 h 6858000"/>
              <a:gd name="connsiteX427" fmla="*/ 3990606 w 12192000"/>
              <a:gd name="connsiteY427" fmla="*/ 5345313 h 6858000"/>
              <a:gd name="connsiteX428" fmla="*/ 3990606 w 12192000"/>
              <a:gd name="connsiteY428" fmla="*/ 5742282 h 6858000"/>
              <a:gd name="connsiteX429" fmla="*/ 4392625 w 12192000"/>
              <a:gd name="connsiteY429" fmla="*/ 5742282 h 6858000"/>
              <a:gd name="connsiteX430" fmla="*/ 4390100 w 12192000"/>
              <a:gd name="connsiteY430" fmla="*/ 5340257 h 6858000"/>
              <a:gd name="connsiteX431" fmla="*/ 4241697 w 12192000"/>
              <a:gd name="connsiteY431" fmla="*/ 5335857 h 6858000"/>
              <a:gd name="connsiteX432" fmla="*/ 11431776 w 12192000"/>
              <a:gd name="connsiteY432" fmla="*/ 5335724 h 6858000"/>
              <a:gd name="connsiteX433" fmla="*/ 11176414 w 12192000"/>
              <a:gd name="connsiteY433" fmla="*/ 5342788 h 6858000"/>
              <a:gd name="connsiteX434" fmla="*/ 11178945 w 12192000"/>
              <a:gd name="connsiteY434" fmla="*/ 5739751 h 6858000"/>
              <a:gd name="connsiteX435" fmla="*/ 11573378 w 12192000"/>
              <a:gd name="connsiteY435" fmla="*/ 5742282 h 6858000"/>
              <a:gd name="connsiteX436" fmla="*/ 11573378 w 12192000"/>
              <a:gd name="connsiteY436" fmla="*/ 5340257 h 6858000"/>
              <a:gd name="connsiteX437" fmla="*/ 11431776 w 12192000"/>
              <a:gd name="connsiteY437" fmla="*/ 5335724 h 6858000"/>
              <a:gd name="connsiteX438" fmla="*/ 1293066 w 12192000"/>
              <a:gd name="connsiteY438" fmla="*/ 5335724 h 6858000"/>
              <a:gd name="connsiteX439" fmla="*/ 1034865 w 12192000"/>
              <a:gd name="connsiteY439" fmla="*/ 5342788 h 6858000"/>
              <a:gd name="connsiteX440" fmla="*/ 1034865 w 12192000"/>
              <a:gd name="connsiteY440" fmla="*/ 5739751 h 6858000"/>
              <a:gd name="connsiteX441" fmla="*/ 1434359 w 12192000"/>
              <a:gd name="connsiteY441" fmla="*/ 5737221 h 6858000"/>
              <a:gd name="connsiteX442" fmla="*/ 1434359 w 12192000"/>
              <a:gd name="connsiteY442" fmla="*/ 5340257 h 6858000"/>
              <a:gd name="connsiteX443" fmla="*/ 1293066 w 12192000"/>
              <a:gd name="connsiteY443" fmla="*/ 5335724 h 6858000"/>
              <a:gd name="connsiteX444" fmla="*/ 11178945 w 12192000"/>
              <a:gd name="connsiteY444" fmla="*/ 4918011 h 6858000"/>
              <a:gd name="connsiteX445" fmla="*/ 11178945 w 12192000"/>
              <a:gd name="connsiteY445" fmla="*/ 5317505 h 6858000"/>
              <a:gd name="connsiteX446" fmla="*/ 11578433 w 12192000"/>
              <a:gd name="connsiteY446" fmla="*/ 5317505 h 6858000"/>
              <a:gd name="connsiteX447" fmla="*/ 11578433 w 12192000"/>
              <a:gd name="connsiteY447" fmla="*/ 4918011 h 6858000"/>
              <a:gd name="connsiteX448" fmla="*/ 11178945 w 12192000"/>
              <a:gd name="connsiteY448" fmla="*/ 4918011 h 6858000"/>
              <a:gd name="connsiteX449" fmla="*/ 10754168 w 12192000"/>
              <a:gd name="connsiteY449" fmla="*/ 4918011 h 6858000"/>
              <a:gd name="connsiteX450" fmla="*/ 10754168 w 12192000"/>
              <a:gd name="connsiteY450" fmla="*/ 5317505 h 6858000"/>
              <a:gd name="connsiteX451" fmla="*/ 11156187 w 12192000"/>
              <a:gd name="connsiteY451" fmla="*/ 5317505 h 6858000"/>
              <a:gd name="connsiteX452" fmla="*/ 11156187 w 12192000"/>
              <a:gd name="connsiteY452" fmla="*/ 4918011 h 6858000"/>
              <a:gd name="connsiteX453" fmla="*/ 10754168 w 12192000"/>
              <a:gd name="connsiteY453" fmla="*/ 4918011 h 6858000"/>
              <a:gd name="connsiteX454" fmla="*/ 10331916 w 12192000"/>
              <a:gd name="connsiteY454" fmla="*/ 4918011 h 6858000"/>
              <a:gd name="connsiteX455" fmla="*/ 10331916 w 12192000"/>
              <a:gd name="connsiteY455" fmla="*/ 5317505 h 6858000"/>
              <a:gd name="connsiteX456" fmla="*/ 10733940 w 12192000"/>
              <a:gd name="connsiteY456" fmla="*/ 5317505 h 6858000"/>
              <a:gd name="connsiteX457" fmla="*/ 10733940 w 12192000"/>
              <a:gd name="connsiteY457" fmla="*/ 4918011 h 6858000"/>
              <a:gd name="connsiteX458" fmla="*/ 10331916 w 12192000"/>
              <a:gd name="connsiteY458" fmla="*/ 4918011 h 6858000"/>
              <a:gd name="connsiteX459" fmla="*/ 7376180 w 12192000"/>
              <a:gd name="connsiteY459" fmla="*/ 4918011 h 6858000"/>
              <a:gd name="connsiteX460" fmla="*/ 7376180 w 12192000"/>
              <a:gd name="connsiteY460" fmla="*/ 5320030 h 6858000"/>
              <a:gd name="connsiteX461" fmla="*/ 7778199 w 12192000"/>
              <a:gd name="connsiteY461" fmla="*/ 5320030 h 6858000"/>
              <a:gd name="connsiteX462" fmla="*/ 7778199 w 12192000"/>
              <a:gd name="connsiteY462" fmla="*/ 4918011 h 6858000"/>
              <a:gd name="connsiteX463" fmla="*/ 7376180 w 12192000"/>
              <a:gd name="connsiteY463" fmla="*/ 4918011 h 6858000"/>
              <a:gd name="connsiteX464" fmla="*/ 6951403 w 12192000"/>
              <a:gd name="connsiteY464" fmla="*/ 4918011 h 6858000"/>
              <a:gd name="connsiteX465" fmla="*/ 6951403 w 12192000"/>
              <a:gd name="connsiteY465" fmla="*/ 5314975 h 6858000"/>
              <a:gd name="connsiteX466" fmla="*/ 7353422 w 12192000"/>
              <a:gd name="connsiteY466" fmla="*/ 5314975 h 6858000"/>
              <a:gd name="connsiteX467" fmla="*/ 7353422 w 12192000"/>
              <a:gd name="connsiteY467" fmla="*/ 4918011 h 6858000"/>
              <a:gd name="connsiteX468" fmla="*/ 6951403 w 12192000"/>
              <a:gd name="connsiteY468" fmla="*/ 4918011 h 6858000"/>
              <a:gd name="connsiteX469" fmla="*/ 4415383 w 12192000"/>
              <a:gd name="connsiteY469" fmla="*/ 4918011 h 6858000"/>
              <a:gd name="connsiteX470" fmla="*/ 4415383 w 12192000"/>
              <a:gd name="connsiteY470" fmla="*/ 5317505 h 6858000"/>
              <a:gd name="connsiteX471" fmla="*/ 4814877 w 12192000"/>
              <a:gd name="connsiteY471" fmla="*/ 5317505 h 6858000"/>
              <a:gd name="connsiteX472" fmla="*/ 4814877 w 12192000"/>
              <a:gd name="connsiteY472" fmla="*/ 4918011 h 6858000"/>
              <a:gd name="connsiteX473" fmla="*/ 4415383 w 12192000"/>
              <a:gd name="connsiteY473" fmla="*/ 4918011 h 6858000"/>
              <a:gd name="connsiteX474" fmla="*/ 3570885 w 12192000"/>
              <a:gd name="connsiteY474" fmla="*/ 4918011 h 6858000"/>
              <a:gd name="connsiteX475" fmla="*/ 3570885 w 12192000"/>
              <a:gd name="connsiteY475" fmla="*/ 5314975 h 6858000"/>
              <a:gd name="connsiteX476" fmla="*/ 3970379 w 12192000"/>
              <a:gd name="connsiteY476" fmla="*/ 5314975 h 6858000"/>
              <a:gd name="connsiteX477" fmla="*/ 3967848 w 12192000"/>
              <a:gd name="connsiteY477" fmla="*/ 4918011 h 6858000"/>
              <a:gd name="connsiteX478" fmla="*/ 3570885 w 12192000"/>
              <a:gd name="connsiteY478" fmla="*/ 4918011 h 6858000"/>
              <a:gd name="connsiteX479" fmla="*/ 1879363 w 12192000"/>
              <a:gd name="connsiteY479" fmla="*/ 4918011 h 6858000"/>
              <a:gd name="connsiteX480" fmla="*/ 1879363 w 12192000"/>
              <a:gd name="connsiteY480" fmla="*/ 5317505 h 6858000"/>
              <a:gd name="connsiteX481" fmla="*/ 2278857 w 12192000"/>
              <a:gd name="connsiteY481" fmla="*/ 5317505 h 6858000"/>
              <a:gd name="connsiteX482" fmla="*/ 2278857 w 12192000"/>
              <a:gd name="connsiteY482" fmla="*/ 4918011 h 6858000"/>
              <a:gd name="connsiteX483" fmla="*/ 1879363 w 12192000"/>
              <a:gd name="connsiteY483" fmla="*/ 4918011 h 6858000"/>
              <a:gd name="connsiteX484" fmla="*/ 1457117 w 12192000"/>
              <a:gd name="connsiteY484" fmla="*/ 4918011 h 6858000"/>
              <a:gd name="connsiteX485" fmla="*/ 1457117 w 12192000"/>
              <a:gd name="connsiteY485" fmla="*/ 5317505 h 6858000"/>
              <a:gd name="connsiteX486" fmla="*/ 1859136 w 12192000"/>
              <a:gd name="connsiteY486" fmla="*/ 5317505 h 6858000"/>
              <a:gd name="connsiteX487" fmla="*/ 1859136 w 12192000"/>
              <a:gd name="connsiteY487" fmla="*/ 4918011 h 6858000"/>
              <a:gd name="connsiteX488" fmla="*/ 1457117 w 12192000"/>
              <a:gd name="connsiteY488" fmla="*/ 4918011 h 6858000"/>
              <a:gd name="connsiteX489" fmla="*/ 612619 w 12192000"/>
              <a:gd name="connsiteY489" fmla="*/ 4918011 h 6858000"/>
              <a:gd name="connsiteX490" fmla="*/ 612619 w 12192000"/>
              <a:gd name="connsiteY490" fmla="*/ 5314975 h 6858000"/>
              <a:gd name="connsiteX491" fmla="*/ 1014637 w 12192000"/>
              <a:gd name="connsiteY491" fmla="*/ 5314975 h 6858000"/>
              <a:gd name="connsiteX492" fmla="*/ 1014637 w 12192000"/>
              <a:gd name="connsiteY492" fmla="*/ 4918011 h 6858000"/>
              <a:gd name="connsiteX493" fmla="*/ 612619 w 12192000"/>
              <a:gd name="connsiteY493" fmla="*/ 4918011 h 6858000"/>
              <a:gd name="connsiteX494" fmla="*/ 8908764 w 12192000"/>
              <a:gd name="connsiteY494" fmla="*/ 4916005 h 6858000"/>
              <a:gd name="connsiteX495" fmla="*/ 8645449 w 12192000"/>
              <a:gd name="connsiteY495" fmla="*/ 4923067 h 6858000"/>
              <a:gd name="connsiteX496" fmla="*/ 8645449 w 12192000"/>
              <a:gd name="connsiteY496" fmla="*/ 5320030 h 6858000"/>
              <a:gd name="connsiteX497" fmla="*/ 9044944 w 12192000"/>
              <a:gd name="connsiteY497" fmla="*/ 5317505 h 6858000"/>
              <a:gd name="connsiteX498" fmla="*/ 9044944 w 12192000"/>
              <a:gd name="connsiteY498" fmla="*/ 4920536 h 6858000"/>
              <a:gd name="connsiteX499" fmla="*/ 8908764 w 12192000"/>
              <a:gd name="connsiteY499" fmla="*/ 4916005 h 6858000"/>
              <a:gd name="connsiteX500" fmla="*/ 6370169 w 12192000"/>
              <a:gd name="connsiteY500" fmla="*/ 4916005 h 6858000"/>
              <a:gd name="connsiteX501" fmla="*/ 6106905 w 12192000"/>
              <a:gd name="connsiteY501" fmla="*/ 4923067 h 6858000"/>
              <a:gd name="connsiteX502" fmla="*/ 6109436 w 12192000"/>
              <a:gd name="connsiteY502" fmla="*/ 5320030 h 6858000"/>
              <a:gd name="connsiteX503" fmla="*/ 6508924 w 12192000"/>
              <a:gd name="connsiteY503" fmla="*/ 5317505 h 6858000"/>
              <a:gd name="connsiteX504" fmla="*/ 6508924 w 12192000"/>
              <a:gd name="connsiteY504" fmla="*/ 4920536 h 6858000"/>
              <a:gd name="connsiteX505" fmla="*/ 6370169 w 12192000"/>
              <a:gd name="connsiteY505" fmla="*/ 4916005 h 6858000"/>
              <a:gd name="connsiteX506" fmla="*/ 3409678 w 12192000"/>
              <a:gd name="connsiteY506" fmla="*/ 4916005 h 6858000"/>
              <a:gd name="connsiteX507" fmla="*/ 3148639 w 12192000"/>
              <a:gd name="connsiteY507" fmla="*/ 4923067 h 6858000"/>
              <a:gd name="connsiteX508" fmla="*/ 3151163 w 12192000"/>
              <a:gd name="connsiteY508" fmla="*/ 5317505 h 6858000"/>
              <a:gd name="connsiteX509" fmla="*/ 3548127 w 12192000"/>
              <a:gd name="connsiteY509" fmla="*/ 5317505 h 6858000"/>
              <a:gd name="connsiteX510" fmla="*/ 3550657 w 12192000"/>
              <a:gd name="connsiteY510" fmla="*/ 4920536 h 6858000"/>
              <a:gd name="connsiteX511" fmla="*/ 3409678 w 12192000"/>
              <a:gd name="connsiteY511" fmla="*/ 4916005 h 6858000"/>
              <a:gd name="connsiteX512" fmla="*/ 2562653 w 12192000"/>
              <a:gd name="connsiteY512" fmla="*/ 4916005 h 6858000"/>
              <a:gd name="connsiteX513" fmla="*/ 2301610 w 12192000"/>
              <a:gd name="connsiteY513" fmla="*/ 4923067 h 6858000"/>
              <a:gd name="connsiteX514" fmla="*/ 2301610 w 12192000"/>
              <a:gd name="connsiteY514" fmla="*/ 5317505 h 6858000"/>
              <a:gd name="connsiteX515" fmla="*/ 2703634 w 12192000"/>
              <a:gd name="connsiteY515" fmla="*/ 5317505 h 6858000"/>
              <a:gd name="connsiteX516" fmla="*/ 2703634 w 12192000"/>
              <a:gd name="connsiteY516" fmla="*/ 4920536 h 6858000"/>
              <a:gd name="connsiteX517" fmla="*/ 2562653 w 12192000"/>
              <a:gd name="connsiteY517" fmla="*/ 4916005 h 6858000"/>
              <a:gd name="connsiteX518" fmla="*/ 8192859 w 12192000"/>
              <a:gd name="connsiteY518" fmla="*/ 4915480 h 6858000"/>
              <a:gd name="connsiteX519" fmla="*/ 7798427 w 12192000"/>
              <a:gd name="connsiteY519" fmla="*/ 4918011 h 6858000"/>
              <a:gd name="connsiteX520" fmla="*/ 7798427 w 12192000"/>
              <a:gd name="connsiteY520" fmla="*/ 5314975 h 6858000"/>
              <a:gd name="connsiteX521" fmla="*/ 8197920 w 12192000"/>
              <a:gd name="connsiteY521" fmla="*/ 5312444 h 6858000"/>
              <a:gd name="connsiteX522" fmla="*/ 8192859 w 12192000"/>
              <a:gd name="connsiteY522" fmla="*/ 4915480 h 6858000"/>
              <a:gd name="connsiteX523" fmla="*/ 1039920 w 12192000"/>
              <a:gd name="connsiteY523" fmla="*/ 4915480 h 6858000"/>
              <a:gd name="connsiteX524" fmla="*/ 1037395 w 12192000"/>
              <a:gd name="connsiteY524" fmla="*/ 5314975 h 6858000"/>
              <a:gd name="connsiteX525" fmla="*/ 1436884 w 12192000"/>
              <a:gd name="connsiteY525" fmla="*/ 5312444 h 6858000"/>
              <a:gd name="connsiteX526" fmla="*/ 1434359 w 12192000"/>
              <a:gd name="connsiteY526" fmla="*/ 4915480 h 6858000"/>
              <a:gd name="connsiteX527" fmla="*/ 1039920 w 12192000"/>
              <a:gd name="connsiteY527" fmla="*/ 4915480 h 6858000"/>
              <a:gd name="connsiteX528" fmla="*/ 11793983 w 12192000"/>
              <a:gd name="connsiteY528" fmla="*/ 4915168 h 6858000"/>
              <a:gd name="connsiteX529" fmla="*/ 11598660 w 12192000"/>
              <a:gd name="connsiteY529" fmla="*/ 4923067 h 6858000"/>
              <a:gd name="connsiteX530" fmla="*/ 11598660 w 12192000"/>
              <a:gd name="connsiteY530" fmla="*/ 5320030 h 6858000"/>
              <a:gd name="connsiteX531" fmla="*/ 12000685 w 12192000"/>
              <a:gd name="connsiteY531" fmla="*/ 5320030 h 6858000"/>
              <a:gd name="connsiteX532" fmla="*/ 12000685 w 12192000"/>
              <a:gd name="connsiteY532" fmla="*/ 4920536 h 6858000"/>
              <a:gd name="connsiteX533" fmla="*/ 11793983 w 12192000"/>
              <a:gd name="connsiteY533" fmla="*/ 4915168 h 6858000"/>
              <a:gd name="connsiteX534" fmla="*/ 6727634 w 12192000"/>
              <a:gd name="connsiteY534" fmla="*/ 4915168 h 6858000"/>
              <a:gd name="connsiteX535" fmla="*/ 6529151 w 12192000"/>
              <a:gd name="connsiteY535" fmla="*/ 4923067 h 6858000"/>
              <a:gd name="connsiteX536" fmla="*/ 6529151 w 12192000"/>
              <a:gd name="connsiteY536" fmla="*/ 5317505 h 6858000"/>
              <a:gd name="connsiteX537" fmla="*/ 6933701 w 12192000"/>
              <a:gd name="connsiteY537" fmla="*/ 5317505 h 6858000"/>
              <a:gd name="connsiteX538" fmla="*/ 6933701 w 12192000"/>
              <a:gd name="connsiteY538" fmla="*/ 4920536 h 6858000"/>
              <a:gd name="connsiteX539" fmla="*/ 6727634 w 12192000"/>
              <a:gd name="connsiteY539" fmla="*/ 4915168 h 6858000"/>
              <a:gd name="connsiteX540" fmla="*/ 5455832 w 12192000"/>
              <a:gd name="connsiteY540" fmla="*/ 4915168 h 6858000"/>
              <a:gd name="connsiteX541" fmla="*/ 5257351 w 12192000"/>
              <a:gd name="connsiteY541" fmla="*/ 4923067 h 6858000"/>
              <a:gd name="connsiteX542" fmla="*/ 5257351 w 12192000"/>
              <a:gd name="connsiteY542" fmla="*/ 5317505 h 6858000"/>
              <a:gd name="connsiteX543" fmla="*/ 5661901 w 12192000"/>
              <a:gd name="connsiteY543" fmla="*/ 5317505 h 6858000"/>
              <a:gd name="connsiteX544" fmla="*/ 5661901 w 12192000"/>
              <a:gd name="connsiteY544" fmla="*/ 4920536 h 6858000"/>
              <a:gd name="connsiteX545" fmla="*/ 5455832 w 12192000"/>
              <a:gd name="connsiteY545" fmla="*/ 4915168 h 6858000"/>
              <a:gd name="connsiteX546" fmla="*/ 10107201 w 12192000"/>
              <a:gd name="connsiteY546" fmla="*/ 4914851 h 6858000"/>
              <a:gd name="connsiteX547" fmla="*/ 9912200 w 12192000"/>
              <a:gd name="connsiteY547" fmla="*/ 4920536 h 6858000"/>
              <a:gd name="connsiteX548" fmla="*/ 9914725 w 12192000"/>
              <a:gd name="connsiteY548" fmla="*/ 5317505 h 6858000"/>
              <a:gd name="connsiteX549" fmla="*/ 10311688 w 12192000"/>
              <a:gd name="connsiteY549" fmla="*/ 5317505 h 6858000"/>
              <a:gd name="connsiteX550" fmla="*/ 10311688 w 12192000"/>
              <a:gd name="connsiteY550" fmla="*/ 4920536 h 6858000"/>
              <a:gd name="connsiteX551" fmla="*/ 10107201 w 12192000"/>
              <a:gd name="connsiteY551" fmla="*/ 4914851 h 6858000"/>
              <a:gd name="connsiteX552" fmla="*/ 9264287 w 12192000"/>
              <a:gd name="connsiteY552" fmla="*/ 4914851 h 6858000"/>
              <a:gd name="connsiteX553" fmla="*/ 9065171 w 12192000"/>
              <a:gd name="connsiteY553" fmla="*/ 4920536 h 6858000"/>
              <a:gd name="connsiteX554" fmla="*/ 9065171 w 12192000"/>
              <a:gd name="connsiteY554" fmla="*/ 5314975 h 6858000"/>
              <a:gd name="connsiteX555" fmla="*/ 9467190 w 12192000"/>
              <a:gd name="connsiteY555" fmla="*/ 5312444 h 6858000"/>
              <a:gd name="connsiteX556" fmla="*/ 9467190 w 12192000"/>
              <a:gd name="connsiteY556" fmla="*/ 4920536 h 6858000"/>
              <a:gd name="connsiteX557" fmla="*/ 9264287 w 12192000"/>
              <a:gd name="connsiteY557" fmla="*/ 4914851 h 6858000"/>
              <a:gd name="connsiteX558" fmla="*/ 5880293 w 12192000"/>
              <a:gd name="connsiteY558" fmla="*/ 4914851 h 6858000"/>
              <a:gd name="connsiteX559" fmla="*/ 5682128 w 12192000"/>
              <a:gd name="connsiteY559" fmla="*/ 4920536 h 6858000"/>
              <a:gd name="connsiteX560" fmla="*/ 5682128 w 12192000"/>
              <a:gd name="connsiteY560" fmla="*/ 5317505 h 6858000"/>
              <a:gd name="connsiteX561" fmla="*/ 6084147 w 12192000"/>
              <a:gd name="connsiteY561" fmla="*/ 5317505 h 6858000"/>
              <a:gd name="connsiteX562" fmla="*/ 6084147 w 12192000"/>
              <a:gd name="connsiteY562" fmla="*/ 4920536 h 6858000"/>
              <a:gd name="connsiteX563" fmla="*/ 5880293 w 12192000"/>
              <a:gd name="connsiteY563" fmla="*/ 4914851 h 6858000"/>
              <a:gd name="connsiteX564" fmla="*/ 5035797 w 12192000"/>
              <a:gd name="connsiteY564" fmla="*/ 4914851 h 6858000"/>
              <a:gd name="connsiteX565" fmla="*/ 4837630 w 12192000"/>
              <a:gd name="connsiteY565" fmla="*/ 4920536 h 6858000"/>
              <a:gd name="connsiteX566" fmla="*/ 4837630 w 12192000"/>
              <a:gd name="connsiteY566" fmla="*/ 5317505 h 6858000"/>
              <a:gd name="connsiteX567" fmla="*/ 5239648 w 12192000"/>
              <a:gd name="connsiteY567" fmla="*/ 5317505 h 6858000"/>
              <a:gd name="connsiteX568" fmla="*/ 5239648 w 12192000"/>
              <a:gd name="connsiteY568" fmla="*/ 4920536 h 6858000"/>
              <a:gd name="connsiteX569" fmla="*/ 5035797 w 12192000"/>
              <a:gd name="connsiteY569" fmla="*/ 4914851 h 6858000"/>
              <a:gd name="connsiteX570" fmla="*/ 2922973 w 12192000"/>
              <a:gd name="connsiteY570" fmla="*/ 4914851 h 6858000"/>
              <a:gd name="connsiteX571" fmla="*/ 2723862 w 12192000"/>
              <a:gd name="connsiteY571" fmla="*/ 4920536 h 6858000"/>
              <a:gd name="connsiteX572" fmla="*/ 2723862 w 12192000"/>
              <a:gd name="connsiteY572" fmla="*/ 5314975 h 6858000"/>
              <a:gd name="connsiteX573" fmla="*/ 3125881 w 12192000"/>
              <a:gd name="connsiteY573" fmla="*/ 5312444 h 6858000"/>
              <a:gd name="connsiteX574" fmla="*/ 3125881 w 12192000"/>
              <a:gd name="connsiteY574" fmla="*/ 4920536 h 6858000"/>
              <a:gd name="connsiteX575" fmla="*/ 2922973 w 12192000"/>
              <a:gd name="connsiteY575" fmla="*/ 4914851 h 6858000"/>
              <a:gd name="connsiteX576" fmla="*/ 388534 w 12192000"/>
              <a:gd name="connsiteY576" fmla="*/ 4914851 h 6858000"/>
              <a:gd name="connsiteX577" fmla="*/ 190366 w 12192000"/>
              <a:gd name="connsiteY577" fmla="*/ 4920536 h 6858000"/>
              <a:gd name="connsiteX578" fmla="*/ 190366 w 12192000"/>
              <a:gd name="connsiteY578" fmla="*/ 5317505 h 6858000"/>
              <a:gd name="connsiteX579" fmla="*/ 592391 w 12192000"/>
              <a:gd name="connsiteY579" fmla="*/ 5317505 h 6858000"/>
              <a:gd name="connsiteX580" fmla="*/ 592391 w 12192000"/>
              <a:gd name="connsiteY580" fmla="*/ 4920536 h 6858000"/>
              <a:gd name="connsiteX581" fmla="*/ 388534 w 12192000"/>
              <a:gd name="connsiteY581" fmla="*/ 4914851 h 6858000"/>
              <a:gd name="connsiteX582" fmla="*/ 9741313 w 12192000"/>
              <a:gd name="connsiteY582" fmla="*/ 4913611 h 6858000"/>
              <a:gd name="connsiteX583" fmla="*/ 9484893 w 12192000"/>
              <a:gd name="connsiteY583" fmla="*/ 4923067 h 6858000"/>
              <a:gd name="connsiteX584" fmla="*/ 9484893 w 12192000"/>
              <a:gd name="connsiteY584" fmla="*/ 5317505 h 6858000"/>
              <a:gd name="connsiteX585" fmla="*/ 9884381 w 12192000"/>
              <a:gd name="connsiteY585" fmla="*/ 5317505 h 6858000"/>
              <a:gd name="connsiteX586" fmla="*/ 9884381 w 12192000"/>
              <a:gd name="connsiteY586" fmla="*/ 4918011 h 6858000"/>
              <a:gd name="connsiteX587" fmla="*/ 9741313 w 12192000"/>
              <a:gd name="connsiteY587" fmla="*/ 4913611 h 6858000"/>
              <a:gd name="connsiteX588" fmla="*/ 4239423 w 12192000"/>
              <a:gd name="connsiteY588" fmla="*/ 4913611 h 6858000"/>
              <a:gd name="connsiteX589" fmla="*/ 3990606 w 12192000"/>
              <a:gd name="connsiteY589" fmla="*/ 4923067 h 6858000"/>
              <a:gd name="connsiteX590" fmla="*/ 3990606 w 12192000"/>
              <a:gd name="connsiteY590" fmla="*/ 5314975 h 6858000"/>
              <a:gd name="connsiteX591" fmla="*/ 4392625 w 12192000"/>
              <a:gd name="connsiteY591" fmla="*/ 5314975 h 6858000"/>
              <a:gd name="connsiteX592" fmla="*/ 4392625 w 12192000"/>
              <a:gd name="connsiteY592" fmla="*/ 4918011 h 6858000"/>
              <a:gd name="connsiteX593" fmla="*/ 4239423 w 12192000"/>
              <a:gd name="connsiteY593" fmla="*/ 4913611 h 6858000"/>
              <a:gd name="connsiteX594" fmla="*/ 8477147 w 12192000"/>
              <a:gd name="connsiteY594" fmla="*/ 4913478 h 6858000"/>
              <a:gd name="connsiteX595" fmla="*/ 8220673 w 12192000"/>
              <a:gd name="connsiteY595" fmla="*/ 4920536 h 6858000"/>
              <a:gd name="connsiteX596" fmla="*/ 8220673 w 12192000"/>
              <a:gd name="connsiteY596" fmla="*/ 5317505 h 6858000"/>
              <a:gd name="connsiteX597" fmla="*/ 8620167 w 12192000"/>
              <a:gd name="connsiteY597" fmla="*/ 5317505 h 6858000"/>
              <a:gd name="connsiteX598" fmla="*/ 8617636 w 12192000"/>
              <a:gd name="connsiteY598" fmla="*/ 4918011 h 6858000"/>
              <a:gd name="connsiteX599" fmla="*/ 8477147 w 12192000"/>
              <a:gd name="connsiteY599" fmla="*/ 4913478 h 6858000"/>
              <a:gd name="connsiteX600" fmla="*/ 11601191 w 12192000"/>
              <a:gd name="connsiteY600" fmla="*/ 4495759 h 6858000"/>
              <a:gd name="connsiteX601" fmla="*/ 11601191 w 12192000"/>
              <a:gd name="connsiteY601" fmla="*/ 4895253 h 6858000"/>
              <a:gd name="connsiteX602" fmla="*/ 12003210 w 12192000"/>
              <a:gd name="connsiteY602" fmla="*/ 4892722 h 6858000"/>
              <a:gd name="connsiteX603" fmla="*/ 12003210 w 12192000"/>
              <a:gd name="connsiteY603" fmla="*/ 4495759 h 6858000"/>
              <a:gd name="connsiteX604" fmla="*/ 11601191 w 12192000"/>
              <a:gd name="connsiteY604" fmla="*/ 4495759 h 6858000"/>
              <a:gd name="connsiteX605" fmla="*/ 11178945 w 12192000"/>
              <a:gd name="connsiteY605" fmla="*/ 4495759 h 6858000"/>
              <a:gd name="connsiteX606" fmla="*/ 11178945 w 12192000"/>
              <a:gd name="connsiteY606" fmla="*/ 4895253 h 6858000"/>
              <a:gd name="connsiteX607" fmla="*/ 11580964 w 12192000"/>
              <a:gd name="connsiteY607" fmla="*/ 4895253 h 6858000"/>
              <a:gd name="connsiteX608" fmla="*/ 11580964 w 12192000"/>
              <a:gd name="connsiteY608" fmla="*/ 4495759 h 6858000"/>
              <a:gd name="connsiteX609" fmla="*/ 11178945 w 12192000"/>
              <a:gd name="connsiteY609" fmla="*/ 4495759 h 6858000"/>
              <a:gd name="connsiteX610" fmla="*/ 9487423 w 12192000"/>
              <a:gd name="connsiteY610" fmla="*/ 4495759 h 6858000"/>
              <a:gd name="connsiteX611" fmla="*/ 9487423 w 12192000"/>
              <a:gd name="connsiteY611" fmla="*/ 4895253 h 6858000"/>
              <a:gd name="connsiteX612" fmla="*/ 9889442 w 12192000"/>
              <a:gd name="connsiteY612" fmla="*/ 4895253 h 6858000"/>
              <a:gd name="connsiteX613" fmla="*/ 9889442 w 12192000"/>
              <a:gd name="connsiteY613" fmla="*/ 4495759 h 6858000"/>
              <a:gd name="connsiteX614" fmla="*/ 9487423 w 12192000"/>
              <a:gd name="connsiteY614" fmla="*/ 4495759 h 6858000"/>
              <a:gd name="connsiteX615" fmla="*/ 8645449 w 12192000"/>
              <a:gd name="connsiteY615" fmla="*/ 4495759 h 6858000"/>
              <a:gd name="connsiteX616" fmla="*/ 8645449 w 12192000"/>
              <a:gd name="connsiteY616" fmla="*/ 4895253 h 6858000"/>
              <a:gd name="connsiteX617" fmla="*/ 9044944 w 12192000"/>
              <a:gd name="connsiteY617" fmla="*/ 4895253 h 6858000"/>
              <a:gd name="connsiteX618" fmla="*/ 9044944 w 12192000"/>
              <a:gd name="connsiteY618" fmla="*/ 4495759 h 6858000"/>
              <a:gd name="connsiteX619" fmla="*/ 8645449 w 12192000"/>
              <a:gd name="connsiteY619" fmla="*/ 4495759 h 6858000"/>
              <a:gd name="connsiteX620" fmla="*/ 6531682 w 12192000"/>
              <a:gd name="connsiteY620" fmla="*/ 4495759 h 6858000"/>
              <a:gd name="connsiteX621" fmla="*/ 6531682 w 12192000"/>
              <a:gd name="connsiteY621" fmla="*/ 4895253 h 6858000"/>
              <a:gd name="connsiteX622" fmla="*/ 6933701 w 12192000"/>
              <a:gd name="connsiteY622" fmla="*/ 4892722 h 6858000"/>
              <a:gd name="connsiteX623" fmla="*/ 6933701 w 12192000"/>
              <a:gd name="connsiteY623" fmla="*/ 4498290 h 6858000"/>
              <a:gd name="connsiteX624" fmla="*/ 6531682 w 12192000"/>
              <a:gd name="connsiteY624" fmla="*/ 4495759 h 6858000"/>
              <a:gd name="connsiteX625" fmla="*/ 5259876 w 12192000"/>
              <a:gd name="connsiteY625" fmla="*/ 4495759 h 6858000"/>
              <a:gd name="connsiteX626" fmla="*/ 5259876 w 12192000"/>
              <a:gd name="connsiteY626" fmla="*/ 4895253 h 6858000"/>
              <a:gd name="connsiteX627" fmla="*/ 5661901 w 12192000"/>
              <a:gd name="connsiteY627" fmla="*/ 4892722 h 6858000"/>
              <a:gd name="connsiteX628" fmla="*/ 5661901 w 12192000"/>
              <a:gd name="connsiteY628" fmla="*/ 4498290 h 6858000"/>
              <a:gd name="connsiteX629" fmla="*/ 5259876 w 12192000"/>
              <a:gd name="connsiteY629" fmla="*/ 4495759 h 6858000"/>
              <a:gd name="connsiteX630" fmla="*/ 4840160 w 12192000"/>
              <a:gd name="connsiteY630" fmla="*/ 4495759 h 6858000"/>
              <a:gd name="connsiteX631" fmla="*/ 4842685 w 12192000"/>
              <a:gd name="connsiteY631" fmla="*/ 4895253 h 6858000"/>
              <a:gd name="connsiteX632" fmla="*/ 5239648 w 12192000"/>
              <a:gd name="connsiteY632" fmla="*/ 4895253 h 6858000"/>
              <a:gd name="connsiteX633" fmla="*/ 5239648 w 12192000"/>
              <a:gd name="connsiteY633" fmla="*/ 4495759 h 6858000"/>
              <a:gd name="connsiteX634" fmla="*/ 4840160 w 12192000"/>
              <a:gd name="connsiteY634" fmla="*/ 4495759 h 6858000"/>
              <a:gd name="connsiteX635" fmla="*/ 3990606 w 12192000"/>
              <a:gd name="connsiteY635" fmla="*/ 4495759 h 6858000"/>
              <a:gd name="connsiteX636" fmla="*/ 3990606 w 12192000"/>
              <a:gd name="connsiteY636" fmla="*/ 4698034 h 6858000"/>
              <a:gd name="connsiteX637" fmla="*/ 3993131 w 12192000"/>
              <a:gd name="connsiteY637" fmla="*/ 4897784 h 6858000"/>
              <a:gd name="connsiteX638" fmla="*/ 4392625 w 12192000"/>
              <a:gd name="connsiteY638" fmla="*/ 4897784 h 6858000"/>
              <a:gd name="connsiteX639" fmla="*/ 4392625 w 12192000"/>
              <a:gd name="connsiteY639" fmla="*/ 4495759 h 6858000"/>
              <a:gd name="connsiteX640" fmla="*/ 3990606 w 12192000"/>
              <a:gd name="connsiteY640" fmla="*/ 4495759 h 6858000"/>
              <a:gd name="connsiteX641" fmla="*/ 3570885 w 12192000"/>
              <a:gd name="connsiteY641" fmla="*/ 4495759 h 6858000"/>
              <a:gd name="connsiteX642" fmla="*/ 3570885 w 12192000"/>
              <a:gd name="connsiteY642" fmla="*/ 4895253 h 6858000"/>
              <a:gd name="connsiteX643" fmla="*/ 3970379 w 12192000"/>
              <a:gd name="connsiteY643" fmla="*/ 4895253 h 6858000"/>
              <a:gd name="connsiteX644" fmla="*/ 3970379 w 12192000"/>
              <a:gd name="connsiteY644" fmla="*/ 4495759 h 6858000"/>
              <a:gd name="connsiteX645" fmla="*/ 3570885 w 12192000"/>
              <a:gd name="connsiteY645" fmla="*/ 4495759 h 6858000"/>
              <a:gd name="connsiteX646" fmla="*/ 1879363 w 12192000"/>
              <a:gd name="connsiteY646" fmla="*/ 4495759 h 6858000"/>
              <a:gd name="connsiteX647" fmla="*/ 1879363 w 12192000"/>
              <a:gd name="connsiteY647" fmla="*/ 4897784 h 6858000"/>
              <a:gd name="connsiteX648" fmla="*/ 2278857 w 12192000"/>
              <a:gd name="connsiteY648" fmla="*/ 4897784 h 6858000"/>
              <a:gd name="connsiteX649" fmla="*/ 2278857 w 12192000"/>
              <a:gd name="connsiteY649" fmla="*/ 4495759 h 6858000"/>
              <a:gd name="connsiteX650" fmla="*/ 1879363 w 12192000"/>
              <a:gd name="connsiteY650" fmla="*/ 4495759 h 6858000"/>
              <a:gd name="connsiteX651" fmla="*/ 1454586 w 12192000"/>
              <a:gd name="connsiteY651" fmla="*/ 4495759 h 6858000"/>
              <a:gd name="connsiteX652" fmla="*/ 1454586 w 12192000"/>
              <a:gd name="connsiteY652" fmla="*/ 4698034 h 6858000"/>
              <a:gd name="connsiteX653" fmla="*/ 1457117 w 12192000"/>
              <a:gd name="connsiteY653" fmla="*/ 4897784 h 6858000"/>
              <a:gd name="connsiteX654" fmla="*/ 1856605 w 12192000"/>
              <a:gd name="connsiteY654" fmla="*/ 4897784 h 6858000"/>
              <a:gd name="connsiteX655" fmla="*/ 1856605 w 12192000"/>
              <a:gd name="connsiteY655" fmla="*/ 4495759 h 6858000"/>
              <a:gd name="connsiteX656" fmla="*/ 1454586 w 12192000"/>
              <a:gd name="connsiteY656" fmla="*/ 4495759 h 6858000"/>
              <a:gd name="connsiteX657" fmla="*/ 6364800 w 12192000"/>
              <a:gd name="connsiteY657" fmla="*/ 4493757 h 6858000"/>
              <a:gd name="connsiteX658" fmla="*/ 6104374 w 12192000"/>
              <a:gd name="connsiteY658" fmla="*/ 4500814 h 6858000"/>
              <a:gd name="connsiteX659" fmla="*/ 6104374 w 12192000"/>
              <a:gd name="connsiteY659" fmla="*/ 4895253 h 6858000"/>
              <a:gd name="connsiteX660" fmla="*/ 6506399 w 12192000"/>
              <a:gd name="connsiteY660" fmla="*/ 4892722 h 6858000"/>
              <a:gd name="connsiteX661" fmla="*/ 6503868 w 12192000"/>
              <a:gd name="connsiteY661" fmla="*/ 4498290 h 6858000"/>
              <a:gd name="connsiteX662" fmla="*/ 6364800 w 12192000"/>
              <a:gd name="connsiteY662" fmla="*/ 4493757 h 6858000"/>
              <a:gd name="connsiteX663" fmla="*/ 10756693 w 12192000"/>
              <a:gd name="connsiteY663" fmla="*/ 4493234 h 6858000"/>
              <a:gd name="connsiteX664" fmla="*/ 10756693 w 12192000"/>
              <a:gd name="connsiteY664" fmla="*/ 4895253 h 6858000"/>
              <a:gd name="connsiteX665" fmla="*/ 11153656 w 12192000"/>
              <a:gd name="connsiteY665" fmla="*/ 4895253 h 6858000"/>
              <a:gd name="connsiteX666" fmla="*/ 11151131 w 12192000"/>
              <a:gd name="connsiteY666" fmla="*/ 4493234 h 6858000"/>
              <a:gd name="connsiteX667" fmla="*/ 10756693 w 12192000"/>
              <a:gd name="connsiteY667" fmla="*/ 4493234 h 6858000"/>
              <a:gd name="connsiteX668" fmla="*/ 8220673 w 12192000"/>
              <a:gd name="connsiteY668" fmla="*/ 4493234 h 6858000"/>
              <a:gd name="connsiteX669" fmla="*/ 8220673 w 12192000"/>
              <a:gd name="connsiteY669" fmla="*/ 4895253 h 6858000"/>
              <a:gd name="connsiteX670" fmla="*/ 8617636 w 12192000"/>
              <a:gd name="connsiteY670" fmla="*/ 4895253 h 6858000"/>
              <a:gd name="connsiteX671" fmla="*/ 8615111 w 12192000"/>
              <a:gd name="connsiteY671" fmla="*/ 4493234 h 6858000"/>
              <a:gd name="connsiteX672" fmla="*/ 8220673 w 12192000"/>
              <a:gd name="connsiteY672" fmla="*/ 4493234 h 6858000"/>
              <a:gd name="connsiteX673" fmla="*/ 7803482 w 12192000"/>
              <a:gd name="connsiteY673" fmla="*/ 4493234 h 6858000"/>
              <a:gd name="connsiteX674" fmla="*/ 7800957 w 12192000"/>
              <a:gd name="connsiteY674" fmla="*/ 4892722 h 6858000"/>
              <a:gd name="connsiteX675" fmla="*/ 8200445 w 12192000"/>
              <a:gd name="connsiteY675" fmla="*/ 4892722 h 6858000"/>
              <a:gd name="connsiteX676" fmla="*/ 8200445 w 12192000"/>
              <a:gd name="connsiteY676" fmla="*/ 4495759 h 6858000"/>
              <a:gd name="connsiteX677" fmla="*/ 7803482 w 12192000"/>
              <a:gd name="connsiteY677" fmla="*/ 4493234 h 6858000"/>
              <a:gd name="connsiteX678" fmla="*/ 7778199 w 12192000"/>
              <a:gd name="connsiteY678" fmla="*/ 4493234 h 6858000"/>
              <a:gd name="connsiteX679" fmla="*/ 7376180 w 12192000"/>
              <a:gd name="connsiteY679" fmla="*/ 4495759 h 6858000"/>
              <a:gd name="connsiteX680" fmla="*/ 7376180 w 12192000"/>
              <a:gd name="connsiteY680" fmla="*/ 4892722 h 6858000"/>
              <a:gd name="connsiteX681" fmla="*/ 7778199 w 12192000"/>
              <a:gd name="connsiteY681" fmla="*/ 4890198 h 6858000"/>
              <a:gd name="connsiteX682" fmla="*/ 7778199 w 12192000"/>
              <a:gd name="connsiteY682" fmla="*/ 4493234 h 6858000"/>
              <a:gd name="connsiteX683" fmla="*/ 5682128 w 12192000"/>
              <a:gd name="connsiteY683" fmla="*/ 4493234 h 6858000"/>
              <a:gd name="connsiteX684" fmla="*/ 5682128 w 12192000"/>
              <a:gd name="connsiteY684" fmla="*/ 4895253 h 6858000"/>
              <a:gd name="connsiteX685" fmla="*/ 6084147 w 12192000"/>
              <a:gd name="connsiteY685" fmla="*/ 4895253 h 6858000"/>
              <a:gd name="connsiteX686" fmla="*/ 6084147 w 12192000"/>
              <a:gd name="connsiteY686" fmla="*/ 4493234 h 6858000"/>
              <a:gd name="connsiteX687" fmla="*/ 5682128 w 12192000"/>
              <a:gd name="connsiteY687" fmla="*/ 4493234 h 6858000"/>
              <a:gd name="connsiteX688" fmla="*/ 612619 w 12192000"/>
              <a:gd name="connsiteY688" fmla="*/ 4493234 h 6858000"/>
              <a:gd name="connsiteX689" fmla="*/ 612619 w 12192000"/>
              <a:gd name="connsiteY689" fmla="*/ 4895253 h 6858000"/>
              <a:gd name="connsiteX690" fmla="*/ 1014637 w 12192000"/>
              <a:gd name="connsiteY690" fmla="*/ 4895253 h 6858000"/>
              <a:gd name="connsiteX691" fmla="*/ 1014637 w 12192000"/>
              <a:gd name="connsiteY691" fmla="*/ 4493234 h 6858000"/>
              <a:gd name="connsiteX692" fmla="*/ 612619 w 12192000"/>
              <a:gd name="connsiteY692" fmla="*/ 4493234 h 6858000"/>
              <a:gd name="connsiteX693" fmla="*/ 10106887 w 12192000"/>
              <a:gd name="connsiteY693" fmla="*/ 4492916 h 6858000"/>
              <a:gd name="connsiteX694" fmla="*/ 9909669 w 12192000"/>
              <a:gd name="connsiteY694" fmla="*/ 4500814 h 6858000"/>
              <a:gd name="connsiteX695" fmla="*/ 9909669 w 12192000"/>
              <a:gd name="connsiteY695" fmla="*/ 4895253 h 6858000"/>
              <a:gd name="connsiteX696" fmla="*/ 10311688 w 12192000"/>
              <a:gd name="connsiteY696" fmla="*/ 4895253 h 6858000"/>
              <a:gd name="connsiteX697" fmla="*/ 10311688 w 12192000"/>
              <a:gd name="connsiteY697" fmla="*/ 4498290 h 6858000"/>
              <a:gd name="connsiteX698" fmla="*/ 10106887 w 12192000"/>
              <a:gd name="connsiteY698" fmla="*/ 4492916 h 6858000"/>
              <a:gd name="connsiteX699" fmla="*/ 7149251 w 12192000"/>
              <a:gd name="connsiteY699" fmla="*/ 4492916 h 6858000"/>
              <a:gd name="connsiteX700" fmla="*/ 6953928 w 12192000"/>
              <a:gd name="connsiteY700" fmla="*/ 4500814 h 6858000"/>
              <a:gd name="connsiteX701" fmla="*/ 6956459 w 12192000"/>
              <a:gd name="connsiteY701" fmla="*/ 4897784 h 6858000"/>
              <a:gd name="connsiteX702" fmla="*/ 7355953 w 12192000"/>
              <a:gd name="connsiteY702" fmla="*/ 4897784 h 6858000"/>
              <a:gd name="connsiteX703" fmla="*/ 7355953 w 12192000"/>
              <a:gd name="connsiteY703" fmla="*/ 4498290 h 6858000"/>
              <a:gd name="connsiteX704" fmla="*/ 7149251 w 12192000"/>
              <a:gd name="connsiteY704" fmla="*/ 4492916 h 6858000"/>
              <a:gd name="connsiteX705" fmla="*/ 9263338 w 12192000"/>
              <a:gd name="connsiteY705" fmla="*/ 4492601 h 6858000"/>
              <a:gd name="connsiteX706" fmla="*/ 9065171 w 12192000"/>
              <a:gd name="connsiteY706" fmla="*/ 4498290 h 6858000"/>
              <a:gd name="connsiteX707" fmla="*/ 9065171 w 12192000"/>
              <a:gd name="connsiteY707" fmla="*/ 4895253 h 6858000"/>
              <a:gd name="connsiteX708" fmla="*/ 9467190 w 12192000"/>
              <a:gd name="connsiteY708" fmla="*/ 4895253 h 6858000"/>
              <a:gd name="connsiteX709" fmla="*/ 9467190 w 12192000"/>
              <a:gd name="connsiteY709" fmla="*/ 4498290 h 6858000"/>
              <a:gd name="connsiteX710" fmla="*/ 9263338 w 12192000"/>
              <a:gd name="connsiteY710" fmla="*/ 4492601 h 6858000"/>
              <a:gd name="connsiteX711" fmla="*/ 3347750 w 12192000"/>
              <a:gd name="connsiteY711" fmla="*/ 4492601 h 6858000"/>
              <a:gd name="connsiteX712" fmla="*/ 3148639 w 12192000"/>
              <a:gd name="connsiteY712" fmla="*/ 4498290 h 6858000"/>
              <a:gd name="connsiteX713" fmla="*/ 3148639 w 12192000"/>
              <a:gd name="connsiteY713" fmla="*/ 4892722 h 6858000"/>
              <a:gd name="connsiteX714" fmla="*/ 3550657 w 12192000"/>
              <a:gd name="connsiteY714" fmla="*/ 4890198 h 6858000"/>
              <a:gd name="connsiteX715" fmla="*/ 3550657 w 12192000"/>
              <a:gd name="connsiteY715" fmla="*/ 4498290 h 6858000"/>
              <a:gd name="connsiteX716" fmla="*/ 3347750 w 12192000"/>
              <a:gd name="connsiteY716" fmla="*/ 4492601 h 6858000"/>
              <a:gd name="connsiteX717" fmla="*/ 2922973 w 12192000"/>
              <a:gd name="connsiteY717" fmla="*/ 4492601 h 6858000"/>
              <a:gd name="connsiteX718" fmla="*/ 2723862 w 12192000"/>
              <a:gd name="connsiteY718" fmla="*/ 4498290 h 6858000"/>
              <a:gd name="connsiteX719" fmla="*/ 2723862 w 12192000"/>
              <a:gd name="connsiteY719" fmla="*/ 4895253 h 6858000"/>
              <a:gd name="connsiteX720" fmla="*/ 3125881 w 12192000"/>
              <a:gd name="connsiteY720" fmla="*/ 4895253 h 6858000"/>
              <a:gd name="connsiteX721" fmla="*/ 3125881 w 12192000"/>
              <a:gd name="connsiteY721" fmla="*/ 4498290 h 6858000"/>
              <a:gd name="connsiteX722" fmla="*/ 2922973 w 12192000"/>
              <a:gd name="connsiteY722" fmla="*/ 4492601 h 6858000"/>
              <a:gd name="connsiteX723" fmla="*/ 386638 w 12192000"/>
              <a:gd name="connsiteY723" fmla="*/ 4492601 h 6858000"/>
              <a:gd name="connsiteX724" fmla="*/ 190366 w 12192000"/>
              <a:gd name="connsiteY724" fmla="*/ 4498290 h 6858000"/>
              <a:gd name="connsiteX725" fmla="*/ 192897 w 12192000"/>
              <a:gd name="connsiteY725" fmla="*/ 4895253 h 6858000"/>
              <a:gd name="connsiteX726" fmla="*/ 592391 w 12192000"/>
              <a:gd name="connsiteY726" fmla="*/ 4895253 h 6858000"/>
              <a:gd name="connsiteX727" fmla="*/ 592391 w 12192000"/>
              <a:gd name="connsiteY727" fmla="*/ 4498290 h 6858000"/>
              <a:gd name="connsiteX728" fmla="*/ 386638 w 12192000"/>
              <a:gd name="connsiteY728" fmla="*/ 4492601 h 6858000"/>
              <a:gd name="connsiteX729" fmla="*/ 2496932 w 12192000"/>
              <a:gd name="connsiteY729" fmla="*/ 4491967 h 6858000"/>
              <a:gd name="connsiteX730" fmla="*/ 2301610 w 12192000"/>
              <a:gd name="connsiteY730" fmla="*/ 4500814 h 6858000"/>
              <a:gd name="connsiteX731" fmla="*/ 2301610 w 12192000"/>
              <a:gd name="connsiteY731" fmla="*/ 4895253 h 6858000"/>
              <a:gd name="connsiteX732" fmla="*/ 2703634 w 12192000"/>
              <a:gd name="connsiteY732" fmla="*/ 4895253 h 6858000"/>
              <a:gd name="connsiteX733" fmla="*/ 2703634 w 12192000"/>
              <a:gd name="connsiteY733" fmla="*/ 4498290 h 6858000"/>
              <a:gd name="connsiteX734" fmla="*/ 2496932 w 12192000"/>
              <a:gd name="connsiteY734" fmla="*/ 4491967 h 6858000"/>
              <a:gd name="connsiteX735" fmla="*/ 1234297 w 12192000"/>
              <a:gd name="connsiteY735" fmla="*/ 4491652 h 6858000"/>
              <a:gd name="connsiteX736" fmla="*/ 1037395 w 12192000"/>
              <a:gd name="connsiteY736" fmla="*/ 4498290 h 6858000"/>
              <a:gd name="connsiteX737" fmla="*/ 1039920 w 12192000"/>
              <a:gd name="connsiteY737" fmla="*/ 4895253 h 6858000"/>
              <a:gd name="connsiteX738" fmla="*/ 1436884 w 12192000"/>
              <a:gd name="connsiteY738" fmla="*/ 4895253 h 6858000"/>
              <a:gd name="connsiteX739" fmla="*/ 1436884 w 12192000"/>
              <a:gd name="connsiteY739" fmla="*/ 4498290 h 6858000"/>
              <a:gd name="connsiteX740" fmla="*/ 1234297 w 12192000"/>
              <a:gd name="connsiteY740" fmla="*/ 4491652 h 6858000"/>
              <a:gd name="connsiteX741" fmla="*/ 10594869 w 12192000"/>
              <a:gd name="connsiteY741" fmla="*/ 4491226 h 6858000"/>
              <a:gd name="connsiteX742" fmla="*/ 10334446 w 12192000"/>
              <a:gd name="connsiteY742" fmla="*/ 4498290 h 6858000"/>
              <a:gd name="connsiteX743" fmla="*/ 10334446 w 12192000"/>
              <a:gd name="connsiteY743" fmla="*/ 4895253 h 6858000"/>
              <a:gd name="connsiteX744" fmla="*/ 10733940 w 12192000"/>
              <a:gd name="connsiteY744" fmla="*/ 4895253 h 6858000"/>
              <a:gd name="connsiteX745" fmla="*/ 10733940 w 12192000"/>
              <a:gd name="connsiteY745" fmla="*/ 4495759 h 6858000"/>
              <a:gd name="connsiteX746" fmla="*/ 10594869 w 12192000"/>
              <a:gd name="connsiteY746" fmla="*/ 4491226 h 6858000"/>
              <a:gd name="connsiteX747" fmla="*/ 4669767 w 12192000"/>
              <a:gd name="connsiteY747" fmla="*/ 4491226 h 6858000"/>
              <a:gd name="connsiteX748" fmla="*/ 4417908 w 12192000"/>
              <a:gd name="connsiteY748" fmla="*/ 4498290 h 6858000"/>
              <a:gd name="connsiteX749" fmla="*/ 4420439 w 12192000"/>
              <a:gd name="connsiteY749" fmla="*/ 4895253 h 6858000"/>
              <a:gd name="connsiteX750" fmla="*/ 4814877 w 12192000"/>
              <a:gd name="connsiteY750" fmla="*/ 4895253 h 6858000"/>
              <a:gd name="connsiteX751" fmla="*/ 4812347 w 12192000"/>
              <a:gd name="connsiteY751" fmla="*/ 4495759 h 6858000"/>
              <a:gd name="connsiteX752" fmla="*/ 4669767 w 12192000"/>
              <a:gd name="connsiteY752" fmla="*/ 4491226 h 6858000"/>
              <a:gd name="connsiteX753" fmla="*/ 6951403 w 12192000"/>
              <a:gd name="connsiteY753" fmla="*/ 4073513 h 6858000"/>
              <a:gd name="connsiteX754" fmla="*/ 6951403 w 12192000"/>
              <a:gd name="connsiteY754" fmla="*/ 4473007 h 6858000"/>
              <a:gd name="connsiteX755" fmla="*/ 7353422 w 12192000"/>
              <a:gd name="connsiteY755" fmla="*/ 4470476 h 6858000"/>
              <a:gd name="connsiteX756" fmla="*/ 7353422 w 12192000"/>
              <a:gd name="connsiteY756" fmla="*/ 4073513 h 6858000"/>
              <a:gd name="connsiteX757" fmla="*/ 6951403 w 12192000"/>
              <a:gd name="connsiteY757" fmla="*/ 4073513 h 6858000"/>
              <a:gd name="connsiteX758" fmla="*/ 3570885 w 12192000"/>
              <a:gd name="connsiteY758" fmla="*/ 4073513 h 6858000"/>
              <a:gd name="connsiteX759" fmla="*/ 3570885 w 12192000"/>
              <a:gd name="connsiteY759" fmla="*/ 4473007 h 6858000"/>
              <a:gd name="connsiteX760" fmla="*/ 3970379 w 12192000"/>
              <a:gd name="connsiteY760" fmla="*/ 4470476 h 6858000"/>
              <a:gd name="connsiteX761" fmla="*/ 3970379 w 12192000"/>
              <a:gd name="connsiteY761" fmla="*/ 4073513 h 6858000"/>
              <a:gd name="connsiteX762" fmla="*/ 3570885 w 12192000"/>
              <a:gd name="connsiteY762" fmla="*/ 4073513 h 6858000"/>
              <a:gd name="connsiteX763" fmla="*/ 1037395 w 12192000"/>
              <a:gd name="connsiteY763" fmla="*/ 4073513 h 6858000"/>
              <a:gd name="connsiteX764" fmla="*/ 1037395 w 12192000"/>
              <a:gd name="connsiteY764" fmla="*/ 4473007 h 6858000"/>
              <a:gd name="connsiteX765" fmla="*/ 1436884 w 12192000"/>
              <a:gd name="connsiteY765" fmla="*/ 4470476 h 6858000"/>
              <a:gd name="connsiteX766" fmla="*/ 1436884 w 12192000"/>
              <a:gd name="connsiteY766" fmla="*/ 4073513 h 6858000"/>
              <a:gd name="connsiteX767" fmla="*/ 1037395 w 12192000"/>
              <a:gd name="connsiteY767" fmla="*/ 4073513 h 6858000"/>
              <a:gd name="connsiteX768" fmla="*/ 11603716 w 12192000"/>
              <a:gd name="connsiteY768" fmla="*/ 4070982 h 6858000"/>
              <a:gd name="connsiteX769" fmla="*/ 11606246 w 12192000"/>
              <a:gd name="connsiteY769" fmla="*/ 4473007 h 6858000"/>
              <a:gd name="connsiteX770" fmla="*/ 12000685 w 12192000"/>
              <a:gd name="connsiteY770" fmla="*/ 4473007 h 6858000"/>
              <a:gd name="connsiteX771" fmla="*/ 11998154 w 12192000"/>
              <a:gd name="connsiteY771" fmla="*/ 4070982 h 6858000"/>
              <a:gd name="connsiteX772" fmla="*/ 11603716 w 12192000"/>
              <a:gd name="connsiteY772" fmla="*/ 4070982 h 6858000"/>
              <a:gd name="connsiteX773" fmla="*/ 11181470 w 12192000"/>
              <a:gd name="connsiteY773" fmla="*/ 4070982 h 6858000"/>
              <a:gd name="connsiteX774" fmla="*/ 11181470 w 12192000"/>
              <a:gd name="connsiteY774" fmla="*/ 4473007 h 6858000"/>
              <a:gd name="connsiteX775" fmla="*/ 11573378 w 12192000"/>
              <a:gd name="connsiteY775" fmla="*/ 4473007 h 6858000"/>
              <a:gd name="connsiteX776" fmla="*/ 11573378 w 12192000"/>
              <a:gd name="connsiteY776" fmla="*/ 4070982 h 6858000"/>
              <a:gd name="connsiteX777" fmla="*/ 11181470 w 12192000"/>
              <a:gd name="connsiteY777" fmla="*/ 4070982 h 6858000"/>
              <a:gd name="connsiteX778" fmla="*/ 10759223 w 12192000"/>
              <a:gd name="connsiteY778" fmla="*/ 4070982 h 6858000"/>
              <a:gd name="connsiteX779" fmla="*/ 10761754 w 12192000"/>
              <a:gd name="connsiteY779" fmla="*/ 4473007 h 6858000"/>
              <a:gd name="connsiteX780" fmla="*/ 11153656 w 12192000"/>
              <a:gd name="connsiteY780" fmla="*/ 4473007 h 6858000"/>
              <a:gd name="connsiteX781" fmla="*/ 11153656 w 12192000"/>
              <a:gd name="connsiteY781" fmla="*/ 4070982 h 6858000"/>
              <a:gd name="connsiteX782" fmla="*/ 10759223 w 12192000"/>
              <a:gd name="connsiteY782" fmla="*/ 4070982 h 6858000"/>
              <a:gd name="connsiteX783" fmla="*/ 10336971 w 12192000"/>
              <a:gd name="connsiteY783" fmla="*/ 4070982 h 6858000"/>
              <a:gd name="connsiteX784" fmla="*/ 10336971 w 12192000"/>
              <a:gd name="connsiteY784" fmla="*/ 4473007 h 6858000"/>
              <a:gd name="connsiteX785" fmla="*/ 10733940 w 12192000"/>
              <a:gd name="connsiteY785" fmla="*/ 4473007 h 6858000"/>
              <a:gd name="connsiteX786" fmla="*/ 10733940 w 12192000"/>
              <a:gd name="connsiteY786" fmla="*/ 4070982 h 6858000"/>
              <a:gd name="connsiteX787" fmla="*/ 10336971 w 12192000"/>
              <a:gd name="connsiteY787" fmla="*/ 4070982 h 6858000"/>
              <a:gd name="connsiteX788" fmla="*/ 9909669 w 12192000"/>
              <a:gd name="connsiteY788" fmla="*/ 4070982 h 6858000"/>
              <a:gd name="connsiteX789" fmla="*/ 9909669 w 12192000"/>
              <a:gd name="connsiteY789" fmla="*/ 4470476 h 6858000"/>
              <a:gd name="connsiteX790" fmla="*/ 10311688 w 12192000"/>
              <a:gd name="connsiteY790" fmla="*/ 4467945 h 6858000"/>
              <a:gd name="connsiteX791" fmla="*/ 10311688 w 12192000"/>
              <a:gd name="connsiteY791" fmla="*/ 4070982 h 6858000"/>
              <a:gd name="connsiteX792" fmla="*/ 9909669 w 12192000"/>
              <a:gd name="connsiteY792" fmla="*/ 4070982 h 6858000"/>
              <a:gd name="connsiteX793" fmla="*/ 9487423 w 12192000"/>
              <a:gd name="connsiteY793" fmla="*/ 4070982 h 6858000"/>
              <a:gd name="connsiteX794" fmla="*/ 9487423 w 12192000"/>
              <a:gd name="connsiteY794" fmla="*/ 4473007 h 6858000"/>
              <a:gd name="connsiteX795" fmla="*/ 9886911 w 12192000"/>
              <a:gd name="connsiteY795" fmla="*/ 4473007 h 6858000"/>
              <a:gd name="connsiteX796" fmla="*/ 9884381 w 12192000"/>
              <a:gd name="connsiteY796" fmla="*/ 4070982 h 6858000"/>
              <a:gd name="connsiteX797" fmla="*/ 9487423 w 12192000"/>
              <a:gd name="connsiteY797" fmla="*/ 4070982 h 6858000"/>
              <a:gd name="connsiteX798" fmla="*/ 8647980 w 12192000"/>
              <a:gd name="connsiteY798" fmla="*/ 4070982 h 6858000"/>
              <a:gd name="connsiteX799" fmla="*/ 8645449 w 12192000"/>
              <a:gd name="connsiteY799" fmla="*/ 4473007 h 6858000"/>
              <a:gd name="connsiteX800" fmla="*/ 9042419 w 12192000"/>
              <a:gd name="connsiteY800" fmla="*/ 4473007 h 6858000"/>
              <a:gd name="connsiteX801" fmla="*/ 9042419 w 12192000"/>
              <a:gd name="connsiteY801" fmla="*/ 4070982 h 6858000"/>
              <a:gd name="connsiteX802" fmla="*/ 8647980 w 12192000"/>
              <a:gd name="connsiteY802" fmla="*/ 4070982 h 6858000"/>
              <a:gd name="connsiteX803" fmla="*/ 8220673 w 12192000"/>
              <a:gd name="connsiteY803" fmla="*/ 4070982 h 6858000"/>
              <a:gd name="connsiteX804" fmla="*/ 8220673 w 12192000"/>
              <a:gd name="connsiteY804" fmla="*/ 4473007 h 6858000"/>
              <a:gd name="connsiteX805" fmla="*/ 8622697 w 12192000"/>
              <a:gd name="connsiteY805" fmla="*/ 4473007 h 6858000"/>
              <a:gd name="connsiteX806" fmla="*/ 8622697 w 12192000"/>
              <a:gd name="connsiteY806" fmla="*/ 4070982 h 6858000"/>
              <a:gd name="connsiteX807" fmla="*/ 8220673 w 12192000"/>
              <a:gd name="connsiteY807" fmla="*/ 4070982 h 6858000"/>
              <a:gd name="connsiteX808" fmla="*/ 7800957 w 12192000"/>
              <a:gd name="connsiteY808" fmla="*/ 4070982 h 6858000"/>
              <a:gd name="connsiteX809" fmla="*/ 7803482 w 12192000"/>
              <a:gd name="connsiteY809" fmla="*/ 4473007 h 6858000"/>
              <a:gd name="connsiteX810" fmla="*/ 8200445 w 12192000"/>
              <a:gd name="connsiteY810" fmla="*/ 4470476 h 6858000"/>
              <a:gd name="connsiteX811" fmla="*/ 8200445 w 12192000"/>
              <a:gd name="connsiteY811" fmla="*/ 4070982 h 6858000"/>
              <a:gd name="connsiteX812" fmla="*/ 7800957 w 12192000"/>
              <a:gd name="connsiteY812" fmla="*/ 4070982 h 6858000"/>
              <a:gd name="connsiteX813" fmla="*/ 6534212 w 12192000"/>
              <a:gd name="connsiteY813" fmla="*/ 4070982 h 6858000"/>
              <a:gd name="connsiteX814" fmla="*/ 6536737 w 12192000"/>
              <a:gd name="connsiteY814" fmla="*/ 4470476 h 6858000"/>
              <a:gd name="connsiteX815" fmla="*/ 6933701 w 12192000"/>
              <a:gd name="connsiteY815" fmla="*/ 4470476 h 6858000"/>
              <a:gd name="connsiteX816" fmla="*/ 6933701 w 12192000"/>
              <a:gd name="connsiteY816" fmla="*/ 4070982 h 6858000"/>
              <a:gd name="connsiteX817" fmla="*/ 6534212 w 12192000"/>
              <a:gd name="connsiteY817" fmla="*/ 4070982 h 6858000"/>
              <a:gd name="connsiteX818" fmla="*/ 6109436 w 12192000"/>
              <a:gd name="connsiteY818" fmla="*/ 4070982 h 6858000"/>
              <a:gd name="connsiteX819" fmla="*/ 6109436 w 12192000"/>
              <a:gd name="connsiteY819" fmla="*/ 4473007 h 6858000"/>
              <a:gd name="connsiteX820" fmla="*/ 6508924 w 12192000"/>
              <a:gd name="connsiteY820" fmla="*/ 4473007 h 6858000"/>
              <a:gd name="connsiteX821" fmla="*/ 6508924 w 12192000"/>
              <a:gd name="connsiteY821" fmla="*/ 4070982 h 6858000"/>
              <a:gd name="connsiteX822" fmla="*/ 6109436 w 12192000"/>
              <a:gd name="connsiteY822" fmla="*/ 4070982 h 6858000"/>
              <a:gd name="connsiteX823" fmla="*/ 5684653 w 12192000"/>
              <a:gd name="connsiteY823" fmla="*/ 4070982 h 6858000"/>
              <a:gd name="connsiteX824" fmla="*/ 5684653 w 12192000"/>
              <a:gd name="connsiteY824" fmla="*/ 4473007 h 6858000"/>
              <a:gd name="connsiteX825" fmla="*/ 6079091 w 12192000"/>
              <a:gd name="connsiteY825" fmla="*/ 4473007 h 6858000"/>
              <a:gd name="connsiteX826" fmla="*/ 6076561 w 12192000"/>
              <a:gd name="connsiteY826" fmla="*/ 4070982 h 6858000"/>
              <a:gd name="connsiteX827" fmla="*/ 5684653 w 12192000"/>
              <a:gd name="connsiteY827" fmla="*/ 4070982 h 6858000"/>
              <a:gd name="connsiteX828" fmla="*/ 5262406 w 12192000"/>
              <a:gd name="connsiteY828" fmla="*/ 4070982 h 6858000"/>
              <a:gd name="connsiteX829" fmla="*/ 5264938 w 12192000"/>
              <a:gd name="connsiteY829" fmla="*/ 4473007 h 6858000"/>
              <a:gd name="connsiteX830" fmla="*/ 5659370 w 12192000"/>
              <a:gd name="connsiteY830" fmla="*/ 4473007 h 6858000"/>
              <a:gd name="connsiteX831" fmla="*/ 5656845 w 12192000"/>
              <a:gd name="connsiteY831" fmla="*/ 4070982 h 6858000"/>
              <a:gd name="connsiteX832" fmla="*/ 5262406 w 12192000"/>
              <a:gd name="connsiteY832" fmla="*/ 4070982 h 6858000"/>
              <a:gd name="connsiteX833" fmla="*/ 4837630 w 12192000"/>
              <a:gd name="connsiteY833" fmla="*/ 4070982 h 6858000"/>
              <a:gd name="connsiteX834" fmla="*/ 4837630 w 12192000"/>
              <a:gd name="connsiteY834" fmla="*/ 4473007 h 6858000"/>
              <a:gd name="connsiteX835" fmla="*/ 5239648 w 12192000"/>
              <a:gd name="connsiteY835" fmla="*/ 4473007 h 6858000"/>
              <a:gd name="connsiteX836" fmla="*/ 5239648 w 12192000"/>
              <a:gd name="connsiteY836" fmla="*/ 4070982 h 6858000"/>
              <a:gd name="connsiteX837" fmla="*/ 4837630 w 12192000"/>
              <a:gd name="connsiteY837" fmla="*/ 4070982 h 6858000"/>
              <a:gd name="connsiteX838" fmla="*/ 3995662 w 12192000"/>
              <a:gd name="connsiteY838" fmla="*/ 4070982 h 6858000"/>
              <a:gd name="connsiteX839" fmla="*/ 3995662 w 12192000"/>
              <a:gd name="connsiteY839" fmla="*/ 4473007 h 6858000"/>
              <a:gd name="connsiteX840" fmla="*/ 4392625 w 12192000"/>
              <a:gd name="connsiteY840" fmla="*/ 4470476 h 6858000"/>
              <a:gd name="connsiteX841" fmla="*/ 4392625 w 12192000"/>
              <a:gd name="connsiteY841" fmla="*/ 4070982 h 6858000"/>
              <a:gd name="connsiteX842" fmla="*/ 3995662 w 12192000"/>
              <a:gd name="connsiteY842" fmla="*/ 4070982 h 6858000"/>
              <a:gd name="connsiteX843" fmla="*/ 2726387 w 12192000"/>
              <a:gd name="connsiteY843" fmla="*/ 4070982 h 6858000"/>
              <a:gd name="connsiteX844" fmla="*/ 2728917 w 12192000"/>
              <a:gd name="connsiteY844" fmla="*/ 4473007 h 6858000"/>
              <a:gd name="connsiteX845" fmla="*/ 3125881 w 12192000"/>
              <a:gd name="connsiteY845" fmla="*/ 4473007 h 6858000"/>
              <a:gd name="connsiteX846" fmla="*/ 3123350 w 12192000"/>
              <a:gd name="connsiteY846" fmla="*/ 4070982 h 6858000"/>
              <a:gd name="connsiteX847" fmla="*/ 2726387 w 12192000"/>
              <a:gd name="connsiteY847" fmla="*/ 4070982 h 6858000"/>
              <a:gd name="connsiteX848" fmla="*/ 1884418 w 12192000"/>
              <a:gd name="connsiteY848" fmla="*/ 4070982 h 6858000"/>
              <a:gd name="connsiteX849" fmla="*/ 1886949 w 12192000"/>
              <a:gd name="connsiteY849" fmla="*/ 4473007 h 6858000"/>
              <a:gd name="connsiteX850" fmla="*/ 2283913 w 12192000"/>
              <a:gd name="connsiteY850" fmla="*/ 4470476 h 6858000"/>
              <a:gd name="connsiteX851" fmla="*/ 2281382 w 12192000"/>
              <a:gd name="connsiteY851" fmla="*/ 4070982 h 6858000"/>
              <a:gd name="connsiteX852" fmla="*/ 1884418 w 12192000"/>
              <a:gd name="connsiteY852" fmla="*/ 4070982 h 6858000"/>
              <a:gd name="connsiteX853" fmla="*/ 1454586 w 12192000"/>
              <a:gd name="connsiteY853" fmla="*/ 4070982 h 6858000"/>
              <a:gd name="connsiteX854" fmla="*/ 1454586 w 12192000"/>
              <a:gd name="connsiteY854" fmla="*/ 4473007 h 6858000"/>
              <a:gd name="connsiteX855" fmla="*/ 1856605 w 12192000"/>
              <a:gd name="connsiteY855" fmla="*/ 4473007 h 6858000"/>
              <a:gd name="connsiteX856" fmla="*/ 1854075 w 12192000"/>
              <a:gd name="connsiteY856" fmla="*/ 4070982 h 6858000"/>
              <a:gd name="connsiteX857" fmla="*/ 1454586 w 12192000"/>
              <a:gd name="connsiteY857" fmla="*/ 4070982 h 6858000"/>
              <a:gd name="connsiteX858" fmla="*/ 615143 w 12192000"/>
              <a:gd name="connsiteY858" fmla="*/ 4070982 h 6858000"/>
              <a:gd name="connsiteX859" fmla="*/ 615143 w 12192000"/>
              <a:gd name="connsiteY859" fmla="*/ 4473007 h 6858000"/>
              <a:gd name="connsiteX860" fmla="*/ 1012107 w 12192000"/>
              <a:gd name="connsiteY860" fmla="*/ 4470476 h 6858000"/>
              <a:gd name="connsiteX861" fmla="*/ 1012107 w 12192000"/>
              <a:gd name="connsiteY861" fmla="*/ 4073513 h 6858000"/>
              <a:gd name="connsiteX862" fmla="*/ 615143 w 12192000"/>
              <a:gd name="connsiteY862" fmla="*/ 4070982 h 6858000"/>
              <a:gd name="connsiteX863" fmla="*/ 9324435 w 12192000"/>
              <a:gd name="connsiteY863" fmla="*/ 4068980 h 6858000"/>
              <a:gd name="connsiteX864" fmla="*/ 9065171 w 12192000"/>
              <a:gd name="connsiteY864" fmla="*/ 4076043 h 6858000"/>
              <a:gd name="connsiteX865" fmla="*/ 9065171 w 12192000"/>
              <a:gd name="connsiteY865" fmla="*/ 4473007 h 6858000"/>
              <a:gd name="connsiteX866" fmla="*/ 9467190 w 12192000"/>
              <a:gd name="connsiteY866" fmla="*/ 4473007 h 6858000"/>
              <a:gd name="connsiteX867" fmla="*/ 9467190 w 12192000"/>
              <a:gd name="connsiteY867" fmla="*/ 4073513 h 6858000"/>
              <a:gd name="connsiteX868" fmla="*/ 9324435 w 12192000"/>
              <a:gd name="connsiteY868" fmla="*/ 4068980 h 6858000"/>
              <a:gd name="connsiteX869" fmla="*/ 3409011 w 12192000"/>
              <a:gd name="connsiteY869" fmla="*/ 4068980 h 6858000"/>
              <a:gd name="connsiteX870" fmla="*/ 3148639 w 12192000"/>
              <a:gd name="connsiteY870" fmla="*/ 4076043 h 6858000"/>
              <a:gd name="connsiteX871" fmla="*/ 3148639 w 12192000"/>
              <a:gd name="connsiteY871" fmla="*/ 4470476 h 6858000"/>
              <a:gd name="connsiteX872" fmla="*/ 3550657 w 12192000"/>
              <a:gd name="connsiteY872" fmla="*/ 4467945 h 6858000"/>
              <a:gd name="connsiteX873" fmla="*/ 3550657 w 12192000"/>
              <a:gd name="connsiteY873" fmla="*/ 4073513 h 6858000"/>
              <a:gd name="connsiteX874" fmla="*/ 3409011 w 12192000"/>
              <a:gd name="connsiteY874" fmla="*/ 4068980 h 6858000"/>
              <a:gd name="connsiteX875" fmla="*/ 7567074 w 12192000"/>
              <a:gd name="connsiteY875" fmla="*/ 4068140 h 6858000"/>
              <a:gd name="connsiteX876" fmla="*/ 7373650 w 12192000"/>
              <a:gd name="connsiteY876" fmla="*/ 4076043 h 6858000"/>
              <a:gd name="connsiteX877" fmla="*/ 7376180 w 12192000"/>
              <a:gd name="connsiteY877" fmla="*/ 4473007 h 6858000"/>
              <a:gd name="connsiteX878" fmla="*/ 7775668 w 12192000"/>
              <a:gd name="connsiteY878" fmla="*/ 4473007 h 6858000"/>
              <a:gd name="connsiteX879" fmla="*/ 7775668 w 12192000"/>
              <a:gd name="connsiteY879" fmla="*/ 4073513 h 6858000"/>
              <a:gd name="connsiteX880" fmla="*/ 7567074 w 12192000"/>
              <a:gd name="connsiteY880" fmla="*/ 4068140 h 6858000"/>
              <a:gd name="connsiteX881" fmla="*/ 2496932 w 12192000"/>
              <a:gd name="connsiteY881" fmla="*/ 4068140 h 6858000"/>
              <a:gd name="connsiteX882" fmla="*/ 2301610 w 12192000"/>
              <a:gd name="connsiteY882" fmla="*/ 4076043 h 6858000"/>
              <a:gd name="connsiteX883" fmla="*/ 2301610 w 12192000"/>
              <a:gd name="connsiteY883" fmla="*/ 4475531 h 6858000"/>
              <a:gd name="connsiteX884" fmla="*/ 2703634 w 12192000"/>
              <a:gd name="connsiteY884" fmla="*/ 4473007 h 6858000"/>
              <a:gd name="connsiteX885" fmla="*/ 2703634 w 12192000"/>
              <a:gd name="connsiteY885" fmla="*/ 4073513 h 6858000"/>
              <a:gd name="connsiteX886" fmla="*/ 2496932 w 12192000"/>
              <a:gd name="connsiteY886" fmla="*/ 4068140 h 6858000"/>
              <a:gd name="connsiteX887" fmla="*/ 385689 w 12192000"/>
              <a:gd name="connsiteY887" fmla="*/ 4068140 h 6858000"/>
              <a:gd name="connsiteX888" fmla="*/ 190366 w 12192000"/>
              <a:gd name="connsiteY888" fmla="*/ 4076043 h 6858000"/>
              <a:gd name="connsiteX889" fmla="*/ 190366 w 12192000"/>
              <a:gd name="connsiteY889" fmla="*/ 4473007 h 6858000"/>
              <a:gd name="connsiteX890" fmla="*/ 592391 w 12192000"/>
              <a:gd name="connsiteY890" fmla="*/ 4473007 h 6858000"/>
              <a:gd name="connsiteX891" fmla="*/ 592391 w 12192000"/>
              <a:gd name="connsiteY891" fmla="*/ 4073513 h 6858000"/>
              <a:gd name="connsiteX892" fmla="*/ 385689 w 12192000"/>
              <a:gd name="connsiteY892" fmla="*/ 4068140 h 6858000"/>
              <a:gd name="connsiteX893" fmla="*/ 4667412 w 12192000"/>
              <a:gd name="connsiteY893" fmla="*/ 4066582 h 6858000"/>
              <a:gd name="connsiteX894" fmla="*/ 4415383 w 12192000"/>
              <a:gd name="connsiteY894" fmla="*/ 4076043 h 6858000"/>
              <a:gd name="connsiteX895" fmla="*/ 4415383 w 12192000"/>
              <a:gd name="connsiteY895" fmla="*/ 4473007 h 6858000"/>
              <a:gd name="connsiteX896" fmla="*/ 4814877 w 12192000"/>
              <a:gd name="connsiteY896" fmla="*/ 4473007 h 6858000"/>
              <a:gd name="connsiteX897" fmla="*/ 4812347 w 12192000"/>
              <a:gd name="connsiteY897" fmla="*/ 4070982 h 6858000"/>
              <a:gd name="connsiteX898" fmla="*/ 4667412 w 12192000"/>
              <a:gd name="connsiteY898" fmla="*/ 4066582 h 6858000"/>
              <a:gd name="connsiteX899" fmla="*/ 11181470 w 12192000"/>
              <a:gd name="connsiteY899" fmla="*/ 3651266 h 6858000"/>
              <a:gd name="connsiteX900" fmla="*/ 11184000 w 12192000"/>
              <a:gd name="connsiteY900" fmla="*/ 4053285 h 6858000"/>
              <a:gd name="connsiteX901" fmla="*/ 11575908 w 12192000"/>
              <a:gd name="connsiteY901" fmla="*/ 4053285 h 6858000"/>
              <a:gd name="connsiteX902" fmla="*/ 11573378 w 12192000"/>
              <a:gd name="connsiteY902" fmla="*/ 3651266 h 6858000"/>
              <a:gd name="connsiteX903" fmla="*/ 11181470 w 12192000"/>
              <a:gd name="connsiteY903" fmla="*/ 3651266 h 6858000"/>
              <a:gd name="connsiteX904" fmla="*/ 9912200 w 12192000"/>
              <a:gd name="connsiteY904" fmla="*/ 3651266 h 6858000"/>
              <a:gd name="connsiteX905" fmla="*/ 9914725 w 12192000"/>
              <a:gd name="connsiteY905" fmla="*/ 4053285 h 6858000"/>
              <a:gd name="connsiteX906" fmla="*/ 10311688 w 12192000"/>
              <a:gd name="connsiteY906" fmla="*/ 4050755 h 6858000"/>
              <a:gd name="connsiteX907" fmla="*/ 10311688 w 12192000"/>
              <a:gd name="connsiteY907" fmla="*/ 3653791 h 6858000"/>
              <a:gd name="connsiteX908" fmla="*/ 9912200 w 12192000"/>
              <a:gd name="connsiteY908" fmla="*/ 3651266 h 6858000"/>
              <a:gd name="connsiteX909" fmla="*/ 8223203 w 12192000"/>
              <a:gd name="connsiteY909" fmla="*/ 3651266 h 6858000"/>
              <a:gd name="connsiteX910" fmla="*/ 8225734 w 12192000"/>
              <a:gd name="connsiteY910" fmla="*/ 4053285 h 6858000"/>
              <a:gd name="connsiteX911" fmla="*/ 8620167 w 12192000"/>
              <a:gd name="connsiteY911" fmla="*/ 4053285 h 6858000"/>
              <a:gd name="connsiteX912" fmla="*/ 8622697 w 12192000"/>
              <a:gd name="connsiteY912" fmla="*/ 3651266 h 6858000"/>
              <a:gd name="connsiteX913" fmla="*/ 8223203 w 12192000"/>
              <a:gd name="connsiteY913" fmla="*/ 3651266 h 6858000"/>
              <a:gd name="connsiteX914" fmla="*/ 7376180 w 12192000"/>
              <a:gd name="connsiteY914" fmla="*/ 3651266 h 6858000"/>
              <a:gd name="connsiteX915" fmla="*/ 7376180 w 12192000"/>
              <a:gd name="connsiteY915" fmla="*/ 4050755 h 6858000"/>
              <a:gd name="connsiteX916" fmla="*/ 7778199 w 12192000"/>
              <a:gd name="connsiteY916" fmla="*/ 4048230 h 6858000"/>
              <a:gd name="connsiteX917" fmla="*/ 7778199 w 12192000"/>
              <a:gd name="connsiteY917" fmla="*/ 3651266 h 6858000"/>
              <a:gd name="connsiteX918" fmla="*/ 7376180 w 12192000"/>
              <a:gd name="connsiteY918" fmla="*/ 3651266 h 6858000"/>
              <a:gd name="connsiteX919" fmla="*/ 6534212 w 12192000"/>
              <a:gd name="connsiteY919" fmla="*/ 3651266 h 6858000"/>
              <a:gd name="connsiteX920" fmla="*/ 6536737 w 12192000"/>
              <a:gd name="connsiteY920" fmla="*/ 4053285 h 6858000"/>
              <a:gd name="connsiteX921" fmla="*/ 6933701 w 12192000"/>
              <a:gd name="connsiteY921" fmla="*/ 4050755 h 6858000"/>
              <a:gd name="connsiteX922" fmla="*/ 6931176 w 12192000"/>
              <a:gd name="connsiteY922" fmla="*/ 3653791 h 6858000"/>
              <a:gd name="connsiteX923" fmla="*/ 6534212 w 12192000"/>
              <a:gd name="connsiteY923" fmla="*/ 3651266 h 6858000"/>
              <a:gd name="connsiteX924" fmla="*/ 5682128 w 12192000"/>
              <a:gd name="connsiteY924" fmla="*/ 3651266 h 6858000"/>
              <a:gd name="connsiteX925" fmla="*/ 5682128 w 12192000"/>
              <a:gd name="connsiteY925" fmla="*/ 4050755 h 6858000"/>
              <a:gd name="connsiteX926" fmla="*/ 6084147 w 12192000"/>
              <a:gd name="connsiteY926" fmla="*/ 4048230 h 6858000"/>
              <a:gd name="connsiteX927" fmla="*/ 6084147 w 12192000"/>
              <a:gd name="connsiteY927" fmla="*/ 3651266 h 6858000"/>
              <a:gd name="connsiteX928" fmla="*/ 5682128 w 12192000"/>
              <a:gd name="connsiteY928" fmla="*/ 3651266 h 6858000"/>
              <a:gd name="connsiteX929" fmla="*/ 5262406 w 12192000"/>
              <a:gd name="connsiteY929" fmla="*/ 3651266 h 6858000"/>
              <a:gd name="connsiteX930" fmla="*/ 5264938 w 12192000"/>
              <a:gd name="connsiteY930" fmla="*/ 4050755 h 6858000"/>
              <a:gd name="connsiteX931" fmla="*/ 5661901 w 12192000"/>
              <a:gd name="connsiteY931" fmla="*/ 4050755 h 6858000"/>
              <a:gd name="connsiteX932" fmla="*/ 5661901 w 12192000"/>
              <a:gd name="connsiteY932" fmla="*/ 3651266 h 6858000"/>
              <a:gd name="connsiteX933" fmla="*/ 5262406 w 12192000"/>
              <a:gd name="connsiteY933" fmla="*/ 3651266 h 6858000"/>
              <a:gd name="connsiteX934" fmla="*/ 3993131 w 12192000"/>
              <a:gd name="connsiteY934" fmla="*/ 3651266 h 6858000"/>
              <a:gd name="connsiteX935" fmla="*/ 3993131 w 12192000"/>
              <a:gd name="connsiteY935" fmla="*/ 4053285 h 6858000"/>
              <a:gd name="connsiteX936" fmla="*/ 4390100 w 12192000"/>
              <a:gd name="connsiteY936" fmla="*/ 4053285 h 6858000"/>
              <a:gd name="connsiteX937" fmla="*/ 4387570 w 12192000"/>
              <a:gd name="connsiteY937" fmla="*/ 3651266 h 6858000"/>
              <a:gd name="connsiteX938" fmla="*/ 3993131 w 12192000"/>
              <a:gd name="connsiteY938" fmla="*/ 3651266 h 6858000"/>
              <a:gd name="connsiteX939" fmla="*/ 3151163 w 12192000"/>
              <a:gd name="connsiteY939" fmla="*/ 3651266 h 6858000"/>
              <a:gd name="connsiteX940" fmla="*/ 3153694 w 12192000"/>
              <a:gd name="connsiteY940" fmla="*/ 4053285 h 6858000"/>
              <a:gd name="connsiteX941" fmla="*/ 3550657 w 12192000"/>
              <a:gd name="connsiteY941" fmla="*/ 4048230 h 6858000"/>
              <a:gd name="connsiteX942" fmla="*/ 3550657 w 12192000"/>
              <a:gd name="connsiteY942" fmla="*/ 3651266 h 6858000"/>
              <a:gd name="connsiteX943" fmla="*/ 3151163 w 12192000"/>
              <a:gd name="connsiteY943" fmla="*/ 3651266 h 6858000"/>
              <a:gd name="connsiteX944" fmla="*/ 2306665 w 12192000"/>
              <a:gd name="connsiteY944" fmla="*/ 3651266 h 6858000"/>
              <a:gd name="connsiteX945" fmla="*/ 2309196 w 12192000"/>
              <a:gd name="connsiteY945" fmla="*/ 4053285 h 6858000"/>
              <a:gd name="connsiteX946" fmla="*/ 2706159 w 12192000"/>
              <a:gd name="connsiteY946" fmla="*/ 4050755 h 6858000"/>
              <a:gd name="connsiteX947" fmla="*/ 2706159 w 12192000"/>
              <a:gd name="connsiteY947" fmla="*/ 3653791 h 6858000"/>
              <a:gd name="connsiteX948" fmla="*/ 2306665 w 12192000"/>
              <a:gd name="connsiteY948" fmla="*/ 3651266 h 6858000"/>
              <a:gd name="connsiteX949" fmla="*/ 1881894 w 12192000"/>
              <a:gd name="connsiteY949" fmla="*/ 3651266 h 6858000"/>
              <a:gd name="connsiteX950" fmla="*/ 1881894 w 12192000"/>
              <a:gd name="connsiteY950" fmla="*/ 4053285 h 6858000"/>
              <a:gd name="connsiteX951" fmla="*/ 2281382 w 12192000"/>
              <a:gd name="connsiteY951" fmla="*/ 4053285 h 6858000"/>
              <a:gd name="connsiteX952" fmla="*/ 2281382 w 12192000"/>
              <a:gd name="connsiteY952" fmla="*/ 3651266 h 6858000"/>
              <a:gd name="connsiteX953" fmla="*/ 1881894 w 12192000"/>
              <a:gd name="connsiteY953" fmla="*/ 3651266 h 6858000"/>
              <a:gd name="connsiteX954" fmla="*/ 1459642 w 12192000"/>
              <a:gd name="connsiteY954" fmla="*/ 3651266 h 6858000"/>
              <a:gd name="connsiteX955" fmla="*/ 1459642 w 12192000"/>
              <a:gd name="connsiteY955" fmla="*/ 4053285 h 6858000"/>
              <a:gd name="connsiteX956" fmla="*/ 1859136 w 12192000"/>
              <a:gd name="connsiteY956" fmla="*/ 4053285 h 6858000"/>
              <a:gd name="connsiteX957" fmla="*/ 1859136 w 12192000"/>
              <a:gd name="connsiteY957" fmla="*/ 3651266 h 6858000"/>
              <a:gd name="connsiteX958" fmla="*/ 1459642 w 12192000"/>
              <a:gd name="connsiteY958" fmla="*/ 3651266 h 6858000"/>
              <a:gd name="connsiteX959" fmla="*/ 9747795 w 12192000"/>
              <a:gd name="connsiteY959" fmla="*/ 3649258 h 6858000"/>
              <a:gd name="connsiteX960" fmla="*/ 9487423 w 12192000"/>
              <a:gd name="connsiteY960" fmla="*/ 3656322 h 6858000"/>
              <a:gd name="connsiteX961" fmla="*/ 9492479 w 12192000"/>
              <a:gd name="connsiteY961" fmla="*/ 4053285 h 6858000"/>
              <a:gd name="connsiteX962" fmla="*/ 9889442 w 12192000"/>
              <a:gd name="connsiteY962" fmla="*/ 4053285 h 6858000"/>
              <a:gd name="connsiteX963" fmla="*/ 9889442 w 12192000"/>
              <a:gd name="connsiteY963" fmla="*/ 3653791 h 6858000"/>
              <a:gd name="connsiteX964" fmla="*/ 9747795 w 12192000"/>
              <a:gd name="connsiteY964" fmla="*/ 3649258 h 6858000"/>
              <a:gd name="connsiteX965" fmla="*/ 3833087 w 12192000"/>
              <a:gd name="connsiteY965" fmla="*/ 3649258 h 6858000"/>
              <a:gd name="connsiteX966" fmla="*/ 3570885 w 12192000"/>
              <a:gd name="connsiteY966" fmla="*/ 3656322 h 6858000"/>
              <a:gd name="connsiteX967" fmla="*/ 3570885 w 12192000"/>
              <a:gd name="connsiteY967" fmla="*/ 4053285 h 6858000"/>
              <a:gd name="connsiteX968" fmla="*/ 3970379 w 12192000"/>
              <a:gd name="connsiteY968" fmla="*/ 4053285 h 6858000"/>
              <a:gd name="connsiteX969" fmla="*/ 3970379 w 12192000"/>
              <a:gd name="connsiteY969" fmla="*/ 3653791 h 6858000"/>
              <a:gd name="connsiteX970" fmla="*/ 3833087 w 12192000"/>
              <a:gd name="connsiteY970" fmla="*/ 3649258 h 6858000"/>
              <a:gd name="connsiteX971" fmla="*/ 10759223 w 12192000"/>
              <a:gd name="connsiteY971" fmla="*/ 3648736 h 6858000"/>
              <a:gd name="connsiteX972" fmla="*/ 10761754 w 12192000"/>
              <a:gd name="connsiteY972" fmla="*/ 4050755 h 6858000"/>
              <a:gd name="connsiteX973" fmla="*/ 11158717 w 12192000"/>
              <a:gd name="connsiteY973" fmla="*/ 4050755 h 6858000"/>
              <a:gd name="connsiteX974" fmla="*/ 11158717 w 12192000"/>
              <a:gd name="connsiteY974" fmla="*/ 3648736 h 6858000"/>
              <a:gd name="connsiteX975" fmla="*/ 10759223 w 12192000"/>
              <a:gd name="connsiteY975" fmla="*/ 3648736 h 6858000"/>
              <a:gd name="connsiteX976" fmla="*/ 10334446 w 12192000"/>
              <a:gd name="connsiteY976" fmla="*/ 3648736 h 6858000"/>
              <a:gd name="connsiteX977" fmla="*/ 10336971 w 12192000"/>
              <a:gd name="connsiteY977" fmla="*/ 4050755 h 6858000"/>
              <a:gd name="connsiteX978" fmla="*/ 10733940 w 12192000"/>
              <a:gd name="connsiteY978" fmla="*/ 4048230 h 6858000"/>
              <a:gd name="connsiteX979" fmla="*/ 10733940 w 12192000"/>
              <a:gd name="connsiteY979" fmla="*/ 3651266 h 6858000"/>
              <a:gd name="connsiteX980" fmla="*/ 10334446 w 12192000"/>
              <a:gd name="connsiteY980" fmla="*/ 3648736 h 6858000"/>
              <a:gd name="connsiteX981" fmla="*/ 9067702 w 12192000"/>
              <a:gd name="connsiteY981" fmla="*/ 3648736 h 6858000"/>
              <a:gd name="connsiteX982" fmla="*/ 9065171 w 12192000"/>
              <a:gd name="connsiteY982" fmla="*/ 4045699 h 6858000"/>
              <a:gd name="connsiteX983" fmla="*/ 9467190 w 12192000"/>
              <a:gd name="connsiteY983" fmla="*/ 4045699 h 6858000"/>
              <a:gd name="connsiteX984" fmla="*/ 9464665 w 12192000"/>
              <a:gd name="connsiteY984" fmla="*/ 3648736 h 6858000"/>
              <a:gd name="connsiteX985" fmla="*/ 9067702 w 12192000"/>
              <a:gd name="connsiteY985" fmla="*/ 3648736 h 6858000"/>
              <a:gd name="connsiteX986" fmla="*/ 8645449 w 12192000"/>
              <a:gd name="connsiteY986" fmla="*/ 3648736 h 6858000"/>
              <a:gd name="connsiteX987" fmla="*/ 8645449 w 12192000"/>
              <a:gd name="connsiteY987" fmla="*/ 4050755 h 6858000"/>
              <a:gd name="connsiteX988" fmla="*/ 9042419 w 12192000"/>
              <a:gd name="connsiteY988" fmla="*/ 4050755 h 6858000"/>
              <a:gd name="connsiteX989" fmla="*/ 9039888 w 12192000"/>
              <a:gd name="connsiteY989" fmla="*/ 3648736 h 6858000"/>
              <a:gd name="connsiteX990" fmla="*/ 8645449 w 12192000"/>
              <a:gd name="connsiteY990" fmla="*/ 3648736 h 6858000"/>
              <a:gd name="connsiteX991" fmla="*/ 6104374 w 12192000"/>
              <a:gd name="connsiteY991" fmla="*/ 3648736 h 6858000"/>
              <a:gd name="connsiteX992" fmla="*/ 6104374 w 12192000"/>
              <a:gd name="connsiteY992" fmla="*/ 4050755 h 6858000"/>
              <a:gd name="connsiteX993" fmla="*/ 6511454 w 12192000"/>
              <a:gd name="connsiteY993" fmla="*/ 4050755 h 6858000"/>
              <a:gd name="connsiteX994" fmla="*/ 6511454 w 12192000"/>
              <a:gd name="connsiteY994" fmla="*/ 3648736 h 6858000"/>
              <a:gd name="connsiteX995" fmla="*/ 6104374 w 12192000"/>
              <a:gd name="connsiteY995" fmla="*/ 3648736 h 6858000"/>
              <a:gd name="connsiteX996" fmla="*/ 4415383 w 12192000"/>
              <a:gd name="connsiteY996" fmla="*/ 3648736 h 6858000"/>
              <a:gd name="connsiteX997" fmla="*/ 4415383 w 12192000"/>
              <a:gd name="connsiteY997" fmla="*/ 4050755 h 6858000"/>
              <a:gd name="connsiteX998" fmla="*/ 4814877 w 12192000"/>
              <a:gd name="connsiteY998" fmla="*/ 4050755 h 6858000"/>
              <a:gd name="connsiteX999" fmla="*/ 4814877 w 12192000"/>
              <a:gd name="connsiteY999" fmla="*/ 3648736 h 6858000"/>
              <a:gd name="connsiteX1000" fmla="*/ 4415383 w 12192000"/>
              <a:gd name="connsiteY1000" fmla="*/ 3648736 h 6858000"/>
              <a:gd name="connsiteX1001" fmla="*/ 2726387 w 12192000"/>
              <a:gd name="connsiteY1001" fmla="*/ 3648736 h 6858000"/>
              <a:gd name="connsiteX1002" fmla="*/ 2726387 w 12192000"/>
              <a:gd name="connsiteY1002" fmla="*/ 4048230 h 6858000"/>
              <a:gd name="connsiteX1003" fmla="*/ 3128411 w 12192000"/>
              <a:gd name="connsiteY1003" fmla="*/ 4045699 h 6858000"/>
              <a:gd name="connsiteX1004" fmla="*/ 3125881 w 12192000"/>
              <a:gd name="connsiteY1004" fmla="*/ 3648736 h 6858000"/>
              <a:gd name="connsiteX1005" fmla="*/ 2726387 w 12192000"/>
              <a:gd name="connsiteY1005" fmla="*/ 3648736 h 6858000"/>
              <a:gd name="connsiteX1006" fmla="*/ 1034865 w 12192000"/>
              <a:gd name="connsiteY1006" fmla="*/ 3648736 h 6858000"/>
              <a:gd name="connsiteX1007" fmla="*/ 1034865 w 12192000"/>
              <a:gd name="connsiteY1007" fmla="*/ 4048230 h 6858000"/>
              <a:gd name="connsiteX1008" fmla="*/ 1436884 w 12192000"/>
              <a:gd name="connsiteY1008" fmla="*/ 4045699 h 6858000"/>
              <a:gd name="connsiteX1009" fmla="*/ 1436884 w 12192000"/>
              <a:gd name="connsiteY1009" fmla="*/ 3648736 h 6858000"/>
              <a:gd name="connsiteX1010" fmla="*/ 1034865 w 12192000"/>
              <a:gd name="connsiteY1010" fmla="*/ 3648736 h 6858000"/>
              <a:gd name="connsiteX1011" fmla="*/ 808885 w 12192000"/>
              <a:gd name="connsiteY1011" fmla="*/ 3648418 h 6858000"/>
              <a:gd name="connsiteX1012" fmla="*/ 612619 w 12192000"/>
              <a:gd name="connsiteY1012" fmla="*/ 3656322 h 6858000"/>
              <a:gd name="connsiteX1013" fmla="*/ 612619 w 12192000"/>
              <a:gd name="connsiteY1013" fmla="*/ 4053285 h 6858000"/>
              <a:gd name="connsiteX1014" fmla="*/ 1014637 w 12192000"/>
              <a:gd name="connsiteY1014" fmla="*/ 4053285 h 6858000"/>
              <a:gd name="connsiteX1015" fmla="*/ 1014637 w 12192000"/>
              <a:gd name="connsiteY1015" fmla="*/ 3653791 h 6858000"/>
              <a:gd name="connsiteX1016" fmla="*/ 808885 w 12192000"/>
              <a:gd name="connsiteY1016" fmla="*/ 3648418 h 6858000"/>
              <a:gd name="connsiteX1017" fmla="*/ 11794932 w 12192000"/>
              <a:gd name="connsiteY1017" fmla="*/ 3648102 h 6858000"/>
              <a:gd name="connsiteX1018" fmla="*/ 11598660 w 12192000"/>
              <a:gd name="connsiteY1018" fmla="*/ 3653791 h 6858000"/>
              <a:gd name="connsiteX1019" fmla="*/ 11598660 w 12192000"/>
              <a:gd name="connsiteY1019" fmla="*/ 4050755 h 6858000"/>
              <a:gd name="connsiteX1020" fmla="*/ 12000685 w 12192000"/>
              <a:gd name="connsiteY1020" fmla="*/ 4053285 h 6858000"/>
              <a:gd name="connsiteX1021" fmla="*/ 12000685 w 12192000"/>
              <a:gd name="connsiteY1021" fmla="*/ 3653791 h 6858000"/>
              <a:gd name="connsiteX1022" fmla="*/ 11794932 w 12192000"/>
              <a:gd name="connsiteY1022" fmla="*/ 3648102 h 6858000"/>
              <a:gd name="connsiteX1023" fmla="*/ 7146721 w 12192000"/>
              <a:gd name="connsiteY1023" fmla="*/ 3648102 h 6858000"/>
              <a:gd name="connsiteX1024" fmla="*/ 6951403 w 12192000"/>
              <a:gd name="connsiteY1024" fmla="*/ 3653791 h 6858000"/>
              <a:gd name="connsiteX1025" fmla="*/ 6951403 w 12192000"/>
              <a:gd name="connsiteY1025" fmla="*/ 4050755 h 6858000"/>
              <a:gd name="connsiteX1026" fmla="*/ 7353422 w 12192000"/>
              <a:gd name="connsiteY1026" fmla="*/ 4053285 h 6858000"/>
              <a:gd name="connsiteX1027" fmla="*/ 7353422 w 12192000"/>
              <a:gd name="connsiteY1027" fmla="*/ 3653791 h 6858000"/>
              <a:gd name="connsiteX1028" fmla="*/ 7146721 w 12192000"/>
              <a:gd name="connsiteY1028" fmla="*/ 3648102 h 6858000"/>
              <a:gd name="connsiteX1029" fmla="*/ 5033901 w 12192000"/>
              <a:gd name="connsiteY1029" fmla="*/ 3648102 h 6858000"/>
              <a:gd name="connsiteX1030" fmla="*/ 4837630 w 12192000"/>
              <a:gd name="connsiteY1030" fmla="*/ 3653791 h 6858000"/>
              <a:gd name="connsiteX1031" fmla="*/ 4837630 w 12192000"/>
              <a:gd name="connsiteY1031" fmla="*/ 4050755 h 6858000"/>
              <a:gd name="connsiteX1032" fmla="*/ 5239648 w 12192000"/>
              <a:gd name="connsiteY1032" fmla="*/ 4053285 h 6858000"/>
              <a:gd name="connsiteX1033" fmla="*/ 5239648 w 12192000"/>
              <a:gd name="connsiteY1033" fmla="*/ 3653791 h 6858000"/>
              <a:gd name="connsiteX1034" fmla="*/ 5033901 w 12192000"/>
              <a:gd name="connsiteY1034" fmla="*/ 3648102 h 6858000"/>
              <a:gd name="connsiteX1035" fmla="*/ 8049296 w 12192000"/>
              <a:gd name="connsiteY1035" fmla="*/ 3646731 h 6858000"/>
              <a:gd name="connsiteX1036" fmla="*/ 7798427 w 12192000"/>
              <a:gd name="connsiteY1036" fmla="*/ 3653791 h 6858000"/>
              <a:gd name="connsiteX1037" fmla="*/ 7798427 w 12192000"/>
              <a:gd name="connsiteY1037" fmla="*/ 4050755 h 6858000"/>
              <a:gd name="connsiteX1038" fmla="*/ 8197920 w 12192000"/>
              <a:gd name="connsiteY1038" fmla="*/ 4050755 h 6858000"/>
              <a:gd name="connsiteX1039" fmla="*/ 8197920 w 12192000"/>
              <a:gd name="connsiteY1039" fmla="*/ 3651266 h 6858000"/>
              <a:gd name="connsiteX1040" fmla="*/ 8049296 w 12192000"/>
              <a:gd name="connsiteY1040" fmla="*/ 3646731 h 6858000"/>
              <a:gd name="connsiteX1041" fmla="*/ 441285 w 12192000"/>
              <a:gd name="connsiteY1041" fmla="*/ 3645002 h 6858000"/>
              <a:gd name="connsiteX1042" fmla="*/ 190366 w 12192000"/>
              <a:gd name="connsiteY1042" fmla="*/ 3653791 h 6858000"/>
              <a:gd name="connsiteX1043" fmla="*/ 190366 w 12192000"/>
              <a:gd name="connsiteY1043" fmla="*/ 4050755 h 6858000"/>
              <a:gd name="connsiteX1044" fmla="*/ 589860 w 12192000"/>
              <a:gd name="connsiteY1044" fmla="*/ 4050755 h 6858000"/>
              <a:gd name="connsiteX1045" fmla="*/ 587330 w 12192000"/>
              <a:gd name="connsiteY1045" fmla="*/ 3648736 h 6858000"/>
              <a:gd name="connsiteX1046" fmla="*/ 441285 w 12192000"/>
              <a:gd name="connsiteY1046" fmla="*/ 3645002 h 6858000"/>
              <a:gd name="connsiteX1047" fmla="*/ 10334446 w 12192000"/>
              <a:gd name="connsiteY1047" fmla="*/ 3229014 h 6858000"/>
              <a:gd name="connsiteX1048" fmla="*/ 10336971 w 12192000"/>
              <a:gd name="connsiteY1048" fmla="*/ 3631039 h 6858000"/>
              <a:gd name="connsiteX1049" fmla="*/ 10731410 w 12192000"/>
              <a:gd name="connsiteY1049" fmla="*/ 3625978 h 6858000"/>
              <a:gd name="connsiteX1050" fmla="*/ 10728879 w 12192000"/>
              <a:gd name="connsiteY1050" fmla="*/ 3229014 h 6858000"/>
              <a:gd name="connsiteX1051" fmla="*/ 10334446 w 12192000"/>
              <a:gd name="connsiteY1051" fmla="*/ 3229014 h 6858000"/>
              <a:gd name="connsiteX1052" fmla="*/ 7800957 w 12192000"/>
              <a:gd name="connsiteY1052" fmla="*/ 3229014 h 6858000"/>
              <a:gd name="connsiteX1053" fmla="*/ 7803482 w 12192000"/>
              <a:gd name="connsiteY1053" fmla="*/ 3631039 h 6858000"/>
              <a:gd name="connsiteX1054" fmla="*/ 8197920 w 12192000"/>
              <a:gd name="connsiteY1054" fmla="*/ 3625978 h 6858000"/>
              <a:gd name="connsiteX1055" fmla="*/ 8197920 w 12192000"/>
              <a:gd name="connsiteY1055" fmla="*/ 3229014 h 6858000"/>
              <a:gd name="connsiteX1056" fmla="*/ 7800957 w 12192000"/>
              <a:gd name="connsiteY1056" fmla="*/ 3229014 h 6858000"/>
              <a:gd name="connsiteX1057" fmla="*/ 7378705 w 12192000"/>
              <a:gd name="connsiteY1057" fmla="*/ 3229014 h 6858000"/>
              <a:gd name="connsiteX1058" fmla="*/ 7381236 w 12192000"/>
              <a:gd name="connsiteY1058" fmla="*/ 3631039 h 6858000"/>
              <a:gd name="connsiteX1059" fmla="*/ 7778199 w 12192000"/>
              <a:gd name="connsiteY1059" fmla="*/ 3628508 h 6858000"/>
              <a:gd name="connsiteX1060" fmla="*/ 7778199 w 12192000"/>
              <a:gd name="connsiteY1060" fmla="*/ 3231545 h 6858000"/>
              <a:gd name="connsiteX1061" fmla="*/ 7378705 w 12192000"/>
              <a:gd name="connsiteY1061" fmla="*/ 3229014 h 6858000"/>
              <a:gd name="connsiteX1062" fmla="*/ 6951403 w 12192000"/>
              <a:gd name="connsiteY1062" fmla="*/ 3229014 h 6858000"/>
              <a:gd name="connsiteX1063" fmla="*/ 6951403 w 12192000"/>
              <a:gd name="connsiteY1063" fmla="*/ 3628508 h 6858000"/>
              <a:gd name="connsiteX1064" fmla="*/ 7353422 w 12192000"/>
              <a:gd name="connsiteY1064" fmla="*/ 3625978 h 6858000"/>
              <a:gd name="connsiteX1065" fmla="*/ 7350892 w 12192000"/>
              <a:gd name="connsiteY1065" fmla="*/ 3229014 h 6858000"/>
              <a:gd name="connsiteX1066" fmla="*/ 6951403 w 12192000"/>
              <a:gd name="connsiteY1066" fmla="*/ 3229014 h 6858000"/>
              <a:gd name="connsiteX1067" fmla="*/ 5682128 w 12192000"/>
              <a:gd name="connsiteY1067" fmla="*/ 3229014 h 6858000"/>
              <a:gd name="connsiteX1068" fmla="*/ 5682128 w 12192000"/>
              <a:gd name="connsiteY1068" fmla="*/ 3628508 h 6858000"/>
              <a:gd name="connsiteX1069" fmla="*/ 6081622 w 12192000"/>
              <a:gd name="connsiteY1069" fmla="*/ 3628508 h 6858000"/>
              <a:gd name="connsiteX1070" fmla="*/ 6079091 w 12192000"/>
              <a:gd name="connsiteY1070" fmla="*/ 3229014 h 6858000"/>
              <a:gd name="connsiteX1071" fmla="*/ 5682128 w 12192000"/>
              <a:gd name="connsiteY1071" fmla="*/ 3229014 h 6858000"/>
              <a:gd name="connsiteX1072" fmla="*/ 4840160 w 12192000"/>
              <a:gd name="connsiteY1072" fmla="*/ 3229014 h 6858000"/>
              <a:gd name="connsiteX1073" fmla="*/ 4837630 w 12192000"/>
              <a:gd name="connsiteY1073" fmla="*/ 3628508 h 6858000"/>
              <a:gd name="connsiteX1074" fmla="*/ 5237124 w 12192000"/>
              <a:gd name="connsiteY1074" fmla="*/ 3628508 h 6858000"/>
              <a:gd name="connsiteX1075" fmla="*/ 5237124 w 12192000"/>
              <a:gd name="connsiteY1075" fmla="*/ 3229014 h 6858000"/>
              <a:gd name="connsiteX1076" fmla="*/ 4840160 w 12192000"/>
              <a:gd name="connsiteY1076" fmla="*/ 3229014 h 6858000"/>
              <a:gd name="connsiteX1077" fmla="*/ 4417908 w 12192000"/>
              <a:gd name="connsiteY1077" fmla="*/ 3229014 h 6858000"/>
              <a:gd name="connsiteX1078" fmla="*/ 4420439 w 12192000"/>
              <a:gd name="connsiteY1078" fmla="*/ 3631039 h 6858000"/>
              <a:gd name="connsiteX1079" fmla="*/ 4814877 w 12192000"/>
              <a:gd name="connsiteY1079" fmla="*/ 3631039 h 6858000"/>
              <a:gd name="connsiteX1080" fmla="*/ 4814877 w 12192000"/>
              <a:gd name="connsiteY1080" fmla="*/ 3229014 h 6858000"/>
              <a:gd name="connsiteX1081" fmla="*/ 4417908 w 12192000"/>
              <a:gd name="connsiteY1081" fmla="*/ 3229014 h 6858000"/>
              <a:gd name="connsiteX1082" fmla="*/ 3995662 w 12192000"/>
              <a:gd name="connsiteY1082" fmla="*/ 3229014 h 6858000"/>
              <a:gd name="connsiteX1083" fmla="*/ 3995662 w 12192000"/>
              <a:gd name="connsiteY1083" fmla="*/ 3631039 h 6858000"/>
              <a:gd name="connsiteX1084" fmla="*/ 4390100 w 12192000"/>
              <a:gd name="connsiteY1084" fmla="*/ 3631039 h 6858000"/>
              <a:gd name="connsiteX1085" fmla="*/ 4387570 w 12192000"/>
              <a:gd name="connsiteY1085" fmla="*/ 3229014 h 6858000"/>
              <a:gd name="connsiteX1086" fmla="*/ 3995662 w 12192000"/>
              <a:gd name="connsiteY1086" fmla="*/ 3229014 h 6858000"/>
              <a:gd name="connsiteX1087" fmla="*/ 3570885 w 12192000"/>
              <a:gd name="connsiteY1087" fmla="*/ 3229014 h 6858000"/>
              <a:gd name="connsiteX1088" fmla="*/ 3570885 w 12192000"/>
              <a:gd name="connsiteY1088" fmla="*/ 3628508 h 6858000"/>
              <a:gd name="connsiteX1089" fmla="*/ 3970379 w 12192000"/>
              <a:gd name="connsiteY1089" fmla="*/ 3625978 h 6858000"/>
              <a:gd name="connsiteX1090" fmla="*/ 3970379 w 12192000"/>
              <a:gd name="connsiteY1090" fmla="*/ 3229014 h 6858000"/>
              <a:gd name="connsiteX1091" fmla="*/ 3570885 w 12192000"/>
              <a:gd name="connsiteY1091" fmla="*/ 3229014 h 6858000"/>
              <a:gd name="connsiteX1092" fmla="*/ 3151163 w 12192000"/>
              <a:gd name="connsiteY1092" fmla="*/ 3229014 h 6858000"/>
              <a:gd name="connsiteX1093" fmla="*/ 3153694 w 12192000"/>
              <a:gd name="connsiteY1093" fmla="*/ 3631039 h 6858000"/>
              <a:gd name="connsiteX1094" fmla="*/ 3550657 w 12192000"/>
              <a:gd name="connsiteY1094" fmla="*/ 3625978 h 6858000"/>
              <a:gd name="connsiteX1095" fmla="*/ 3550657 w 12192000"/>
              <a:gd name="connsiteY1095" fmla="*/ 3229014 h 6858000"/>
              <a:gd name="connsiteX1096" fmla="*/ 3151163 w 12192000"/>
              <a:gd name="connsiteY1096" fmla="*/ 3229014 h 6858000"/>
              <a:gd name="connsiteX1097" fmla="*/ 2723862 w 12192000"/>
              <a:gd name="connsiteY1097" fmla="*/ 3229014 h 6858000"/>
              <a:gd name="connsiteX1098" fmla="*/ 2723862 w 12192000"/>
              <a:gd name="connsiteY1098" fmla="*/ 3628508 h 6858000"/>
              <a:gd name="connsiteX1099" fmla="*/ 3125881 w 12192000"/>
              <a:gd name="connsiteY1099" fmla="*/ 3628508 h 6858000"/>
              <a:gd name="connsiteX1100" fmla="*/ 3120825 w 12192000"/>
              <a:gd name="connsiteY1100" fmla="*/ 3229014 h 6858000"/>
              <a:gd name="connsiteX1101" fmla="*/ 2723862 w 12192000"/>
              <a:gd name="connsiteY1101" fmla="*/ 3229014 h 6858000"/>
              <a:gd name="connsiteX1102" fmla="*/ 2304140 w 12192000"/>
              <a:gd name="connsiteY1102" fmla="*/ 3229014 h 6858000"/>
              <a:gd name="connsiteX1103" fmla="*/ 2304140 w 12192000"/>
              <a:gd name="connsiteY1103" fmla="*/ 3628508 h 6858000"/>
              <a:gd name="connsiteX1104" fmla="*/ 2706159 w 12192000"/>
              <a:gd name="connsiteY1104" fmla="*/ 3625978 h 6858000"/>
              <a:gd name="connsiteX1105" fmla="*/ 2703634 w 12192000"/>
              <a:gd name="connsiteY1105" fmla="*/ 3229014 h 6858000"/>
              <a:gd name="connsiteX1106" fmla="*/ 2304140 w 12192000"/>
              <a:gd name="connsiteY1106" fmla="*/ 3229014 h 6858000"/>
              <a:gd name="connsiteX1107" fmla="*/ 1037395 w 12192000"/>
              <a:gd name="connsiteY1107" fmla="*/ 3229014 h 6858000"/>
              <a:gd name="connsiteX1108" fmla="*/ 1037395 w 12192000"/>
              <a:gd name="connsiteY1108" fmla="*/ 3628508 h 6858000"/>
              <a:gd name="connsiteX1109" fmla="*/ 1436884 w 12192000"/>
              <a:gd name="connsiteY1109" fmla="*/ 3628508 h 6858000"/>
              <a:gd name="connsiteX1110" fmla="*/ 1436884 w 12192000"/>
              <a:gd name="connsiteY1110" fmla="*/ 3229014 h 6858000"/>
              <a:gd name="connsiteX1111" fmla="*/ 1037395 w 12192000"/>
              <a:gd name="connsiteY1111" fmla="*/ 3229014 h 6858000"/>
              <a:gd name="connsiteX1112" fmla="*/ 612619 w 12192000"/>
              <a:gd name="connsiteY1112" fmla="*/ 3229014 h 6858000"/>
              <a:gd name="connsiteX1113" fmla="*/ 612619 w 12192000"/>
              <a:gd name="connsiteY1113" fmla="*/ 3628508 h 6858000"/>
              <a:gd name="connsiteX1114" fmla="*/ 1012107 w 12192000"/>
              <a:gd name="connsiteY1114" fmla="*/ 3628508 h 6858000"/>
              <a:gd name="connsiteX1115" fmla="*/ 1009582 w 12192000"/>
              <a:gd name="connsiteY1115" fmla="*/ 3229014 h 6858000"/>
              <a:gd name="connsiteX1116" fmla="*/ 612619 w 12192000"/>
              <a:gd name="connsiteY1116" fmla="*/ 3229014 h 6858000"/>
              <a:gd name="connsiteX1117" fmla="*/ 11436528 w 12192000"/>
              <a:gd name="connsiteY1117" fmla="*/ 3227011 h 6858000"/>
              <a:gd name="connsiteX1118" fmla="*/ 11178945 w 12192000"/>
              <a:gd name="connsiteY1118" fmla="*/ 3234070 h 6858000"/>
              <a:gd name="connsiteX1119" fmla="*/ 11178945 w 12192000"/>
              <a:gd name="connsiteY1119" fmla="*/ 3631039 h 6858000"/>
              <a:gd name="connsiteX1120" fmla="*/ 11575908 w 12192000"/>
              <a:gd name="connsiteY1120" fmla="*/ 3631039 h 6858000"/>
              <a:gd name="connsiteX1121" fmla="*/ 11575908 w 12192000"/>
              <a:gd name="connsiteY1121" fmla="*/ 3231545 h 6858000"/>
              <a:gd name="connsiteX1122" fmla="*/ 11436528 w 12192000"/>
              <a:gd name="connsiteY1122" fmla="*/ 3227011 h 6858000"/>
              <a:gd name="connsiteX1123" fmla="*/ 10759223 w 12192000"/>
              <a:gd name="connsiteY1123" fmla="*/ 3226489 h 6858000"/>
              <a:gd name="connsiteX1124" fmla="*/ 10761754 w 12192000"/>
              <a:gd name="connsiteY1124" fmla="*/ 3628508 h 6858000"/>
              <a:gd name="connsiteX1125" fmla="*/ 11156187 w 12192000"/>
              <a:gd name="connsiteY1125" fmla="*/ 3628508 h 6858000"/>
              <a:gd name="connsiteX1126" fmla="*/ 11156187 w 12192000"/>
              <a:gd name="connsiteY1126" fmla="*/ 3226489 h 6858000"/>
              <a:gd name="connsiteX1127" fmla="*/ 10759223 w 12192000"/>
              <a:gd name="connsiteY1127" fmla="*/ 3226489 h 6858000"/>
              <a:gd name="connsiteX1128" fmla="*/ 9912200 w 12192000"/>
              <a:gd name="connsiteY1128" fmla="*/ 3226489 h 6858000"/>
              <a:gd name="connsiteX1129" fmla="*/ 9912200 w 12192000"/>
              <a:gd name="connsiteY1129" fmla="*/ 3628508 h 6858000"/>
              <a:gd name="connsiteX1130" fmla="*/ 10311688 w 12192000"/>
              <a:gd name="connsiteY1130" fmla="*/ 3628508 h 6858000"/>
              <a:gd name="connsiteX1131" fmla="*/ 10309164 w 12192000"/>
              <a:gd name="connsiteY1131" fmla="*/ 3226489 h 6858000"/>
              <a:gd name="connsiteX1132" fmla="*/ 9912200 w 12192000"/>
              <a:gd name="connsiteY1132" fmla="*/ 3226489 h 6858000"/>
              <a:gd name="connsiteX1133" fmla="*/ 9489948 w 12192000"/>
              <a:gd name="connsiteY1133" fmla="*/ 3226489 h 6858000"/>
              <a:gd name="connsiteX1134" fmla="*/ 9489948 w 12192000"/>
              <a:gd name="connsiteY1134" fmla="*/ 3628508 h 6858000"/>
              <a:gd name="connsiteX1135" fmla="*/ 9889442 w 12192000"/>
              <a:gd name="connsiteY1135" fmla="*/ 3628508 h 6858000"/>
              <a:gd name="connsiteX1136" fmla="*/ 9886911 w 12192000"/>
              <a:gd name="connsiteY1136" fmla="*/ 3226489 h 6858000"/>
              <a:gd name="connsiteX1137" fmla="*/ 9489948 w 12192000"/>
              <a:gd name="connsiteY1137" fmla="*/ 3226489 h 6858000"/>
              <a:gd name="connsiteX1138" fmla="*/ 9067702 w 12192000"/>
              <a:gd name="connsiteY1138" fmla="*/ 3226489 h 6858000"/>
              <a:gd name="connsiteX1139" fmla="*/ 9067702 w 12192000"/>
              <a:gd name="connsiteY1139" fmla="*/ 3628508 h 6858000"/>
              <a:gd name="connsiteX1140" fmla="*/ 9467190 w 12192000"/>
              <a:gd name="connsiteY1140" fmla="*/ 3628508 h 6858000"/>
              <a:gd name="connsiteX1141" fmla="*/ 9464665 w 12192000"/>
              <a:gd name="connsiteY1141" fmla="*/ 3226489 h 6858000"/>
              <a:gd name="connsiteX1142" fmla="*/ 9067702 w 12192000"/>
              <a:gd name="connsiteY1142" fmla="*/ 3226489 h 6858000"/>
              <a:gd name="connsiteX1143" fmla="*/ 8642925 w 12192000"/>
              <a:gd name="connsiteY1143" fmla="*/ 3226489 h 6858000"/>
              <a:gd name="connsiteX1144" fmla="*/ 8642925 w 12192000"/>
              <a:gd name="connsiteY1144" fmla="*/ 3628508 h 6858000"/>
              <a:gd name="connsiteX1145" fmla="*/ 9039888 w 12192000"/>
              <a:gd name="connsiteY1145" fmla="*/ 3628508 h 6858000"/>
              <a:gd name="connsiteX1146" fmla="*/ 9037357 w 12192000"/>
              <a:gd name="connsiteY1146" fmla="*/ 3226489 h 6858000"/>
              <a:gd name="connsiteX1147" fmla="*/ 8642925 w 12192000"/>
              <a:gd name="connsiteY1147" fmla="*/ 3226489 h 6858000"/>
              <a:gd name="connsiteX1148" fmla="*/ 6101850 w 12192000"/>
              <a:gd name="connsiteY1148" fmla="*/ 3226489 h 6858000"/>
              <a:gd name="connsiteX1149" fmla="*/ 6104374 w 12192000"/>
              <a:gd name="connsiteY1149" fmla="*/ 3628508 h 6858000"/>
              <a:gd name="connsiteX1150" fmla="*/ 6503868 w 12192000"/>
              <a:gd name="connsiteY1150" fmla="*/ 3628508 h 6858000"/>
              <a:gd name="connsiteX1151" fmla="*/ 6501338 w 12192000"/>
              <a:gd name="connsiteY1151" fmla="*/ 3226489 h 6858000"/>
              <a:gd name="connsiteX1152" fmla="*/ 6101850 w 12192000"/>
              <a:gd name="connsiteY1152" fmla="*/ 3226489 h 6858000"/>
              <a:gd name="connsiteX1153" fmla="*/ 1879363 w 12192000"/>
              <a:gd name="connsiteY1153" fmla="*/ 3226489 h 6858000"/>
              <a:gd name="connsiteX1154" fmla="*/ 1879363 w 12192000"/>
              <a:gd name="connsiteY1154" fmla="*/ 3628508 h 6858000"/>
              <a:gd name="connsiteX1155" fmla="*/ 2278857 w 12192000"/>
              <a:gd name="connsiteY1155" fmla="*/ 3628508 h 6858000"/>
              <a:gd name="connsiteX1156" fmla="*/ 2278857 w 12192000"/>
              <a:gd name="connsiteY1156" fmla="*/ 3226489 h 6858000"/>
              <a:gd name="connsiteX1157" fmla="*/ 1879363 w 12192000"/>
              <a:gd name="connsiteY1157" fmla="*/ 3226489 h 6858000"/>
              <a:gd name="connsiteX1158" fmla="*/ 1457117 w 12192000"/>
              <a:gd name="connsiteY1158" fmla="*/ 3226489 h 6858000"/>
              <a:gd name="connsiteX1159" fmla="*/ 1457117 w 12192000"/>
              <a:gd name="connsiteY1159" fmla="*/ 3628508 h 6858000"/>
              <a:gd name="connsiteX1160" fmla="*/ 1856605 w 12192000"/>
              <a:gd name="connsiteY1160" fmla="*/ 3628508 h 6858000"/>
              <a:gd name="connsiteX1161" fmla="*/ 1856605 w 12192000"/>
              <a:gd name="connsiteY1161" fmla="*/ 3226489 h 6858000"/>
              <a:gd name="connsiteX1162" fmla="*/ 1457117 w 12192000"/>
              <a:gd name="connsiteY1162" fmla="*/ 3226489 h 6858000"/>
              <a:gd name="connsiteX1163" fmla="*/ 6727951 w 12192000"/>
              <a:gd name="connsiteY1163" fmla="*/ 3225856 h 6858000"/>
              <a:gd name="connsiteX1164" fmla="*/ 6531682 w 12192000"/>
              <a:gd name="connsiteY1164" fmla="*/ 3231545 h 6858000"/>
              <a:gd name="connsiteX1165" fmla="*/ 6534212 w 12192000"/>
              <a:gd name="connsiteY1165" fmla="*/ 3628508 h 6858000"/>
              <a:gd name="connsiteX1166" fmla="*/ 6931176 w 12192000"/>
              <a:gd name="connsiteY1166" fmla="*/ 3628508 h 6858000"/>
              <a:gd name="connsiteX1167" fmla="*/ 6933701 w 12192000"/>
              <a:gd name="connsiteY1167" fmla="*/ 3231545 h 6858000"/>
              <a:gd name="connsiteX1168" fmla="*/ 6727951 w 12192000"/>
              <a:gd name="connsiteY1168" fmla="*/ 3225856 h 6858000"/>
              <a:gd name="connsiteX1169" fmla="*/ 386638 w 12192000"/>
              <a:gd name="connsiteY1169" fmla="*/ 3225856 h 6858000"/>
              <a:gd name="connsiteX1170" fmla="*/ 190366 w 12192000"/>
              <a:gd name="connsiteY1170" fmla="*/ 3231545 h 6858000"/>
              <a:gd name="connsiteX1171" fmla="*/ 192897 w 12192000"/>
              <a:gd name="connsiteY1171" fmla="*/ 3628508 h 6858000"/>
              <a:gd name="connsiteX1172" fmla="*/ 589860 w 12192000"/>
              <a:gd name="connsiteY1172" fmla="*/ 3628508 h 6858000"/>
              <a:gd name="connsiteX1173" fmla="*/ 592391 w 12192000"/>
              <a:gd name="connsiteY1173" fmla="*/ 3231545 h 6858000"/>
              <a:gd name="connsiteX1174" fmla="*/ 386638 w 12192000"/>
              <a:gd name="connsiteY1174" fmla="*/ 3225856 h 6858000"/>
              <a:gd name="connsiteX1175" fmla="*/ 11849703 w 12192000"/>
              <a:gd name="connsiteY1175" fmla="*/ 3224481 h 6858000"/>
              <a:gd name="connsiteX1176" fmla="*/ 11598660 w 12192000"/>
              <a:gd name="connsiteY1176" fmla="*/ 3231545 h 6858000"/>
              <a:gd name="connsiteX1177" fmla="*/ 11598660 w 12192000"/>
              <a:gd name="connsiteY1177" fmla="*/ 3628508 h 6858000"/>
              <a:gd name="connsiteX1178" fmla="*/ 12000685 w 12192000"/>
              <a:gd name="connsiteY1178" fmla="*/ 3628508 h 6858000"/>
              <a:gd name="connsiteX1179" fmla="*/ 12000685 w 12192000"/>
              <a:gd name="connsiteY1179" fmla="*/ 3229014 h 6858000"/>
              <a:gd name="connsiteX1180" fmla="*/ 11849703 w 12192000"/>
              <a:gd name="connsiteY1180" fmla="*/ 3224481 h 6858000"/>
              <a:gd name="connsiteX1181" fmla="*/ 5509684 w 12192000"/>
              <a:gd name="connsiteY1181" fmla="*/ 3222621 h 6858000"/>
              <a:gd name="connsiteX1182" fmla="*/ 5259876 w 12192000"/>
              <a:gd name="connsiteY1182" fmla="*/ 3229014 h 6858000"/>
              <a:gd name="connsiteX1183" fmla="*/ 5259876 w 12192000"/>
              <a:gd name="connsiteY1183" fmla="*/ 3625978 h 6858000"/>
              <a:gd name="connsiteX1184" fmla="*/ 5659370 w 12192000"/>
              <a:gd name="connsiteY1184" fmla="*/ 3628508 h 6858000"/>
              <a:gd name="connsiteX1185" fmla="*/ 5656845 w 12192000"/>
              <a:gd name="connsiteY1185" fmla="*/ 3226489 h 6858000"/>
              <a:gd name="connsiteX1186" fmla="*/ 5509684 w 12192000"/>
              <a:gd name="connsiteY1186" fmla="*/ 3222621 h 6858000"/>
              <a:gd name="connsiteX1187" fmla="*/ 8473813 w 12192000"/>
              <a:gd name="connsiteY1187" fmla="*/ 3221954 h 6858000"/>
              <a:gd name="connsiteX1188" fmla="*/ 8220673 w 12192000"/>
              <a:gd name="connsiteY1188" fmla="*/ 3229014 h 6858000"/>
              <a:gd name="connsiteX1189" fmla="*/ 8220673 w 12192000"/>
              <a:gd name="connsiteY1189" fmla="*/ 3628508 h 6858000"/>
              <a:gd name="connsiteX1190" fmla="*/ 8620167 w 12192000"/>
              <a:gd name="connsiteY1190" fmla="*/ 3628508 h 6858000"/>
              <a:gd name="connsiteX1191" fmla="*/ 8617636 w 12192000"/>
              <a:gd name="connsiteY1191" fmla="*/ 3226489 h 6858000"/>
              <a:gd name="connsiteX1192" fmla="*/ 8473813 w 12192000"/>
              <a:gd name="connsiteY1192" fmla="*/ 3221954 h 6858000"/>
              <a:gd name="connsiteX1193" fmla="*/ 11178945 w 12192000"/>
              <a:gd name="connsiteY1193" fmla="*/ 2806768 h 6858000"/>
              <a:gd name="connsiteX1194" fmla="*/ 11178945 w 12192000"/>
              <a:gd name="connsiteY1194" fmla="*/ 3206262 h 6858000"/>
              <a:gd name="connsiteX1195" fmla="*/ 11578433 w 12192000"/>
              <a:gd name="connsiteY1195" fmla="*/ 3206262 h 6858000"/>
              <a:gd name="connsiteX1196" fmla="*/ 11578433 w 12192000"/>
              <a:gd name="connsiteY1196" fmla="*/ 2806768 h 6858000"/>
              <a:gd name="connsiteX1197" fmla="*/ 11178945 w 12192000"/>
              <a:gd name="connsiteY1197" fmla="*/ 2806768 h 6858000"/>
              <a:gd name="connsiteX1198" fmla="*/ 10336971 w 12192000"/>
              <a:gd name="connsiteY1198" fmla="*/ 2806768 h 6858000"/>
              <a:gd name="connsiteX1199" fmla="*/ 10336971 w 12192000"/>
              <a:gd name="connsiteY1199" fmla="*/ 3208787 h 6858000"/>
              <a:gd name="connsiteX1200" fmla="*/ 10733940 w 12192000"/>
              <a:gd name="connsiteY1200" fmla="*/ 3208787 h 6858000"/>
              <a:gd name="connsiteX1201" fmla="*/ 10733940 w 12192000"/>
              <a:gd name="connsiteY1201" fmla="*/ 2806768 h 6858000"/>
              <a:gd name="connsiteX1202" fmla="*/ 10336971 w 12192000"/>
              <a:gd name="connsiteY1202" fmla="*/ 2806768 h 6858000"/>
              <a:gd name="connsiteX1203" fmla="*/ 9909669 w 12192000"/>
              <a:gd name="connsiteY1203" fmla="*/ 2806768 h 6858000"/>
              <a:gd name="connsiteX1204" fmla="*/ 9909669 w 12192000"/>
              <a:gd name="connsiteY1204" fmla="*/ 3208787 h 6858000"/>
              <a:gd name="connsiteX1205" fmla="*/ 10311688 w 12192000"/>
              <a:gd name="connsiteY1205" fmla="*/ 3208787 h 6858000"/>
              <a:gd name="connsiteX1206" fmla="*/ 10311688 w 12192000"/>
              <a:gd name="connsiteY1206" fmla="*/ 2806768 h 6858000"/>
              <a:gd name="connsiteX1207" fmla="*/ 9909669 w 12192000"/>
              <a:gd name="connsiteY1207" fmla="*/ 2806768 h 6858000"/>
              <a:gd name="connsiteX1208" fmla="*/ 6531682 w 12192000"/>
              <a:gd name="connsiteY1208" fmla="*/ 2806768 h 6858000"/>
              <a:gd name="connsiteX1209" fmla="*/ 6531682 w 12192000"/>
              <a:gd name="connsiteY1209" fmla="*/ 3208787 h 6858000"/>
              <a:gd name="connsiteX1210" fmla="*/ 6933701 w 12192000"/>
              <a:gd name="connsiteY1210" fmla="*/ 3208787 h 6858000"/>
              <a:gd name="connsiteX1211" fmla="*/ 6933701 w 12192000"/>
              <a:gd name="connsiteY1211" fmla="*/ 2806768 h 6858000"/>
              <a:gd name="connsiteX1212" fmla="*/ 6531682 w 12192000"/>
              <a:gd name="connsiteY1212" fmla="*/ 2806768 h 6858000"/>
              <a:gd name="connsiteX1213" fmla="*/ 1879363 w 12192000"/>
              <a:gd name="connsiteY1213" fmla="*/ 2806768 h 6858000"/>
              <a:gd name="connsiteX1214" fmla="*/ 1879363 w 12192000"/>
              <a:gd name="connsiteY1214" fmla="*/ 3208787 h 6858000"/>
              <a:gd name="connsiteX1215" fmla="*/ 2276327 w 12192000"/>
              <a:gd name="connsiteY1215" fmla="*/ 3208787 h 6858000"/>
              <a:gd name="connsiteX1216" fmla="*/ 2276327 w 12192000"/>
              <a:gd name="connsiteY1216" fmla="*/ 2806768 h 6858000"/>
              <a:gd name="connsiteX1217" fmla="*/ 1879363 w 12192000"/>
              <a:gd name="connsiteY1217" fmla="*/ 2806768 h 6858000"/>
              <a:gd name="connsiteX1218" fmla="*/ 1037395 w 12192000"/>
              <a:gd name="connsiteY1218" fmla="*/ 2806768 h 6858000"/>
              <a:gd name="connsiteX1219" fmla="*/ 1039920 w 12192000"/>
              <a:gd name="connsiteY1219" fmla="*/ 3206262 h 6858000"/>
              <a:gd name="connsiteX1220" fmla="*/ 1436884 w 12192000"/>
              <a:gd name="connsiteY1220" fmla="*/ 3203731 h 6858000"/>
              <a:gd name="connsiteX1221" fmla="*/ 1436884 w 12192000"/>
              <a:gd name="connsiteY1221" fmla="*/ 2806768 h 6858000"/>
              <a:gd name="connsiteX1222" fmla="*/ 1037395 w 12192000"/>
              <a:gd name="connsiteY1222" fmla="*/ 2806768 h 6858000"/>
              <a:gd name="connsiteX1223" fmla="*/ 192897 w 12192000"/>
              <a:gd name="connsiteY1223" fmla="*/ 2806768 h 6858000"/>
              <a:gd name="connsiteX1224" fmla="*/ 192897 w 12192000"/>
              <a:gd name="connsiteY1224" fmla="*/ 3208787 h 6858000"/>
              <a:gd name="connsiteX1225" fmla="*/ 592391 w 12192000"/>
              <a:gd name="connsiteY1225" fmla="*/ 3208787 h 6858000"/>
              <a:gd name="connsiteX1226" fmla="*/ 589860 w 12192000"/>
              <a:gd name="connsiteY1226" fmla="*/ 2806768 h 6858000"/>
              <a:gd name="connsiteX1227" fmla="*/ 192897 w 12192000"/>
              <a:gd name="connsiteY1227" fmla="*/ 2806768 h 6858000"/>
              <a:gd name="connsiteX1228" fmla="*/ 6364922 w 12192000"/>
              <a:gd name="connsiteY1228" fmla="*/ 2804763 h 6858000"/>
              <a:gd name="connsiteX1229" fmla="*/ 6104374 w 12192000"/>
              <a:gd name="connsiteY1229" fmla="*/ 2811824 h 6858000"/>
              <a:gd name="connsiteX1230" fmla="*/ 6104374 w 12192000"/>
              <a:gd name="connsiteY1230" fmla="*/ 3206262 h 6858000"/>
              <a:gd name="connsiteX1231" fmla="*/ 6508924 w 12192000"/>
              <a:gd name="connsiteY1231" fmla="*/ 3203731 h 6858000"/>
              <a:gd name="connsiteX1232" fmla="*/ 6508924 w 12192000"/>
              <a:gd name="connsiteY1232" fmla="*/ 2809299 h 6858000"/>
              <a:gd name="connsiteX1233" fmla="*/ 6364922 w 12192000"/>
              <a:gd name="connsiteY1233" fmla="*/ 2804763 h 6858000"/>
              <a:gd name="connsiteX1234" fmla="*/ 3830331 w 12192000"/>
              <a:gd name="connsiteY1234" fmla="*/ 2804763 h 6858000"/>
              <a:gd name="connsiteX1235" fmla="*/ 3573410 w 12192000"/>
              <a:gd name="connsiteY1235" fmla="*/ 2811824 h 6858000"/>
              <a:gd name="connsiteX1236" fmla="*/ 3575940 w 12192000"/>
              <a:gd name="connsiteY1236" fmla="*/ 3208787 h 6858000"/>
              <a:gd name="connsiteX1237" fmla="*/ 3970379 w 12192000"/>
              <a:gd name="connsiteY1237" fmla="*/ 3208787 h 6858000"/>
              <a:gd name="connsiteX1238" fmla="*/ 3970379 w 12192000"/>
              <a:gd name="connsiteY1238" fmla="*/ 2809299 h 6858000"/>
              <a:gd name="connsiteX1239" fmla="*/ 3830331 w 12192000"/>
              <a:gd name="connsiteY1239" fmla="*/ 2804763 h 6858000"/>
              <a:gd name="connsiteX1240" fmla="*/ 10756693 w 12192000"/>
              <a:gd name="connsiteY1240" fmla="*/ 2804237 h 6858000"/>
              <a:gd name="connsiteX1241" fmla="*/ 10756693 w 12192000"/>
              <a:gd name="connsiteY1241" fmla="*/ 3206262 h 6858000"/>
              <a:gd name="connsiteX1242" fmla="*/ 11153656 w 12192000"/>
              <a:gd name="connsiteY1242" fmla="*/ 3206262 h 6858000"/>
              <a:gd name="connsiteX1243" fmla="*/ 11153656 w 12192000"/>
              <a:gd name="connsiteY1243" fmla="*/ 2804237 h 6858000"/>
              <a:gd name="connsiteX1244" fmla="*/ 10756693 w 12192000"/>
              <a:gd name="connsiteY1244" fmla="*/ 2804237 h 6858000"/>
              <a:gd name="connsiteX1245" fmla="*/ 9487423 w 12192000"/>
              <a:gd name="connsiteY1245" fmla="*/ 2804237 h 6858000"/>
              <a:gd name="connsiteX1246" fmla="*/ 9487423 w 12192000"/>
              <a:gd name="connsiteY1246" fmla="*/ 3206262 h 6858000"/>
              <a:gd name="connsiteX1247" fmla="*/ 9886911 w 12192000"/>
              <a:gd name="connsiteY1247" fmla="*/ 3206262 h 6858000"/>
              <a:gd name="connsiteX1248" fmla="*/ 9884381 w 12192000"/>
              <a:gd name="connsiteY1248" fmla="*/ 2804237 h 6858000"/>
              <a:gd name="connsiteX1249" fmla="*/ 9487423 w 12192000"/>
              <a:gd name="connsiteY1249" fmla="*/ 2804237 h 6858000"/>
              <a:gd name="connsiteX1250" fmla="*/ 7798427 w 12192000"/>
              <a:gd name="connsiteY1250" fmla="*/ 2804237 h 6858000"/>
              <a:gd name="connsiteX1251" fmla="*/ 7798427 w 12192000"/>
              <a:gd name="connsiteY1251" fmla="*/ 3206262 h 6858000"/>
              <a:gd name="connsiteX1252" fmla="*/ 8197920 w 12192000"/>
              <a:gd name="connsiteY1252" fmla="*/ 3206262 h 6858000"/>
              <a:gd name="connsiteX1253" fmla="*/ 8195390 w 12192000"/>
              <a:gd name="connsiteY1253" fmla="*/ 2804237 h 6858000"/>
              <a:gd name="connsiteX1254" fmla="*/ 7798427 w 12192000"/>
              <a:gd name="connsiteY1254" fmla="*/ 2804237 h 6858000"/>
              <a:gd name="connsiteX1255" fmla="*/ 7376180 w 12192000"/>
              <a:gd name="connsiteY1255" fmla="*/ 2804237 h 6858000"/>
              <a:gd name="connsiteX1256" fmla="*/ 7376180 w 12192000"/>
              <a:gd name="connsiteY1256" fmla="*/ 3206262 h 6858000"/>
              <a:gd name="connsiteX1257" fmla="*/ 7778199 w 12192000"/>
              <a:gd name="connsiteY1257" fmla="*/ 3206262 h 6858000"/>
              <a:gd name="connsiteX1258" fmla="*/ 7778199 w 12192000"/>
              <a:gd name="connsiteY1258" fmla="*/ 2804237 h 6858000"/>
              <a:gd name="connsiteX1259" fmla="*/ 7376180 w 12192000"/>
              <a:gd name="connsiteY1259" fmla="*/ 2804237 h 6858000"/>
              <a:gd name="connsiteX1260" fmla="*/ 6951403 w 12192000"/>
              <a:gd name="connsiteY1260" fmla="*/ 2804237 h 6858000"/>
              <a:gd name="connsiteX1261" fmla="*/ 6951403 w 12192000"/>
              <a:gd name="connsiteY1261" fmla="*/ 3203731 h 6858000"/>
              <a:gd name="connsiteX1262" fmla="*/ 7353422 w 12192000"/>
              <a:gd name="connsiteY1262" fmla="*/ 3201201 h 6858000"/>
              <a:gd name="connsiteX1263" fmla="*/ 7350892 w 12192000"/>
              <a:gd name="connsiteY1263" fmla="*/ 2804237 h 6858000"/>
              <a:gd name="connsiteX1264" fmla="*/ 6951403 w 12192000"/>
              <a:gd name="connsiteY1264" fmla="*/ 2804237 h 6858000"/>
              <a:gd name="connsiteX1265" fmla="*/ 5262406 w 12192000"/>
              <a:gd name="connsiteY1265" fmla="*/ 2804237 h 6858000"/>
              <a:gd name="connsiteX1266" fmla="*/ 5259876 w 12192000"/>
              <a:gd name="connsiteY1266" fmla="*/ 3203731 h 6858000"/>
              <a:gd name="connsiteX1267" fmla="*/ 5661901 w 12192000"/>
              <a:gd name="connsiteY1267" fmla="*/ 3201201 h 6858000"/>
              <a:gd name="connsiteX1268" fmla="*/ 5659370 w 12192000"/>
              <a:gd name="connsiteY1268" fmla="*/ 2804237 h 6858000"/>
              <a:gd name="connsiteX1269" fmla="*/ 5262406 w 12192000"/>
              <a:gd name="connsiteY1269" fmla="*/ 2804237 h 6858000"/>
              <a:gd name="connsiteX1270" fmla="*/ 4837630 w 12192000"/>
              <a:gd name="connsiteY1270" fmla="*/ 2804237 h 6858000"/>
              <a:gd name="connsiteX1271" fmla="*/ 4837630 w 12192000"/>
              <a:gd name="connsiteY1271" fmla="*/ 3206262 h 6858000"/>
              <a:gd name="connsiteX1272" fmla="*/ 5237124 w 12192000"/>
              <a:gd name="connsiteY1272" fmla="*/ 3206262 h 6858000"/>
              <a:gd name="connsiteX1273" fmla="*/ 5234593 w 12192000"/>
              <a:gd name="connsiteY1273" fmla="*/ 2804237 h 6858000"/>
              <a:gd name="connsiteX1274" fmla="*/ 4837630 w 12192000"/>
              <a:gd name="connsiteY1274" fmla="*/ 2804237 h 6858000"/>
              <a:gd name="connsiteX1275" fmla="*/ 4415383 w 12192000"/>
              <a:gd name="connsiteY1275" fmla="*/ 2804237 h 6858000"/>
              <a:gd name="connsiteX1276" fmla="*/ 4415383 w 12192000"/>
              <a:gd name="connsiteY1276" fmla="*/ 3206262 h 6858000"/>
              <a:gd name="connsiteX1277" fmla="*/ 4812347 w 12192000"/>
              <a:gd name="connsiteY1277" fmla="*/ 3206262 h 6858000"/>
              <a:gd name="connsiteX1278" fmla="*/ 4812347 w 12192000"/>
              <a:gd name="connsiteY1278" fmla="*/ 2804237 h 6858000"/>
              <a:gd name="connsiteX1279" fmla="*/ 4415383 w 12192000"/>
              <a:gd name="connsiteY1279" fmla="*/ 2804237 h 6858000"/>
              <a:gd name="connsiteX1280" fmla="*/ 3146108 w 12192000"/>
              <a:gd name="connsiteY1280" fmla="*/ 2804237 h 6858000"/>
              <a:gd name="connsiteX1281" fmla="*/ 3146108 w 12192000"/>
              <a:gd name="connsiteY1281" fmla="*/ 3206262 h 6858000"/>
              <a:gd name="connsiteX1282" fmla="*/ 3548127 w 12192000"/>
              <a:gd name="connsiteY1282" fmla="*/ 3206262 h 6858000"/>
              <a:gd name="connsiteX1283" fmla="*/ 3548127 w 12192000"/>
              <a:gd name="connsiteY1283" fmla="*/ 2804237 h 6858000"/>
              <a:gd name="connsiteX1284" fmla="*/ 3146108 w 12192000"/>
              <a:gd name="connsiteY1284" fmla="*/ 2804237 h 6858000"/>
              <a:gd name="connsiteX1285" fmla="*/ 1459642 w 12192000"/>
              <a:gd name="connsiteY1285" fmla="*/ 2804237 h 6858000"/>
              <a:gd name="connsiteX1286" fmla="*/ 1462172 w 12192000"/>
              <a:gd name="connsiteY1286" fmla="*/ 3206262 h 6858000"/>
              <a:gd name="connsiteX1287" fmla="*/ 1856605 w 12192000"/>
              <a:gd name="connsiteY1287" fmla="*/ 3206262 h 6858000"/>
              <a:gd name="connsiteX1288" fmla="*/ 1854075 w 12192000"/>
              <a:gd name="connsiteY1288" fmla="*/ 2804237 h 6858000"/>
              <a:gd name="connsiteX1289" fmla="*/ 1459642 w 12192000"/>
              <a:gd name="connsiteY1289" fmla="*/ 2804237 h 6858000"/>
              <a:gd name="connsiteX1290" fmla="*/ 612619 w 12192000"/>
              <a:gd name="connsiteY1290" fmla="*/ 2804237 h 6858000"/>
              <a:gd name="connsiteX1291" fmla="*/ 612619 w 12192000"/>
              <a:gd name="connsiteY1291" fmla="*/ 3206262 h 6858000"/>
              <a:gd name="connsiteX1292" fmla="*/ 1012107 w 12192000"/>
              <a:gd name="connsiteY1292" fmla="*/ 3206262 h 6858000"/>
              <a:gd name="connsiteX1293" fmla="*/ 1009582 w 12192000"/>
              <a:gd name="connsiteY1293" fmla="*/ 2804237 h 6858000"/>
              <a:gd name="connsiteX1294" fmla="*/ 612619 w 12192000"/>
              <a:gd name="connsiteY1294" fmla="*/ 2804237 h 6858000"/>
              <a:gd name="connsiteX1295" fmla="*/ 9260493 w 12192000"/>
              <a:gd name="connsiteY1295" fmla="*/ 2803925 h 6858000"/>
              <a:gd name="connsiteX1296" fmla="*/ 9065171 w 12192000"/>
              <a:gd name="connsiteY1296" fmla="*/ 2811824 h 6858000"/>
              <a:gd name="connsiteX1297" fmla="*/ 9067702 w 12192000"/>
              <a:gd name="connsiteY1297" fmla="*/ 3208787 h 6858000"/>
              <a:gd name="connsiteX1298" fmla="*/ 9464665 w 12192000"/>
              <a:gd name="connsiteY1298" fmla="*/ 3208787 h 6858000"/>
              <a:gd name="connsiteX1299" fmla="*/ 9467190 w 12192000"/>
              <a:gd name="connsiteY1299" fmla="*/ 2809299 h 6858000"/>
              <a:gd name="connsiteX1300" fmla="*/ 9260493 w 12192000"/>
              <a:gd name="connsiteY1300" fmla="*/ 2803925 h 6858000"/>
              <a:gd name="connsiteX1301" fmla="*/ 5875552 w 12192000"/>
              <a:gd name="connsiteY1301" fmla="*/ 2803925 h 6858000"/>
              <a:gd name="connsiteX1302" fmla="*/ 5682128 w 12192000"/>
              <a:gd name="connsiteY1302" fmla="*/ 2811824 h 6858000"/>
              <a:gd name="connsiteX1303" fmla="*/ 5684653 w 12192000"/>
              <a:gd name="connsiteY1303" fmla="*/ 3208787 h 6858000"/>
              <a:gd name="connsiteX1304" fmla="*/ 6081622 w 12192000"/>
              <a:gd name="connsiteY1304" fmla="*/ 3208787 h 6858000"/>
              <a:gd name="connsiteX1305" fmla="*/ 6084147 w 12192000"/>
              <a:gd name="connsiteY1305" fmla="*/ 2809299 h 6858000"/>
              <a:gd name="connsiteX1306" fmla="*/ 5875552 w 12192000"/>
              <a:gd name="connsiteY1306" fmla="*/ 2803925 h 6858000"/>
              <a:gd name="connsiteX1307" fmla="*/ 2496932 w 12192000"/>
              <a:gd name="connsiteY1307" fmla="*/ 2803925 h 6858000"/>
              <a:gd name="connsiteX1308" fmla="*/ 2301610 w 12192000"/>
              <a:gd name="connsiteY1308" fmla="*/ 2811824 h 6858000"/>
              <a:gd name="connsiteX1309" fmla="*/ 2301610 w 12192000"/>
              <a:gd name="connsiteY1309" fmla="*/ 3206262 h 6858000"/>
              <a:gd name="connsiteX1310" fmla="*/ 2703634 w 12192000"/>
              <a:gd name="connsiteY1310" fmla="*/ 3203731 h 6858000"/>
              <a:gd name="connsiteX1311" fmla="*/ 2703634 w 12192000"/>
              <a:gd name="connsiteY1311" fmla="*/ 2809299 h 6858000"/>
              <a:gd name="connsiteX1312" fmla="*/ 2496932 w 12192000"/>
              <a:gd name="connsiteY1312" fmla="*/ 2803925 h 6858000"/>
              <a:gd name="connsiteX1313" fmla="*/ 8898285 w 12192000"/>
              <a:gd name="connsiteY1313" fmla="*/ 2802235 h 6858000"/>
              <a:gd name="connsiteX1314" fmla="*/ 8642925 w 12192000"/>
              <a:gd name="connsiteY1314" fmla="*/ 2809299 h 6858000"/>
              <a:gd name="connsiteX1315" fmla="*/ 8645449 w 12192000"/>
              <a:gd name="connsiteY1315" fmla="*/ 3206262 h 6858000"/>
              <a:gd name="connsiteX1316" fmla="*/ 9039888 w 12192000"/>
              <a:gd name="connsiteY1316" fmla="*/ 3208787 h 6858000"/>
              <a:gd name="connsiteX1317" fmla="*/ 9039888 w 12192000"/>
              <a:gd name="connsiteY1317" fmla="*/ 2806768 h 6858000"/>
              <a:gd name="connsiteX1318" fmla="*/ 8898285 w 12192000"/>
              <a:gd name="connsiteY1318" fmla="*/ 2802235 h 6858000"/>
              <a:gd name="connsiteX1319" fmla="*/ 8471725 w 12192000"/>
              <a:gd name="connsiteY1319" fmla="*/ 2802235 h 6858000"/>
              <a:gd name="connsiteX1320" fmla="*/ 8223203 w 12192000"/>
              <a:gd name="connsiteY1320" fmla="*/ 2809299 h 6858000"/>
              <a:gd name="connsiteX1321" fmla="*/ 8223203 w 12192000"/>
              <a:gd name="connsiteY1321" fmla="*/ 3206262 h 6858000"/>
              <a:gd name="connsiteX1322" fmla="*/ 8620167 w 12192000"/>
              <a:gd name="connsiteY1322" fmla="*/ 3208787 h 6858000"/>
              <a:gd name="connsiteX1323" fmla="*/ 8617636 w 12192000"/>
              <a:gd name="connsiteY1323" fmla="*/ 2806768 h 6858000"/>
              <a:gd name="connsiteX1324" fmla="*/ 8471725 w 12192000"/>
              <a:gd name="connsiteY1324" fmla="*/ 2802235 h 6858000"/>
              <a:gd name="connsiteX1325" fmla="*/ 11794932 w 12192000"/>
              <a:gd name="connsiteY1325" fmla="*/ 2801395 h 6858000"/>
              <a:gd name="connsiteX1326" fmla="*/ 11598660 w 12192000"/>
              <a:gd name="connsiteY1326" fmla="*/ 2809299 h 6858000"/>
              <a:gd name="connsiteX1327" fmla="*/ 11598660 w 12192000"/>
              <a:gd name="connsiteY1327" fmla="*/ 3206262 h 6858000"/>
              <a:gd name="connsiteX1328" fmla="*/ 12000685 w 12192000"/>
              <a:gd name="connsiteY1328" fmla="*/ 3206262 h 6858000"/>
              <a:gd name="connsiteX1329" fmla="*/ 12000685 w 12192000"/>
              <a:gd name="connsiteY1329" fmla="*/ 2806768 h 6858000"/>
              <a:gd name="connsiteX1330" fmla="*/ 11794932 w 12192000"/>
              <a:gd name="connsiteY1330" fmla="*/ 2801395 h 6858000"/>
              <a:gd name="connsiteX1331" fmla="*/ 2922026 w 12192000"/>
              <a:gd name="connsiteY1331" fmla="*/ 2801079 h 6858000"/>
              <a:gd name="connsiteX1332" fmla="*/ 2723862 w 12192000"/>
              <a:gd name="connsiteY1332" fmla="*/ 2806768 h 6858000"/>
              <a:gd name="connsiteX1333" fmla="*/ 2723862 w 12192000"/>
              <a:gd name="connsiteY1333" fmla="*/ 3206262 h 6858000"/>
              <a:gd name="connsiteX1334" fmla="*/ 3125881 w 12192000"/>
              <a:gd name="connsiteY1334" fmla="*/ 3206262 h 6858000"/>
              <a:gd name="connsiteX1335" fmla="*/ 3125881 w 12192000"/>
              <a:gd name="connsiteY1335" fmla="*/ 2806768 h 6858000"/>
              <a:gd name="connsiteX1336" fmla="*/ 2922026 w 12192000"/>
              <a:gd name="connsiteY1336" fmla="*/ 2801079 h 6858000"/>
              <a:gd name="connsiteX1337" fmla="*/ 4238322 w 12192000"/>
              <a:gd name="connsiteY1337" fmla="*/ 2799837 h 6858000"/>
              <a:gd name="connsiteX1338" fmla="*/ 3993131 w 12192000"/>
              <a:gd name="connsiteY1338" fmla="*/ 2809299 h 6858000"/>
              <a:gd name="connsiteX1339" fmla="*/ 3995662 w 12192000"/>
              <a:gd name="connsiteY1339" fmla="*/ 3206262 h 6858000"/>
              <a:gd name="connsiteX1340" fmla="*/ 4390100 w 12192000"/>
              <a:gd name="connsiteY1340" fmla="*/ 3206262 h 6858000"/>
              <a:gd name="connsiteX1341" fmla="*/ 4387570 w 12192000"/>
              <a:gd name="connsiteY1341" fmla="*/ 2804237 h 6858000"/>
              <a:gd name="connsiteX1342" fmla="*/ 4238322 w 12192000"/>
              <a:gd name="connsiteY1342" fmla="*/ 2799837 h 6858000"/>
              <a:gd name="connsiteX1343" fmla="*/ 10754168 w 12192000"/>
              <a:gd name="connsiteY1343" fmla="*/ 2384516 h 6858000"/>
              <a:gd name="connsiteX1344" fmla="*/ 10754168 w 12192000"/>
              <a:gd name="connsiteY1344" fmla="*/ 2784010 h 6858000"/>
              <a:gd name="connsiteX1345" fmla="*/ 11156187 w 12192000"/>
              <a:gd name="connsiteY1345" fmla="*/ 2784010 h 6858000"/>
              <a:gd name="connsiteX1346" fmla="*/ 11156187 w 12192000"/>
              <a:gd name="connsiteY1346" fmla="*/ 2384516 h 6858000"/>
              <a:gd name="connsiteX1347" fmla="*/ 10754168 w 12192000"/>
              <a:gd name="connsiteY1347" fmla="*/ 2384516 h 6858000"/>
              <a:gd name="connsiteX1348" fmla="*/ 7376180 w 12192000"/>
              <a:gd name="connsiteY1348" fmla="*/ 2384516 h 6858000"/>
              <a:gd name="connsiteX1349" fmla="*/ 7376180 w 12192000"/>
              <a:gd name="connsiteY1349" fmla="*/ 2781485 h 6858000"/>
              <a:gd name="connsiteX1350" fmla="*/ 7780730 w 12192000"/>
              <a:gd name="connsiteY1350" fmla="*/ 2778955 h 6858000"/>
              <a:gd name="connsiteX1351" fmla="*/ 7780730 w 12192000"/>
              <a:gd name="connsiteY1351" fmla="*/ 2384516 h 6858000"/>
              <a:gd name="connsiteX1352" fmla="*/ 7376180 w 12192000"/>
              <a:gd name="connsiteY1352" fmla="*/ 2384516 h 6858000"/>
              <a:gd name="connsiteX1353" fmla="*/ 6104374 w 12192000"/>
              <a:gd name="connsiteY1353" fmla="*/ 2384516 h 6858000"/>
              <a:gd name="connsiteX1354" fmla="*/ 6104374 w 12192000"/>
              <a:gd name="connsiteY1354" fmla="*/ 2781485 h 6858000"/>
              <a:gd name="connsiteX1355" fmla="*/ 6508924 w 12192000"/>
              <a:gd name="connsiteY1355" fmla="*/ 2778955 h 6858000"/>
              <a:gd name="connsiteX1356" fmla="*/ 6508924 w 12192000"/>
              <a:gd name="connsiteY1356" fmla="*/ 2384516 h 6858000"/>
              <a:gd name="connsiteX1357" fmla="*/ 6104374 w 12192000"/>
              <a:gd name="connsiteY1357" fmla="*/ 2384516 h 6858000"/>
              <a:gd name="connsiteX1358" fmla="*/ 4837630 w 12192000"/>
              <a:gd name="connsiteY1358" fmla="*/ 2384516 h 6858000"/>
              <a:gd name="connsiteX1359" fmla="*/ 4837630 w 12192000"/>
              <a:gd name="connsiteY1359" fmla="*/ 2784010 h 6858000"/>
              <a:gd name="connsiteX1360" fmla="*/ 5239648 w 12192000"/>
              <a:gd name="connsiteY1360" fmla="*/ 2784010 h 6858000"/>
              <a:gd name="connsiteX1361" fmla="*/ 5239648 w 12192000"/>
              <a:gd name="connsiteY1361" fmla="*/ 2384516 h 6858000"/>
              <a:gd name="connsiteX1362" fmla="*/ 4837630 w 12192000"/>
              <a:gd name="connsiteY1362" fmla="*/ 2384516 h 6858000"/>
              <a:gd name="connsiteX1363" fmla="*/ 3573410 w 12192000"/>
              <a:gd name="connsiteY1363" fmla="*/ 2384516 h 6858000"/>
              <a:gd name="connsiteX1364" fmla="*/ 3575940 w 12192000"/>
              <a:gd name="connsiteY1364" fmla="*/ 2784010 h 6858000"/>
              <a:gd name="connsiteX1365" fmla="*/ 3970379 w 12192000"/>
              <a:gd name="connsiteY1365" fmla="*/ 2784010 h 6858000"/>
              <a:gd name="connsiteX1366" fmla="*/ 3970379 w 12192000"/>
              <a:gd name="connsiteY1366" fmla="*/ 2384516 h 6858000"/>
              <a:gd name="connsiteX1367" fmla="*/ 3573410 w 12192000"/>
              <a:gd name="connsiteY1367" fmla="*/ 2384516 h 6858000"/>
              <a:gd name="connsiteX1368" fmla="*/ 3146108 w 12192000"/>
              <a:gd name="connsiteY1368" fmla="*/ 2384516 h 6858000"/>
              <a:gd name="connsiteX1369" fmla="*/ 3146108 w 12192000"/>
              <a:gd name="connsiteY1369" fmla="*/ 2781485 h 6858000"/>
              <a:gd name="connsiteX1370" fmla="*/ 3550657 w 12192000"/>
              <a:gd name="connsiteY1370" fmla="*/ 2778955 h 6858000"/>
              <a:gd name="connsiteX1371" fmla="*/ 3550657 w 12192000"/>
              <a:gd name="connsiteY1371" fmla="*/ 2384516 h 6858000"/>
              <a:gd name="connsiteX1372" fmla="*/ 3146108 w 12192000"/>
              <a:gd name="connsiteY1372" fmla="*/ 2384516 h 6858000"/>
              <a:gd name="connsiteX1373" fmla="*/ 1457117 w 12192000"/>
              <a:gd name="connsiteY1373" fmla="*/ 2384516 h 6858000"/>
              <a:gd name="connsiteX1374" fmla="*/ 1457117 w 12192000"/>
              <a:gd name="connsiteY1374" fmla="*/ 2784010 h 6858000"/>
              <a:gd name="connsiteX1375" fmla="*/ 1859136 w 12192000"/>
              <a:gd name="connsiteY1375" fmla="*/ 2784010 h 6858000"/>
              <a:gd name="connsiteX1376" fmla="*/ 1859136 w 12192000"/>
              <a:gd name="connsiteY1376" fmla="*/ 2384516 h 6858000"/>
              <a:gd name="connsiteX1377" fmla="*/ 1457117 w 12192000"/>
              <a:gd name="connsiteY1377" fmla="*/ 2384516 h 6858000"/>
              <a:gd name="connsiteX1378" fmla="*/ 1039920 w 12192000"/>
              <a:gd name="connsiteY1378" fmla="*/ 2384516 h 6858000"/>
              <a:gd name="connsiteX1379" fmla="*/ 1042451 w 12192000"/>
              <a:gd name="connsiteY1379" fmla="*/ 2784010 h 6858000"/>
              <a:gd name="connsiteX1380" fmla="*/ 1436884 w 12192000"/>
              <a:gd name="connsiteY1380" fmla="*/ 2784010 h 6858000"/>
              <a:gd name="connsiteX1381" fmla="*/ 1436884 w 12192000"/>
              <a:gd name="connsiteY1381" fmla="*/ 2384516 h 6858000"/>
              <a:gd name="connsiteX1382" fmla="*/ 1039920 w 12192000"/>
              <a:gd name="connsiteY1382" fmla="*/ 2384516 h 6858000"/>
              <a:gd name="connsiteX1383" fmla="*/ 612619 w 12192000"/>
              <a:gd name="connsiteY1383" fmla="*/ 2384516 h 6858000"/>
              <a:gd name="connsiteX1384" fmla="*/ 612619 w 12192000"/>
              <a:gd name="connsiteY1384" fmla="*/ 2781485 h 6858000"/>
              <a:gd name="connsiteX1385" fmla="*/ 1014637 w 12192000"/>
              <a:gd name="connsiteY1385" fmla="*/ 2778955 h 6858000"/>
              <a:gd name="connsiteX1386" fmla="*/ 1014637 w 12192000"/>
              <a:gd name="connsiteY1386" fmla="*/ 2384516 h 6858000"/>
              <a:gd name="connsiteX1387" fmla="*/ 612619 w 12192000"/>
              <a:gd name="connsiteY1387" fmla="*/ 2384516 h 6858000"/>
              <a:gd name="connsiteX1388" fmla="*/ 8473813 w 12192000"/>
              <a:gd name="connsiteY1388" fmla="*/ 2382513 h 6858000"/>
              <a:gd name="connsiteX1389" fmla="*/ 8220673 w 12192000"/>
              <a:gd name="connsiteY1389" fmla="*/ 2389577 h 6858000"/>
              <a:gd name="connsiteX1390" fmla="*/ 8220673 w 12192000"/>
              <a:gd name="connsiteY1390" fmla="*/ 2784010 h 6858000"/>
              <a:gd name="connsiteX1391" fmla="*/ 8620167 w 12192000"/>
              <a:gd name="connsiteY1391" fmla="*/ 2781485 h 6858000"/>
              <a:gd name="connsiteX1392" fmla="*/ 8617636 w 12192000"/>
              <a:gd name="connsiteY1392" fmla="*/ 2387047 h 6858000"/>
              <a:gd name="connsiteX1393" fmla="*/ 8473813 w 12192000"/>
              <a:gd name="connsiteY1393" fmla="*/ 2382513 h 6858000"/>
              <a:gd name="connsiteX1394" fmla="*/ 7213553 w 12192000"/>
              <a:gd name="connsiteY1394" fmla="*/ 2382513 h 6858000"/>
              <a:gd name="connsiteX1395" fmla="*/ 6951403 w 12192000"/>
              <a:gd name="connsiteY1395" fmla="*/ 2389577 h 6858000"/>
              <a:gd name="connsiteX1396" fmla="*/ 6953928 w 12192000"/>
              <a:gd name="connsiteY1396" fmla="*/ 2784010 h 6858000"/>
              <a:gd name="connsiteX1397" fmla="*/ 7353422 w 12192000"/>
              <a:gd name="connsiteY1397" fmla="*/ 2784010 h 6858000"/>
              <a:gd name="connsiteX1398" fmla="*/ 7353422 w 12192000"/>
              <a:gd name="connsiteY1398" fmla="*/ 2387047 h 6858000"/>
              <a:gd name="connsiteX1399" fmla="*/ 7213553 w 12192000"/>
              <a:gd name="connsiteY1399" fmla="*/ 2382513 h 6858000"/>
              <a:gd name="connsiteX1400" fmla="*/ 11601191 w 12192000"/>
              <a:gd name="connsiteY1400" fmla="*/ 2381991 h 6858000"/>
              <a:gd name="connsiteX1401" fmla="*/ 11601191 w 12192000"/>
              <a:gd name="connsiteY1401" fmla="*/ 2778955 h 6858000"/>
              <a:gd name="connsiteX1402" fmla="*/ 12005741 w 12192000"/>
              <a:gd name="connsiteY1402" fmla="*/ 2776424 h 6858000"/>
              <a:gd name="connsiteX1403" fmla="*/ 12005741 w 12192000"/>
              <a:gd name="connsiteY1403" fmla="*/ 2381991 h 6858000"/>
              <a:gd name="connsiteX1404" fmla="*/ 11601191 w 12192000"/>
              <a:gd name="connsiteY1404" fmla="*/ 2381991 h 6858000"/>
              <a:gd name="connsiteX1405" fmla="*/ 9487423 w 12192000"/>
              <a:gd name="connsiteY1405" fmla="*/ 2381991 h 6858000"/>
              <a:gd name="connsiteX1406" fmla="*/ 9487423 w 12192000"/>
              <a:gd name="connsiteY1406" fmla="*/ 2778955 h 6858000"/>
              <a:gd name="connsiteX1407" fmla="*/ 9889442 w 12192000"/>
              <a:gd name="connsiteY1407" fmla="*/ 2778955 h 6858000"/>
              <a:gd name="connsiteX1408" fmla="*/ 9889442 w 12192000"/>
              <a:gd name="connsiteY1408" fmla="*/ 2381991 h 6858000"/>
              <a:gd name="connsiteX1409" fmla="*/ 9487423 w 12192000"/>
              <a:gd name="connsiteY1409" fmla="*/ 2381991 h 6858000"/>
              <a:gd name="connsiteX1410" fmla="*/ 4415383 w 12192000"/>
              <a:gd name="connsiteY1410" fmla="*/ 2381991 h 6858000"/>
              <a:gd name="connsiteX1411" fmla="*/ 4415383 w 12192000"/>
              <a:gd name="connsiteY1411" fmla="*/ 2781485 h 6858000"/>
              <a:gd name="connsiteX1412" fmla="*/ 4814877 w 12192000"/>
              <a:gd name="connsiteY1412" fmla="*/ 2781485 h 6858000"/>
              <a:gd name="connsiteX1413" fmla="*/ 4814877 w 12192000"/>
              <a:gd name="connsiteY1413" fmla="*/ 2381991 h 6858000"/>
              <a:gd name="connsiteX1414" fmla="*/ 4415383 w 12192000"/>
              <a:gd name="connsiteY1414" fmla="*/ 2381991 h 6858000"/>
              <a:gd name="connsiteX1415" fmla="*/ 3993131 w 12192000"/>
              <a:gd name="connsiteY1415" fmla="*/ 2381991 h 6858000"/>
              <a:gd name="connsiteX1416" fmla="*/ 3993131 w 12192000"/>
              <a:gd name="connsiteY1416" fmla="*/ 2781485 h 6858000"/>
              <a:gd name="connsiteX1417" fmla="*/ 4395156 w 12192000"/>
              <a:gd name="connsiteY1417" fmla="*/ 2781485 h 6858000"/>
              <a:gd name="connsiteX1418" fmla="*/ 4395156 w 12192000"/>
              <a:gd name="connsiteY1418" fmla="*/ 2381991 h 6858000"/>
              <a:gd name="connsiteX1419" fmla="*/ 3993131 w 12192000"/>
              <a:gd name="connsiteY1419" fmla="*/ 2381991 h 6858000"/>
              <a:gd name="connsiteX1420" fmla="*/ 2723862 w 12192000"/>
              <a:gd name="connsiteY1420" fmla="*/ 2381991 h 6858000"/>
              <a:gd name="connsiteX1421" fmla="*/ 2723862 w 12192000"/>
              <a:gd name="connsiteY1421" fmla="*/ 2778955 h 6858000"/>
              <a:gd name="connsiteX1422" fmla="*/ 3125881 w 12192000"/>
              <a:gd name="connsiteY1422" fmla="*/ 2778955 h 6858000"/>
              <a:gd name="connsiteX1423" fmla="*/ 3125881 w 12192000"/>
              <a:gd name="connsiteY1423" fmla="*/ 2381991 h 6858000"/>
              <a:gd name="connsiteX1424" fmla="*/ 2723862 w 12192000"/>
              <a:gd name="connsiteY1424" fmla="*/ 2381991 h 6858000"/>
              <a:gd name="connsiteX1425" fmla="*/ 1881894 w 12192000"/>
              <a:gd name="connsiteY1425" fmla="*/ 2381991 h 6858000"/>
              <a:gd name="connsiteX1426" fmla="*/ 1881894 w 12192000"/>
              <a:gd name="connsiteY1426" fmla="*/ 2781485 h 6858000"/>
              <a:gd name="connsiteX1427" fmla="*/ 2281382 w 12192000"/>
              <a:gd name="connsiteY1427" fmla="*/ 2781485 h 6858000"/>
              <a:gd name="connsiteX1428" fmla="*/ 2281382 w 12192000"/>
              <a:gd name="connsiteY1428" fmla="*/ 2381991 h 6858000"/>
              <a:gd name="connsiteX1429" fmla="*/ 1881894 w 12192000"/>
              <a:gd name="connsiteY1429" fmla="*/ 2381991 h 6858000"/>
              <a:gd name="connsiteX1430" fmla="*/ 190366 w 12192000"/>
              <a:gd name="connsiteY1430" fmla="*/ 2381991 h 6858000"/>
              <a:gd name="connsiteX1431" fmla="*/ 190366 w 12192000"/>
              <a:gd name="connsiteY1431" fmla="*/ 2778955 h 6858000"/>
              <a:gd name="connsiteX1432" fmla="*/ 592391 w 12192000"/>
              <a:gd name="connsiteY1432" fmla="*/ 2778955 h 6858000"/>
              <a:gd name="connsiteX1433" fmla="*/ 589860 w 12192000"/>
              <a:gd name="connsiteY1433" fmla="*/ 2381991 h 6858000"/>
              <a:gd name="connsiteX1434" fmla="*/ 190366 w 12192000"/>
              <a:gd name="connsiteY1434" fmla="*/ 2381991 h 6858000"/>
              <a:gd name="connsiteX1435" fmla="*/ 6727319 w 12192000"/>
              <a:gd name="connsiteY1435" fmla="*/ 2381674 h 6858000"/>
              <a:gd name="connsiteX1436" fmla="*/ 6529151 w 12192000"/>
              <a:gd name="connsiteY1436" fmla="*/ 2389577 h 6858000"/>
              <a:gd name="connsiteX1437" fmla="*/ 6529151 w 12192000"/>
              <a:gd name="connsiteY1437" fmla="*/ 2784010 h 6858000"/>
              <a:gd name="connsiteX1438" fmla="*/ 6931176 w 12192000"/>
              <a:gd name="connsiteY1438" fmla="*/ 2784010 h 6858000"/>
              <a:gd name="connsiteX1439" fmla="*/ 6931176 w 12192000"/>
              <a:gd name="connsiteY1439" fmla="*/ 2387047 h 6858000"/>
              <a:gd name="connsiteX1440" fmla="*/ 6727319 w 12192000"/>
              <a:gd name="connsiteY1440" fmla="*/ 2381674 h 6858000"/>
              <a:gd name="connsiteX1441" fmla="*/ 10107201 w 12192000"/>
              <a:gd name="connsiteY1441" fmla="*/ 2381357 h 6858000"/>
              <a:gd name="connsiteX1442" fmla="*/ 9912200 w 12192000"/>
              <a:gd name="connsiteY1442" fmla="*/ 2387047 h 6858000"/>
              <a:gd name="connsiteX1443" fmla="*/ 9914725 w 12192000"/>
              <a:gd name="connsiteY1443" fmla="*/ 2784010 h 6858000"/>
              <a:gd name="connsiteX1444" fmla="*/ 10311688 w 12192000"/>
              <a:gd name="connsiteY1444" fmla="*/ 2784010 h 6858000"/>
              <a:gd name="connsiteX1445" fmla="*/ 10311688 w 12192000"/>
              <a:gd name="connsiteY1445" fmla="*/ 2387047 h 6858000"/>
              <a:gd name="connsiteX1446" fmla="*/ 10107201 w 12192000"/>
              <a:gd name="connsiteY1446" fmla="*/ 2381357 h 6858000"/>
              <a:gd name="connsiteX1447" fmla="*/ 9263338 w 12192000"/>
              <a:gd name="connsiteY1447" fmla="*/ 2381357 h 6858000"/>
              <a:gd name="connsiteX1448" fmla="*/ 9065171 w 12192000"/>
              <a:gd name="connsiteY1448" fmla="*/ 2387047 h 6858000"/>
              <a:gd name="connsiteX1449" fmla="*/ 9065171 w 12192000"/>
              <a:gd name="connsiteY1449" fmla="*/ 2784010 h 6858000"/>
              <a:gd name="connsiteX1450" fmla="*/ 9467190 w 12192000"/>
              <a:gd name="connsiteY1450" fmla="*/ 2784010 h 6858000"/>
              <a:gd name="connsiteX1451" fmla="*/ 9467190 w 12192000"/>
              <a:gd name="connsiteY1451" fmla="*/ 2387047 h 6858000"/>
              <a:gd name="connsiteX1452" fmla="*/ 9263338 w 12192000"/>
              <a:gd name="connsiteY1452" fmla="*/ 2381357 h 6858000"/>
              <a:gd name="connsiteX1453" fmla="*/ 5879344 w 12192000"/>
              <a:gd name="connsiteY1453" fmla="*/ 2381357 h 6858000"/>
              <a:gd name="connsiteX1454" fmla="*/ 5682128 w 12192000"/>
              <a:gd name="connsiteY1454" fmla="*/ 2387047 h 6858000"/>
              <a:gd name="connsiteX1455" fmla="*/ 5682128 w 12192000"/>
              <a:gd name="connsiteY1455" fmla="*/ 2784010 h 6858000"/>
              <a:gd name="connsiteX1456" fmla="*/ 6084147 w 12192000"/>
              <a:gd name="connsiteY1456" fmla="*/ 2784010 h 6858000"/>
              <a:gd name="connsiteX1457" fmla="*/ 6084147 w 12192000"/>
              <a:gd name="connsiteY1457" fmla="*/ 2387047 h 6858000"/>
              <a:gd name="connsiteX1458" fmla="*/ 5879344 w 12192000"/>
              <a:gd name="connsiteY1458" fmla="*/ 2381357 h 6858000"/>
              <a:gd name="connsiteX1459" fmla="*/ 10578515 w 12192000"/>
              <a:gd name="connsiteY1459" fmla="*/ 2380119 h 6858000"/>
              <a:gd name="connsiteX1460" fmla="*/ 10331916 w 12192000"/>
              <a:gd name="connsiteY1460" fmla="*/ 2389577 h 6858000"/>
              <a:gd name="connsiteX1461" fmla="*/ 10331916 w 12192000"/>
              <a:gd name="connsiteY1461" fmla="*/ 2781485 h 6858000"/>
              <a:gd name="connsiteX1462" fmla="*/ 10733940 w 12192000"/>
              <a:gd name="connsiteY1462" fmla="*/ 2778955 h 6858000"/>
              <a:gd name="connsiteX1463" fmla="*/ 10733940 w 12192000"/>
              <a:gd name="connsiteY1463" fmla="*/ 2384516 h 6858000"/>
              <a:gd name="connsiteX1464" fmla="*/ 10578515 w 12192000"/>
              <a:gd name="connsiteY1464" fmla="*/ 2380119 h 6858000"/>
              <a:gd name="connsiteX1465" fmla="*/ 8904763 w 12192000"/>
              <a:gd name="connsiteY1465" fmla="*/ 2379985 h 6858000"/>
              <a:gd name="connsiteX1466" fmla="*/ 8645449 w 12192000"/>
              <a:gd name="connsiteY1466" fmla="*/ 2387047 h 6858000"/>
              <a:gd name="connsiteX1467" fmla="*/ 8647980 w 12192000"/>
              <a:gd name="connsiteY1467" fmla="*/ 2784010 h 6858000"/>
              <a:gd name="connsiteX1468" fmla="*/ 9042419 w 12192000"/>
              <a:gd name="connsiteY1468" fmla="*/ 2784010 h 6858000"/>
              <a:gd name="connsiteX1469" fmla="*/ 9044944 w 12192000"/>
              <a:gd name="connsiteY1469" fmla="*/ 2384516 h 6858000"/>
              <a:gd name="connsiteX1470" fmla="*/ 8904763 w 12192000"/>
              <a:gd name="connsiteY1470" fmla="*/ 2379985 h 6858000"/>
              <a:gd name="connsiteX1471" fmla="*/ 8044850 w 12192000"/>
              <a:gd name="connsiteY1471" fmla="*/ 2379985 h 6858000"/>
              <a:gd name="connsiteX1472" fmla="*/ 7798427 w 12192000"/>
              <a:gd name="connsiteY1472" fmla="*/ 2387047 h 6858000"/>
              <a:gd name="connsiteX1473" fmla="*/ 7800957 w 12192000"/>
              <a:gd name="connsiteY1473" fmla="*/ 2781485 h 6858000"/>
              <a:gd name="connsiteX1474" fmla="*/ 8197920 w 12192000"/>
              <a:gd name="connsiteY1474" fmla="*/ 2778955 h 6858000"/>
              <a:gd name="connsiteX1475" fmla="*/ 8197920 w 12192000"/>
              <a:gd name="connsiteY1475" fmla="*/ 2384516 h 6858000"/>
              <a:gd name="connsiteX1476" fmla="*/ 8044850 w 12192000"/>
              <a:gd name="connsiteY1476" fmla="*/ 2379985 h 6858000"/>
              <a:gd name="connsiteX1477" fmla="*/ 2564875 w 12192000"/>
              <a:gd name="connsiteY1477" fmla="*/ 2379985 h 6858000"/>
              <a:gd name="connsiteX1478" fmla="*/ 2301610 w 12192000"/>
              <a:gd name="connsiteY1478" fmla="*/ 2387047 h 6858000"/>
              <a:gd name="connsiteX1479" fmla="*/ 2304140 w 12192000"/>
              <a:gd name="connsiteY1479" fmla="*/ 2781485 h 6858000"/>
              <a:gd name="connsiteX1480" fmla="*/ 2701103 w 12192000"/>
              <a:gd name="connsiteY1480" fmla="*/ 2781485 h 6858000"/>
              <a:gd name="connsiteX1481" fmla="*/ 2703634 w 12192000"/>
              <a:gd name="connsiteY1481" fmla="*/ 2384516 h 6858000"/>
              <a:gd name="connsiteX1482" fmla="*/ 2564875 w 12192000"/>
              <a:gd name="connsiteY1482" fmla="*/ 2379985 h 6858000"/>
              <a:gd name="connsiteX1483" fmla="*/ 11573378 w 12192000"/>
              <a:gd name="connsiteY1483" fmla="*/ 2379461 h 6858000"/>
              <a:gd name="connsiteX1484" fmla="*/ 11178945 w 12192000"/>
              <a:gd name="connsiteY1484" fmla="*/ 2381991 h 6858000"/>
              <a:gd name="connsiteX1485" fmla="*/ 11178945 w 12192000"/>
              <a:gd name="connsiteY1485" fmla="*/ 2778955 h 6858000"/>
              <a:gd name="connsiteX1486" fmla="*/ 11575908 w 12192000"/>
              <a:gd name="connsiteY1486" fmla="*/ 2776424 h 6858000"/>
              <a:gd name="connsiteX1487" fmla="*/ 11573378 w 12192000"/>
              <a:gd name="connsiteY1487" fmla="*/ 2379461 h 6858000"/>
              <a:gd name="connsiteX1488" fmla="*/ 5455199 w 12192000"/>
              <a:gd name="connsiteY1488" fmla="*/ 2379147 h 6858000"/>
              <a:gd name="connsiteX1489" fmla="*/ 5259876 w 12192000"/>
              <a:gd name="connsiteY1489" fmla="*/ 2387047 h 6858000"/>
              <a:gd name="connsiteX1490" fmla="*/ 5262406 w 12192000"/>
              <a:gd name="connsiteY1490" fmla="*/ 2784010 h 6858000"/>
              <a:gd name="connsiteX1491" fmla="*/ 5659370 w 12192000"/>
              <a:gd name="connsiteY1491" fmla="*/ 2784010 h 6858000"/>
              <a:gd name="connsiteX1492" fmla="*/ 5661901 w 12192000"/>
              <a:gd name="connsiteY1492" fmla="*/ 2384516 h 6858000"/>
              <a:gd name="connsiteX1493" fmla="*/ 5455199 w 12192000"/>
              <a:gd name="connsiteY1493" fmla="*/ 2379147 h 6858000"/>
              <a:gd name="connsiteX1494" fmla="*/ 10756693 w 12192000"/>
              <a:gd name="connsiteY1494" fmla="*/ 1962270 h 6858000"/>
              <a:gd name="connsiteX1495" fmla="*/ 10756693 w 12192000"/>
              <a:gd name="connsiteY1495" fmla="*/ 2361764 h 6858000"/>
              <a:gd name="connsiteX1496" fmla="*/ 11156187 w 12192000"/>
              <a:gd name="connsiteY1496" fmla="*/ 2359233 h 6858000"/>
              <a:gd name="connsiteX1497" fmla="*/ 11153656 w 12192000"/>
              <a:gd name="connsiteY1497" fmla="*/ 1962270 h 6858000"/>
              <a:gd name="connsiteX1498" fmla="*/ 10756693 w 12192000"/>
              <a:gd name="connsiteY1498" fmla="*/ 1962270 h 6858000"/>
              <a:gd name="connsiteX1499" fmla="*/ 9487423 w 12192000"/>
              <a:gd name="connsiteY1499" fmla="*/ 1962270 h 6858000"/>
              <a:gd name="connsiteX1500" fmla="*/ 9487423 w 12192000"/>
              <a:gd name="connsiteY1500" fmla="*/ 2361764 h 6858000"/>
              <a:gd name="connsiteX1501" fmla="*/ 9889442 w 12192000"/>
              <a:gd name="connsiteY1501" fmla="*/ 2361764 h 6858000"/>
              <a:gd name="connsiteX1502" fmla="*/ 9889442 w 12192000"/>
              <a:gd name="connsiteY1502" fmla="*/ 1962270 h 6858000"/>
              <a:gd name="connsiteX1503" fmla="*/ 9487423 w 12192000"/>
              <a:gd name="connsiteY1503" fmla="*/ 1962270 h 6858000"/>
              <a:gd name="connsiteX1504" fmla="*/ 9065171 w 12192000"/>
              <a:gd name="connsiteY1504" fmla="*/ 1959739 h 6858000"/>
              <a:gd name="connsiteX1505" fmla="*/ 9065171 w 12192000"/>
              <a:gd name="connsiteY1505" fmla="*/ 2359233 h 6858000"/>
              <a:gd name="connsiteX1506" fmla="*/ 9467190 w 12192000"/>
              <a:gd name="connsiteY1506" fmla="*/ 2356708 h 6858000"/>
              <a:gd name="connsiteX1507" fmla="*/ 9467190 w 12192000"/>
              <a:gd name="connsiteY1507" fmla="*/ 1962270 h 6858000"/>
              <a:gd name="connsiteX1508" fmla="*/ 9065171 w 12192000"/>
              <a:gd name="connsiteY1508" fmla="*/ 1959739 h 6858000"/>
              <a:gd name="connsiteX1509" fmla="*/ 8645449 w 12192000"/>
              <a:gd name="connsiteY1509" fmla="*/ 1959739 h 6858000"/>
              <a:gd name="connsiteX1510" fmla="*/ 8645449 w 12192000"/>
              <a:gd name="connsiteY1510" fmla="*/ 2359233 h 6858000"/>
              <a:gd name="connsiteX1511" fmla="*/ 9044944 w 12192000"/>
              <a:gd name="connsiteY1511" fmla="*/ 2359233 h 6858000"/>
              <a:gd name="connsiteX1512" fmla="*/ 9044944 w 12192000"/>
              <a:gd name="connsiteY1512" fmla="*/ 1959739 h 6858000"/>
              <a:gd name="connsiteX1513" fmla="*/ 8645449 w 12192000"/>
              <a:gd name="connsiteY1513" fmla="*/ 1959739 h 6858000"/>
              <a:gd name="connsiteX1514" fmla="*/ 8220673 w 12192000"/>
              <a:gd name="connsiteY1514" fmla="*/ 1959739 h 6858000"/>
              <a:gd name="connsiteX1515" fmla="*/ 8220673 w 12192000"/>
              <a:gd name="connsiteY1515" fmla="*/ 2361764 h 6858000"/>
              <a:gd name="connsiteX1516" fmla="*/ 8617636 w 12192000"/>
              <a:gd name="connsiteY1516" fmla="*/ 2361764 h 6858000"/>
              <a:gd name="connsiteX1517" fmla="*/ 8615111 w 12192000"/>
              <a:gd name="connsiteY1517" fmla="*/ 1959739 h 6858000"/>
              <a:gd name="connsiteX1518" fmla="*/ 8220673 w 12192000"/>
              <a:gd name="connsiteY1518" fmla="*/ 1959739 h 6858000"/>
              <a:gd name="connsiteX1519" fmla="*/ 6953928 w 12192000"/>
              <a:gd name="connsiteY1519" fmla="*/ 1959739 h 6858000"/>
              <a:gd name="connsiteX1520" fmla="*/ 6953928 w 12192000"/>
              <a:gd name="connsiteY1520" fmla="*/ 2359233 h 6858000"/>
              <a:gd name="connsiteX1521" fmla="*/ 7355953 w 12192000"/>
              <a:gd name="connsiteY1521" fmla="*/ 2356708 h 6858000"/>
              <a:gd name="connsiteX1522" fmla="*/ 7355953 w 12192000"/>
              <a:gd name="connsiteY1522" fmla="*/ 1962270 h 6858000"/>
              <a:gd name="connsiteX1523" fmla="*/ 6953928 w 12192000"/>
              <a:gd name="connsiteY1523" fmla="*/ 1959739 h 6858000"/>
              <a:gd name="connsiteX1524" fmla="*/ 6104374 w 12192000"/>
              <a:gd name="connsiteY1524" fmla="*/ 1959739 h 6858000"/>
              <a:gd name="connsiteX1525" fmla="*/ 6104374 w 12192000"/>
              <a:gd name="connsiteY1525" fmla="*/ 2361764 h 6858000"/>
              <a:gd name="connsiteX1526" fmla="*/ 6508924 w 12192000"/>
              <a:gd name="connsiteY1526" fmla="*/ 2361764 h 6858000"/>
              <a:gd name="connsiteX1527" fmla="*/ 6508924 w 12192000"/>
              <a:gd name="connsiteY1527" fmla="*/ 1959739 h 6858000"/>
              <a:gd name="connsiteX1528" fmla="*/ 6104374 w 12192000"/>
              <a:gd name="connsiteY1528" fmla="*/ 1959739 h 6858000"/>
              <a:gd name="connsiteX1529" fmla="*/ 5682128 w 12192000"/>
              <a:gd name="connsiteY1529" fmla="*/ 1959739 h 6858000"/>
              <a:gd name="connsiteX1530" fmla="*/ 5682128 w 12192000"/>
              <a:gd name="connsiteY1530" fmla="*/ 2359233 h 6858000"/>
              <a:gd name="connsiteX1531" fmla="*/ 6084147 w 12192000"/>
              <a:gd name="connsiteY1531" fmla="*/ 2356708 h 6858000"/>
              <a:gd name="connsiteX1532" fmla="*/ 6084147 w 12192000"/>
              <a:gd name="connsiteY1532" fmla="*/ 1959739 h 6858000"/>
              <a:gd name="connsiteX1533" fmla="*/ 5682128 w 12192000"/>
              <a:gd name="connsiteY1533" fmla="*/ 1959739 h 6858000"/>
              <a:gd name="connsiteX1534" fmla="*/ 4415383 w 12192000"/>
              <a:gd name="connsiteY1534" fmla="*/ 1959739 h 6858000"/>
              <a:gd name="connsiteX1535" fmla="*/ 4415383 w 12192000"/>
              <a:gd name="connsiteY1535" fmla="*/ 2361764 h 6858000"/>
              <a:gd name="connsiteX1536" fmla="*/ 4814877 w 12192000"/>
              <a:gd name="connsiteY1536" fmla="*/ 2361764 h 6858000"/>
              <a:gd name="connsiteX1537" fmla="*/ 4814877 w 12192000"/>
              <a:gd name="connsiteY1537" fmla="*/ 1959739 h 6858000"/>
              <a:gd name="connsiteX1538" fmla="*/ 4415383 w 12192000"/>
              <a:gd name="connsiteY1538" fmla="*/ 1959739 h 6858000"/>
              <a:gd name="connsiteX1539" fmla="*/ 2304140 w 12192000"/>
              <a:gd name="connsiteY1539" fmla="*/ 1959739 h 6858000"/>
              <a:gd name="connsiteX1540" fmla="*/ 2304140 w 12192000"/>
              <a:gd name="connsiteY1540" fmla="*/ 2361764 h 6858000"/>
              <a:gd name="connsiteX1541" fmla="*/ 2703634 w 12192000"/>
              <a:gd name="connsiteY1541" fmla="*/ 2361764 h 6858000"/>
              <a:gd name="connsiteX1542" fmla="*/ 2701103 w 12192000"/>
              <a:gd name="connsiteY1542" fmla="*/ 1959739 h 6858000"/>
              <a:gd name="connsiteX1543" fmla="*/ 2304140 w 12192000"/>
              <a:gd name="connsiteY1543" fmla="*/ 1959739 h 6858000"/>
              <a:gd name="connsiteX1544" fmla="*/ 1881894 w 12192000"/>
              <a:gd name="connsiteY1544" fmla="*/ 1959739 h 6858000"/>
              <a:gd name="connsiteX1545" fmla="*/ 1881894 w 12192000"/>
              <a:gd name="connsiteY1545" fmla="*/ 2361764 h 6858000"/>
              <a:gd name="connsiteX1546" fmla="*/ 2281382 w 12192000"/>
              <a:gd name="connsiteY1546" fmla="*/ 2361764 h 6858000"/>
              <a:gd name="connsiteX1547" fmla="*/ 2281382 w 12192000"/>
              <a:gd name="connsiteY1547" fmla="*/ 1959739 h 6858000"/>
              <a:gd name="connsiteX1548" fmla="*/ 1881894 w 12192000"/>
              <a:gd name="connsiteY1548" fmla="*/ 1959739 h 6858000"/>
              <a:gd name="connsiteX1549" fmla="*/ 1037395 w 12192000"/>
              <a:gd name="connsiteY1549" fmla="*/ 1959739 h 6858000"/>
              <a:gd name="connsiteX1550" fmla="*/ 1037395 w 12192000"/>
              <a:gd name="connsiteY1550" fmla="*/ 2359233 h 6858000"/>
              <a:gd name="connsiteX1551" fmla="*/ 1436884 w 12192000"/>
              <a:gd name="connsiteY1551" fmla="*/ 2359233 h 6858000"/>
              <a:gd name="connsiteX1552" fmla="*/ 1436884 w 12192000"/>
              <a:gd name="connsiteY1552" fmla="*/ 1959739 h 6858000"/>
              <a:gd name="connsiteX1553" fmla="*/ 1037395 w 12192000"/>
              <a:gd name="connsiteY1553" fmla="*/ 1959739 h 6858000"/>
              <a:gd name="connsiteX1554" fmla="*/ 615143 w 12192000"/>
              <a:gd name="connsiteY1554" fmla="*/ 1959739 h 6858000"/>
              <a:gd name="connsiteX1555" fmla="*/ 612619 w 12192000"/>
              <a:gd name="connsiteY1555" fmla="*/ 2359233 h 6858000"/>
              <a:gd name="connsiteX1556" fmla="*/ 1014637 w 12192000"/>
              <a:gd name="connsiteY1556" fmla="*/ 2356708 h 6858000"/>
              <a:gd name="connsiteX1557" fmla="*/ 1012107 w 12192000"/>
              <a:gd name="connsiteY1557" fmla="*/ 1959739 h 6858000"/>
              <a:gd name="connsiteX1558" fmla="*/ 615143 w 12192000"/>
              <a:gd name="connsiteY1558" fmla="*/ 1959739 h 6858000"/>
              <a:gd name="connsiteX1559" fmla="*/ 190366 w 12192000"/>
              <a:gd name="connsiteY1559" fmla="*/ 1959739 h 6858000"/>
              <a:gd name="connsiteX1560" fmla="*/ 190366 w 12192000"/>
              <a:gd name="connsiteY1560" fmla="*/ 2361764 h 6858000"/>
              <a:gd name="connsiteX1561" fmla="*/ 592391 w 12192000"/>
              <a:gd name="connsiteY1561" fmla="*/ 2361764 h 6858000"/>
              <a:gd name="connsiteX1562" fmla="*/ 592391 w 12192000"/>
              <a:gd name="connsiteY1562" fmla="*/ 1959739 h 6858000"/>
              <a:gd name="connsiteX1563" fmla="*/ 190366 w 12192000"/>
              <a:gd name="connsiteY1563" fmla="*/ 1959739 h 6858000"/>
              <a:gd name="connsiteX1564" fmla="*/ 6725423 w 12192000"/>
              <a:gd name="connsiteY1564" fmla="*/ 1959426 h 6858000"/>
              <a:gd name="connsiteX1565" fmla="*/ 6529151 w 12192000"/>
              <a:gd name="connsiteY1565" fmla="*/ 1967325 h 6858000"/>
              <a:gd name="connsiteX1566" fmla="*/ 6529151 w 12192000"/>
              <a:gd name="connsiteY1566" fmla="*/ 2361764 h 6858000"/>
              <a:gd name="connsiteX1567" fmla="*/ 6931176 w 12192000"/>
              <a:gd name="connsiteY1567" fmla="*/ 2361764 h 6858000"/>
              <a:gd name="connsiteX1568" fmla="*/ 6931176 w 12192000"/>
              <a:gd name="connsiteY1568" fmla="*/ 1964800 h 6858000"/>
              <a:gd name="connsiteX1569" fmla="*/ 6725423 w 12192000"/>
              <a:gd name="connsiteY1569" fmla="*/ 1959426 h 6858000"/>
              <a:gd name="connsiteX1570" fmla="*/ 4186875 w 12192000"/>
              <a:gd name="connsiteY1570" fmla="*/ 1959426 h 6858000"/>
              <a:gd name="connsiteX1571" fmla="*/ 3990606 w 12192000"/>
              <a:gd name="connsiteY1571" fmla="*/ 1967325 h 6858000"/>
              <a:gd name="connsiteX1572" fmla="*/ 3990606 w 12192000"/>
              <a:gd name="connsiteY1572" fmla="*/ 2361764 h 6858000"/>
              <a:gd name="connsiteX1573" fmla="*/ 4392625 w 12192000"/>
              <a:gd name="connsiteY1573" fmla="*/ 2361764 h 6858000"/>
              <a:gd name="connsiteX1574" fmla="*/ 4392625 w 12192000"/>
              <a:gd name="connsiteY1574" fmla="*/ 1964800 h 6858000"/>
              <a:gd name="connsiteX1575" fmla="*/ 4186875 w 12192000"/>
              <a:gd name="connsiteY1575" fmla="*/ 1959426 h 6858000"/>
              <a:gd name="connsiteX1576" fmla="*/ 3344591 w 12192000"/>
              <a:gd name="connsiteY1576" fmla="*/ 1959426 h 6858000"/>
              <a:gd name="connsiteX1577" fmla="*/ 3146108 w 12192000"/>
              <a:gd name="connsiteY1577" fmla="*/ 1967325 h 6858000"/>
              <a:gd name="connsiteX1578" fmla="*/ 3146108 w 12192000"/>
              <a:gd name="connsiteY1578" fmla="*/ 2364288 h 6858000"/>
              <a:gd name="connsiteX1579" fmla="*/ 3550657 w 12192000"/>
              <a:gd name="connsiteY1579" fmla="*/ 2361764 h 6858000"/>
              <a:gd name="connsiteX1580" fmla="*/ 3550657 w 12192000"/>
              <a:gd name="connsiteY1580" fmla="*/ 1964800 h 6858000"/>
              <a:gd name="connsiteX1581" fmla="*/ 3344591 w 12192000"/>
              <a:gd name="connsiteY1581" fmla="*/ 1959426 h 6858000"/>
              <a:gd name="connsiteX1582" fmla="*/ 1653384 w 12192000"/>
              <a:gd name="connsiteY1582" fmla="*/ 1959426 h 6858000"/>
              <a:gd name="connsiteX1583" fmla="*/ 1457117 w 12192000"/>
              <a:gd name="connsiteY1583" fmla="*/ 1967325 h 6858000"/>
              <a:gd name="connsiteX1584" fmla="*/ 1457117 w 12192000"/>
              <a:gd name="connsiteY1584" fmla="*/ 2361764 h 6858000"/>
              <a:gd name="connsiteX1585" fmla="*/ 1859136 w 12192000"/>
              <a:gd name="connsiteY1585" fmla="*/ 2361764 h 6858000"/>
              <a:gd name="connsiteX1586" fmla="*/ 1859136 w 12192000"/>
              <a:gd name="connsiteY1586" fmla="*/ 1964800 h 6858000"/>
              <a:gd name="connsiteX1587" fmla="*/ 1653384 w 12192000"/>
              <a:gd name="connsiteY1587" fmla="*/ 1959426 h 6858000"/>
              <a:gd name="connsiteX1588" fmla="*/ 11802200 w 12192000"/>
              <a:gd name="connsiteY1588" fmla="*/ 1959111 h 6858000"/>
              <a:gd name="connsiteX1589" fmla="*/ 11601191 w 12192000"/>
              <a:gd name="connsiteY1589" fmla="*/ 1964800 h 6858000"/>
              <a:gd name="connsiteX1590" fmla="*/ 11601191 w 12192000"/>
              <a:gd name="connsiteY1590" fmla="*/ 2361764 h 6858000"/>
              <a:gd name="connsiteX1591" fmla="*/ 12003210 w 12192000"/>
              <a:gd name="connsiteY1591" fmla="*/ 2361764 h 6858000"/>
              <a:gd name="connsiteX1592" fmla="*/ 12003210 w 12192000"/>
              <a:gd name="connsiteY1592" fmla="*/ 1964800 h 6858000"/>
              <a:gd name="connsiteX1593" fmla="*/ 11802200 w 12192000"/>
              <a:gd name="connsiteY1593" fmla="*/ 1959111 h 6858000"/>
              <a:gd name="connsiteX1594" fmla="*/ 5034848 w 12192000"/>
              <a:gd name="connsiteY1594" fmla="*/ 1959111 h 6858000"/>
              <a:gd name="connsiteX1595" fmla="*/ 4837630 w 12192000"/>
              <a:gd name="connsiteY1595" fmla="*/ 1964800 h 6858000"/>
              <a:gd name="connsiteX1596" fmla="*/ 4837630 w 12192000"/>
              <a:gd name="connsiteY1596" fmla="*/ 2361764 h 6858000"/>
              <a:gd name="connsiteX1597" fmla="*/ 5239648 w 12192000"/>
              <a:gd name="connsiteY1597" fmla="*/ 2361764 h 6858000"/>
              <a:gd name="connsiteX1598" fmla="*/ 5239648 w 12192000"/>
              <a:gd name="connsiteY1598" fmla="*/ 1964800 h 6858000"/>
              <a:gd name="connsiteX1599" fmla="*/ 5034848 w 12192000"/>
              <a:gd name="connsiteY1599" fmla="*/ 1959111 h 6858000"/>
              <a:gd name="connsiteX1600" fmla="*/ 2927399 w 12192000"/>
              <a:gd name="connsiteY1600" fmla="*/ 1959111 h 6858000"/>
              <a:gd name="connsiteX1601" fmla="*/ 2726387 w 12192000"/>
              <a:gd name="connsiteY1601" fmla="*/ 1964800 h 6858000"/>
              <a:gd name="connsiteX1602" fmla="*/ 2726387 w 12192000"/>
              <a:gd name="connsiteY1602" fmla="*/ 2361764 h 6858000"/>
              <a:gd name="connsiteX1603" fmla="*/ 3128411 w 12192000"/>
              <a:gd name="connsiteY1603" fmla="*/ 2361764 h 6858000"/>
              <a:gd name="connsiteX1604" fmla="*/ 3128411 w 12192000"/>
              <a:gd name="connsiteY1604" fmla="*/ 1964800 h 6858000"/>
              <a:gd name="connsiteX1605" fmla="*/ 2927399 w 12192000"/>
              <a:gd name="connsiteY1605" fmla="*/ 1959111 h 6858000"/>
              <a:gd name="connsiteX1606" fmla="*/ 11434440 w 12192000"/>
              <a:gd name="connsiteY1606" fmla="*/ 1957736 h 6858000"/>
              <a:gd name="connsiteX1607" fmla="*/ 11181470 w 12192000"/>
              <a:gd name="connsiteY1607" fmla="*/ 1964800 h 6858000"/>
              <a:gd name="connsiteX1608" fmla="*/ 11184000 w 12192000"/>
              <a:gd name="connsiteY1608" fmla="*/ 2361764 h 6858000"/>
              <a:gd name="connsiteX1609" fmla="*/ 11575908 w 12192000"/>
              <a:gd name="connsiteY1609" fmla="*/ 2361764 h 6858000"/>
              <a:gd name="connsiteX1610" fmla="*/ 11575908 w 12192000"/>
              <a:gd name="connsiteY1610" fmla="*/ 1962270 h 6858000"/>
              <a:gd name="connsiteX1611" fmla="*/ 11434440 w 12192000"/>
              <a:gd name="connsiteY1611" fmla="*/ 1957736 h 6858000"/>
              <a:gd name="connsiteX1612" fmla="*/ 10593626 w 12192000"/>
              <a:gd name="connsiteY1612" fmla="*/ 1957736 h 6858000"/>
              <a:gd name="connsiteX1613" fmla="*/ 10331916 w 12192000"/>
              <a:gd name="connsiteY1613" fmla="*/ 1964800 h 6858000"/>
              <a:gd name="connsiteX1614" fmla="*/ 10331916 w 12192000"/>
              <a:gd name="connsiteY1614" fmla="*/ 2359233 h 6858000"/>
              <a:gd name="connsiteX1615" fmla="*/ 10733940 w 12192000"/>
              <a:gd name="connsiteY1615" fmla="*/ 2356708 h 6858000"/>
              <a:gd name="connsiteX1616" fmla="*/ 10733940 w 12192000"/>
              <a:gd name="connsiteY1616" fmla="*/ 1962270 h 6858000"/>
              <a:gd name="connsiteX1617" fmla="*/ 10593626 w 12192000"/>
              <a:gd name="connsiteY1617" fmla="*/ 1957736 h 6858000"/>
              <a:gd name="connsiteX1618" fmla="*/ 8056010 w 12192000"/>
              <a:gd name="connsiteY1618" fmla="*/ 1957736 h 6858000"/>
              <a:gd name="connsiteX1619" fmla="*/ 7798427 w 12192000"/>
              <a:gd name="connsiteY1619" fmla="*/ 1964800 h 6858000"/>
              <a:gd name="connsiteX1620" fmla="*/ 7798427 w 12192000"/>
              <a:gd name="connsiteY1620" fmla="*/ 2361764 h 6858000"/>
              <a:gd name="connsiteX1621" fmla="*/ 8197920 w 12192000"/>
              <a:gd name="connsiteY1621" fmla="*/ 2361764 h 6858000"/>
              <a:gd name="connsiteX1622" fmla="*/ 8195390 w 12192000"/>
              <a:gd name="connsiteY1622" fmla="*/ 1962270 h 6858000"/>
              <a:gd name="connsiteX1623" fmla="*/ 8056010 w 12192000"/>
              <a:gd name="connsiteY1623" fmla="*/ 1957736 h 6858000"/>
              <a:gd name="connsiteX1624" fmla="*/ 3829086 w 12192000"/>
              <a:gd name="connsiteY1624" fmla="*/ 1957736 h 6858000"/>
              <a:gd name="connsiteX1625" fmla="*/ 3570885 w 12192000"/>
              <a:gd name="connsiteY1625" fmla="*/ 1964800 h 6858000"/>
              <a:gd name="connsiteX1626" fmla="*/ 3570885 w 12192000"/>
              <a:gd name="connsiteY1626" fmla="*/ 2359233 h 6858000"/>
              <a:gd name="connsiteX1627" fmla="*/ 3970379 w 12192000"/>
              <a:gd name="connsiteY1627" fmla="*/ 2356708 h 6858000"/>
              <a:gd name="connsiteX1628" fmla="*/ 3970379 w 12192000"/>
              <a:gd name="connsiteY1628" fmla="*/ 1962270 h 6858000"/>
              <a:gd name="connsiteX1629" fmla="*/ 3829086 w 12192000"/>
              <a:gd name="connsiteY1629" fmla="*/ 1957736 h 6858000"/>
              <a:gd name="connsiteX1630" fmla="*/ 9909669 w 12192000"/>
              <a:gd name="connsiteY1630" fmla="*/ 1957214 h 6858000"/>
              <a:gd name="connsiteX1631" fmla="*/ 9909669 w 12192000"/>
              <a:gd name="connsiteY1631" fmla="*/ 2359233 h 6858000"/>
              <a:gd name="connsiteX1632" fmla="*/ 10311688 w 12192000"/>
              <a:gd name="connsiteY1632" fmla="*/ 2356708 h 6858000"/>
              <a:gd name="connsiteX1633" fmla="*/ 10311688 w 12192000"/>
              <a:gd name="connsiteY1633" fmla="*/ 1957214 h 6858000"/>
              <a:gd name="connsiteX1634" fmla="*/ 9909669 w 12192000"/>
              <a:gd name="connsiteY1634" fmla="*/ 1957214 h 6858000"/>
              <a:gd name="connsiteX1635" fmla="*/ 5259876 w 12192000"/>
              <a:gd name="connsiteY1635" fmla="*/ 1957214 h 6858000"/>
              <a:gd name="connsiteX1636" fmla="*/ 5259876 w 12192000"/>
              <a:gd name="connsiteY1636" fmla="*/ 2361764 h 6858000"/>
              <a:gd name="connsiteX1637" fmla="*/ 5661901 w 12192000"/>
              <a:gd name="connsiteY1637" fmla="*/ 2361764 h 6858000"/>
              <a:gd name="connsiteX1638" fmla="*/ 5661901 w 12192000"/>
              <a:gd name="connsiteY1638" fmla="*/ 1957214 h 6858000"/>
              <a:gd name="connsiteX1639" fmla="*/ 5259876 w 12192000"/>
              <a:gd name="connsiteY1639" fmla="*/ 1957214 h 6858000"/>
              <a:gd name="connsiteX1640" fmla="*/ 7575292 w 12192000"/>
              <a:gd name="connsiteY1640" fmla="*/ 1956580 h 6858000"/>
              <a:gd name="connsiteX1641" fmla="*/ 7376180 w 12192000"/>
              <a:gd name="connsiteY1641" fmla="*/ 1962270 h 6858000"/>
              <a:gd name="connsiteX1642" fmla="*/ 7376180 w 12192000"/>
              <a:gd name="connsiteY1642" fmla="*/ 2356708 h 6858000"/>
              <a:gd name="connsiteX1643" fmla="*/ 7778199 w 12192000"/>
              <a:gd name="connsiteY1643" fmla="*/ 2354178 h 6858000"/>
              <a:gd name="connsiteX1644" fmla="*/ 7778199 w 12192000"/>
              <a:gd name="connsiteY1644" fmla="*/ 1962270 h 6858000"/>
              <a:gd name="connsiteX1645" fmla="*/ 7575292 w 12192000"/>
              <a:gd name="connsiteY1645" fmla="*/ 1956580 h 6858000"/>
              <a:gd name="connsiteX1646" fmla="*/ 11601191 w 12192000"/>
              <a:gd name="connsiteY1646" fmla="*/ 1537493 h 6858000"/>
              <a:gd name="connsiteX1647" fmla="*/ 11601191 w 12192000"/>
              <a:gd name="connsiteY1647" fmla="*/ 1936987 h 6858000"/>
              <a:gd name="connsiteX1648" fmla="*/ 12003210 w 12192000"/>
              <a:gd name="connsiteY1648" fmla="*/ 1934456 h 6858000"/>
              <a:gd name="connsiteX1649" fmla="*/ 12003210 w 12192000"/>
              <a:gd name="connsiteY1649" fmla="*/ 1537493 h 6858000"/>
              <a:gd name="connsiteX1650" fmla="*/ 11601191 w 12192000"/>
              <a:gd name="connsiteY1650" fmla="*/ 1537493 h 6858000"/>
              <a:gd name="connsiteX1651" fmla="*/ 10759223 w 12192000"/>
              <a:gd name="connsiteY1651" fmla="*/ 1537493 h 6858000"/>
              <a:gd name="connsiteX1652" fmla="*/ 10761754 w 12192000"/>
              <a:gd name="connsiteY1652" fmla="*/ 1939511 h 6858000"/>
              <a:gd name="connsiteX1653" fmla="*/ 11153656 w 12192000"/>
              <a:gd name="connsiteY1653" fmla="*/ 1939511 h 6858000"/>
              <a:gd name="connsiteX1654" fmla="*/ 11153656 w 12192000"/>
              <a:gd name="connsiteY1654" fmla="*/ 1537493 h 6858000"/>
              <a:gd name="connsiteX1655" fmla="*/ 10759223 w 12192000"/>
              <a:gd name="connsiteY1655" fmla="*/ 1537493 h 6858000"/>
              <a:gd name="connsiteX1656" fmla="*/ 10334446 w 12192000"/>
              <a:gd name="connsiteY1656" fmla="*/ 1537493 h 6858000"/>
              <a:gd name="connsiteX1657" fmla="*/ 10334446 w 12192000"/>
              <a:gd name="connsiteY1657" fmla="*/ 1939511 h 6858000"/>
              <a:gd name="connsiteX1658" fmla="*/ 10731410 w 12192000"/>
              <a:gd name="connsiteY1658" fmla="*/ 1936987 h 6858000"/>
              <a:gd name="connsiteX1659" fmla="*/ 10731410 w 12192000"/>
              <a:gd name="connsiteY1659" fmla="*/ 1537493 h 6858000"/>
              <a:gd name="connsiteX1660" fmla="*/ 10334446 w 12192000"/>
              <a:gd name="connsiteY1660" fmla="*/ 1537493 h 6858000"/>
              <a:gd name="connsiteX1661" fmla="*/ 9909669 w 12192000"/>
              <a:gd name="connsiteY1661" fmla="*/ 1537493 h 6858000"/>
              <a:gd name="connsiteX1662" fmla="*/ 9909669 w 12192000"/>
              <a:gd name="connsiteY1662" fmla="*/ 1936987 h 6858000"/>
              <a:gd name="connsiteX1663" fmla="*/ 10311688 w 12192000"/>
              <a:gd name="connsiteY1663" fmla="*/ 1934456 h 6858000"/>
              <a:gd name="connsiteX1664" fmla="*/ 10311688 w 12192000"/>
              <a:gd name="connsiteY1664" fmla="*/ 1537493 h 6858000"/>
              <a:gd name="connsiteX1665" fmla="*/ 9909669 w 12192000"/>
              <a:gd name="connsiteY1665" fmla="*/ 1537493 h 6858000"/>
              <a:gd name="connsiteX1666" fmla="*/ 9067702 w 12192000"/>
              <a:gd name="connsiteY1666" fmla="*/ 1537493 h 6858000"/>
              <a:gd name="connsiteX1667" fmla="*/ 9070226 w 12192000"/>
              <a:gd name="connsiteY1667" fmla="*/ 1939511 h 6858000"/>
              <a:gd name="connsiteX1668" fmla="*/ 9464665 w 12192000"/>
              <a:gd name="connsiteY1668" fmla="*/ 1939511 h 6858000"/>
              <a:gd name="connsiteX1669" fmla="*/ 9462134 w 12192000"/>
              <a:gd name="connsiteY1669" fmla="*/ 1537493 h 6858000"/>
              <a:gd name="connsiteX1670" fmla="*/ 9067702 w 12192000"/>
              <a:gd name="connsiteY1670" fmla="*/ 1537493 h 6858000"/>
              <a:gd name="connsiteX1671" fmla="*/ 8645449 w 12192000"/>
              <a:gd name="connsiteY1671" fmla="*/ 1537493 h 6858000"/>
              <a:gd name="connsiteX1672" fmla="*/ 8645449 w 12192000"/>
              <a:gd name="connsiteY1672" fmla="*/ 1939511 h 6858000"/>
              <a:gd name="connsiteX1673" fmla="*/ 9042419 w 12192000"/>
              <a:gd name="connsiteY1673" fmla="*/ 1939511 h 6858000"/>
              <a:gd name="connsiteX1674" fmla="*/ 9039888 w 12192000"/>
              <a:gd name="connsiteY1674" fmla="*/ 1537493 h 6858000"/>
              <a:gd name="connsiteX1675" fmla="*/ 8645449 w 12192000"/>
              <a:gd name="connsiteY1675" fmla="*/ 1537493 h 6858000"/>
              <a:gd name="connsiteX1676" fmla="*/ 7800957 w 12192000"/>
              <a:gd name="connsiteY1676" fmla="*/ 1537493 h 6858000"/>
              <a:gd name="connsiteX1677" fmla="*/ 7800957 w 12192000"/>
              <a:gd name="connsiteY1677" fmla="*/ 1939511 h 6858000"/>
              <a:gd name="connsiteX1678" fmla="*/ 8197920 w 12192000"/>
              <a:gd name="connsiteY1678" fmla="*/ 1936987 h 6858000"/>
              <a:gd name="connsiteX1679" fmla="*/ 8197920 w 12192000"/>
              <a:gd name="connsiteY1679" fmla="*/ 1537493 h 6858000"/>
              <a:gd name="connsiteX1680" fmla="*/ 7800957 w 12192000"/>
              <a:gd name="connsiteY1680" fmla="*/ 1537493 h 6858000"/>
              <a:gd name="connsiteX1681" fmla="*/ 6534212 w 12192000"/>
              <a:gd name="connsiteY1681" fmla="*/ 1537493 h 6858000"/>
              <a:gd name="connsiteX1682" fmla="*/ 6536737 w 12192000"/>
              <a:gd name="connsiteY1682" fmla="*/ 1939511 h 6858000"/>
              <a:gd name="connsiteX1683" fmla="*/ 6931176 w 12192000"/>
              <a:gd name="connsiteY1683" fmla="*/ 1939511 h 6858000"/>
              <a:gd name="connsiteX1684" fmla="*/ 6928645 w 12192000"/>
              <a:gd name="connsiteY1684" fmla="*/ 1537493 h 6858000"/>
              <a:gd name="connsiteX1685" fmla="*/ 6534212 w 12192000"/>
              <a:gd name="connsiteY1685" fmla="*/ 1537493 h 6858000"/>
              <a:gd name="connsiteX1686" fmla="*/ 6104374 w 12192000"/>
              <a:gd name="connsiteY1686" fmla="*/ 1537493 h 6858000"/>
              <a:gd name="connsiteX1687" fmla="*/ 6104374 w 12192000"/>
              <a:gd name="connsiteY1687" fmla="*/ 1939511 h 6858000"/>
              <a:gd name="connsiteX1688" fmla="*/ 6508924 w 12192000"/>
              <a:gd name="connsiteY1688" fmla="*/ 1939511 h 6858000"/>
              <a:gd name="connsiteX1689" fmla="*/ 6508924 w 12192000"/>
              <a:gd name="connsiteY1689" fmla="*/ 1537493 h 6858000"/>
              <a:gd name="connsiteX1690" fmla="*/ 6104374 w 12192000"/>
              <a:gd name="connsiteY1690" fmla="*/ 1537493 h 6858000"/>
              <a:gd name="connsiteX1691" fmla="*/ 5682128 w 12192000"/>
              <a:gd name="connsiteY1691" fmla="*/ 1537493 h 6858000"/>
              <a:gd name="connsiteX1692" fmla="*/ 5682128 w 12192000"/>
              <a:gd name="connsiteY1692" fmla="*/ 1939511 h 6858000"/>
              <a:gd name="connsiteX1693" fmla="*/ 6081622 w 12192000"/>
              <a:gd name="connsiteY1693" fmla="*/ 1939511 h 6858000"/>
              <a:gd name="connsiteX1694" fmla="*/ 6079091 w 12192000"/>
              <a:gd name="connsiteY1694" fmla="*/ 1537493 h 6858000"/>
              <a:gd name="connsiteX1695" fmla="*/ 5682128 w 12192000"/>
              <a:gd name="connsiteY1695" fmla="*/ 1537493 h 6858000"/>
              <a:gd name="connsiteX1696" fmla="*/ 3995662 w 12192000"/>
              <a:gd name="connsiteY1696" fmla="*/ 1537493 h 6858000"/>
              <a:gd name="connsiteX1697" fmla="*/ 3993131 w 12192000"/>
              <a:gd name="connsiteY1697" fmla="*/ 1939511 h 6858000"/>
              <a:gd name="connsiteX1698" fmla="*/ 4392625 w 12192000"/>
              <a:gd name="connsiteY1698" fmla="*/ 1939511 h 6858000"/>
              <a:gd name="connsiteX1699" fmla="*/ 4390100 w 12192000"/>
              <a:gd name="connsiteY1699" fmla="*/ 1537493 h 6858000"/>
              <a:gd name="connsiteX1700" fmla="*/ 3995662 w 12192000"/>
              <a:gd name="connsiteY1700" fmla="*/ 1537493 h 6858000"/>
              <a:gd name="connsiteX1701" fmla="*/ 3570885 w 12192000"/>
              <a:gd name="connsiteY1701" fmla="*/ 1537493 h 6858000"/>
              <a:gd name="connsiteX1702" fmla="*/ 3570885 w 12192000"/>
              <a:gd name="connsiteY1702" fmla="*/ 1939511 h 6858000"/>
              <a:gd name="connsiteX1703" fmla="*/ 3970379 w 12192000"/>
              <a:gd name="connsiteY1703" fmla="*/ 1939511 h 6858000"/>
              <a:gd name="connsiteX1704" fmla="*/ 3970379 w 12192000"/>
              <a:gd name="connsiteY1704" fmla="*/ 1537493 h 6858000"/>
              <a:gd name="connsiteX1705" fmla="*/ 3570885 w 12192000"/>
              <a:gd name="connsiteY1705" fmla="*/ 1537493 h 6858000"/>
              <a:gd name="connsiteX1706" fmla="*/ 1881894 w 12192000"/>
              <a:gd name="connsiteY1706" fmla="*/ 1537493 h 6858000"/>
              <a:gd name="connsiteX1707" fmla="*/ 1881894 w 12192000"/>
              <a:gd name="connsiteY1707" fmla="*/ 1939511 h 6858000"/>
              <a:gd name="connsiteX1708" fmla="*/ 2281382 w 12192000"/>
              <a:gd name="connsiteY1708" fmla="*/ 1939511 h 6858000"/>
              <a:gd name="connsiteX1709" fmla="*/ 2281382 w 12192000"/>
              <a:gd name="connsiteY1709" fmla="*/ 1537493 h 6858000"/>
              <a:gd name="connsiteX1710" fmla="*/ 1881894 w 12192000"/>
              <a:gd name="connsiteY1710" fmla="*/ 1537493 h 6858000"/>
              <a:gd name="connsiteX1711" fmla="*/ 1462172 w 12192000"/>
              <a:gd name="connsiteY1711" fmla="*/ 1537493 h 6858000"/>
              <a:gd name="connsiteX1712" fmla="*/ 1464697 w 12192000"/>
              <a:gd name="connsiteY1712" fmla="*/ 1939511 h 6858000"/>
              <a:gd name="connsiteX1713" fmla="*/ 1859136 w 12192000"/>
              <a:gd name="connsiteY1713" fmla="*/ 1939511 h 6858000"/>
              <a:gd name="connsiteX1714" fmla="*/ 1859136 w 12192000"/>
              <a:gd name="connsiteY1714" fmla="*/ 1537493 h 6858000"/>
              <a:gd name="connsiteX1715" fmla="*/ 1462172 w 12192000"/>
              <a:gd name="connsiteY1715" fmla="*/ 1537493 h 6858000"/>
              <a:gd name="connsiteX1716" fmla="*/ 1037395 w 12192000"/>
              <a:gd name="connsiteY1716" fmla="*/ 1537493 h 6858000"/>
              <a:gd name="connsiteX1717" fmla="*/ 1037395 w 12192000"/>
              <a:gd name="connsiteY1717" fmla="*/ 1939511 h 6858000"/>
              <a:gd name="connsiteX1718" fmla="*/ 1434359 w 12192000"/>
              <a:gd name="connsiteY1718" fmla="*/ 1939511 h 6858000"/>
              <a:gd name="connsiteX1719" fmla="*/ 1431828 w 12192000"/>
              <a:gd name="connsiteY1719" fmla="*/ 1537493 h 6858000"/>
              <a:gd name="connsiteX1720" fmla="*/ 1037395 w 12192000"/>
              <a:gd name="connsiteY1720" fmla="*/ 1537493 h 6858000"/>
              <a:gd name="connsiteX1721" fmla="*/ 9747795 w 12192000"/>
              <a:gd name="connsiteY1721" fmla="*/ 1535488 h 6858000"/>
              <a:gd name="connsiteX1722" fmla="*/ 9487423 w 12192000"/>
              <a:gd name="connsiteY1722" fmla="*/ 1542548 h 6858000"/>
              <a:gd name="connsiteX1723" fmla="*/ 9487423 w 12192000"/>
              <a:gd name="connsiteY1723" fmla="*/ 1936987 h 6858000"/>
              <a:gd name="connsiteX1724" fmla="*/ 9889442 w 12192000"/>
              <a:gd name="connsiteY1724" fmla="*/ 1934456 h 6858000"/>
              <a:gd name="connsiteX1725" fmla="*/ 9889442 w 12192000"/>
              <a:gd name="connsiteY1725" fmla="*/ 1540023 h 6858000"/>
              <a:gd name="connsiteX1726" fmla="*/ 9747795 w 12192000"/>
              <a:gd name="connsiteY1726" fmla="*/ 1535488 h 6858000"/>
              <a:gd name="connsiteX1727" fmla="*/ 7210664 w 12192000"/>
              <a:gd name="connsiteY1727" fmla="*/ 1535488 h 6858000"/>
              <a:gd name="connsiteX1728" fmla="*/ 6951403 w 12192000"/>
              <a:gd name="connsiteY1728" fmla="*/ 1542548 h 6858000"/>
              <a:gd name="connsiteX1729" fmla="*/ 6951403 w 12192000"/>
              <a:gd name="connsiteY1729" fmla="*/ 1936987 h 6858000"/>
              <a:gd name="connsiteX1730" fmla="*/ 7353422 w 12192000"/>
              <a:gd name="connsiteY1730" fmla="*/ 1934456 h 6858000"/>
              <a:gd name="connsiteX1731" fmla="*/ 7353422 w 12192000"/>
              <a:gd name="connsiteY1731" fmla="*/ 1540023 h 6858000"/>
              <a:gd name="connsiteX1732" fmla="*/ 7210664 w 12192000"/>
              <a:gd name="connsiteY1732" fmla="*/ 1535488 h 6858000"/>
              <a:gd name="connsiteX1733" fmla="*/ 3404434 w 12192000"/>
              <a:gd name="connsiteY1733" fmla="*/ 1535488 h 6858000"/>
              <a:gd name="connsiteX1734" fmla="*/ 3146108 w 12192000"/>
              <a:gd name="connsiteY1734" fmla="*/ 1542548 h 6858000"/>
              <a:gd name="connsiteX1735" fmla="*/ 3146108 w 12192000"/>
              <a:gd name="connsiteY1735" fmla="*/ 1936987 h 6858000"/>
              <a:gd name="connsiteX1736" fmla="*/ 3550657 w 12192000"/>
              <a:gd name="connsiteY1736" fmla="*/ 1934456 h 6858000"/>
              <a:gd name="connsiteX1737" fmla="*/ 3550657 w 12192000"/>
              <a:gd name="connsiteY1737" fmla="*/ 1540023 h 6858000"/>
              <a:gd name="connsiteX1738" fmla="*/ 3404434 w 12192000"/>
              <a:gd name="connsiteY1738" fmla="*/ 1535488 h 6858000"/>
              <a:gd name="connsiteX1739" fmla="*/ 8223203 w 12192000"/>
              <a:gd name="connsiteY1739" fmla="*/ 1534962 h 6858000"/>
              <a:gd name="connsiteX1740" fmla="*/ 8220673 w 12192000"/>
              <a:gd name="connsiteY1740" fmla="*/ 1936987 h 6858000"/>
              <a:gd name="connsiteX1741" fmla="*/ 8620167 w 12192000"/>
              <a:gd name="connsiteY1741" fmla="*/ 1936987 h 6858000"/>
              <a:gd name="connsiteX1742" fmla="*/ 8617636 w 12192000"/>
              <a:gd name="connsiteY1742" fmla="*/ 1534962 h 6858000"/>
              <a:gd name="connsiteX1743" fmla="*/ 8223203 w 12192000"/>
              <a:gd name="connsiteY1743" fmla="*/ 1534962 h 6858000"/>
              <a:gd name="connsiteX1744" fmla="*/ 7376180 w 12192000"/>
              <a:gd name="connsiteY1744" fmla="*/ 1534962 h 6858000"/>
              <a:gd name="connsiteX1745" fmla="*/ 7376180 w 12192000"/>
              <a:gd name="connsiteY1745" fmla="*/ 1936987 h 6858000"/>
              <a:gd name="connsiteX1746" fmla="*/ 7778199 w 12192000"/>
              <a:gd name="connsiteY1746" fmla="*/ 1936987 h 6858000"/>
              <a:gd name="connsiteX1747" fmla="*/ 7778199 w 12192000"/>
              <a:gd name="connsiteY1747" fmla="*/ 1534962 h 6858000"/>
              <a:gd name="connsiteX1748" fmla="*/ 7376180 w 12192000"/>
              <a:gd name="connsiteY1748" fmla="*/ 1534962 h 6858000"/>
              <a:gd name="connsiteX1749" fmla="*/ 4837630 w 12192000"/>
              <a:gd name="connsiteY1749" fmla="*/ 1534962 h 6858000"/>
              <a:gd name="connsiteX1750" fmla="*/ 4837630 w 12192000"/>
              <a:gd name="connsiteY1750" fmla="*/ 1936987 h 6858000"/>
              <a:gd name="connsiteX1751" fmla="*/ 5239648 w 12192000"/>
              <a:gd name="connsiteY1751" fmla="*/ 1936987 h 6858000"/>
              <a:gd name="connsiteX1752" fmla="*/ 5239648 w 12192000"/>
              <a:gd name="connsiteY1752" fmla="*/ 1534962 h 6858000"/>
              <a:gd name="connsiteX1753" fmla="*/ 4837630 w 12192000"/>
              <a:gd name="connsiteY1753" fmla="*/ 1534962 h 6858000"/>
              <a:gd name="connsiteX1754" fmla="*/ 4415383 w 12192000"/>
              <a:gd name="connsiteY1754" fmla="*/ 1534962 h 6858000"/>
              <a:gd name="connsiteX1755" fmla="*/ 4415383 w 12192000"/>
              <a:gd name="connsiteY1755" fmla="*/ 1939511 h 6858000"/>
              <a:gd name="connsiteX1756" fmla="*/ 4812347 w 12192000"/>
              <a:gd name="connsiteY1756" fmla="*/ 1939511 h 6858000"/>
              <a:gd name="connsiteX1757" fmla="*/ 4809816 w 12192000"/>
              <a:gd name="connsiteY1757" fmla="*/ 1534962 h 6858000"/>
              <a:gd name="connsiteX1758" fmla="*/ 4415383 w 12192000"/>
              <a:gd name="connsiteY1758" fmla="*/ 1534962 h 6858000"/>
              <a:gd name="connsiteX1759" fmla="*/ 615143 w 12192000"/>
              <a:gd name="connsiteY1759" fmla="*/ 1534962 h 6858000"/>
              <a:gd name="connsiteX1760" fmla="*/ 615143 w 12192000"/>
              <a:gd name="connsiteY1760" fmla="*/ 1936987 h 6858000"/>
              <a:gd name="connsiteX1761" fmla="*/ 1009582 w 12192000"/>
              <a:gd name="connsiteY1761" fmla="*/ 1936987 h 6858000"/>
              <a:gd name="connsiteX1762" fmla="*/ 1007051 w 12192000"/>
              <a:gd name="connsiteY1762" fmla="*/ 1534962 h 6858000"/>
              <a:gd name="connsiteX1763" fmla="*/ 615143 w 12192000"/>
              <a:gd name="connsiteY1763" fmla="*/ 1534962 h 6858000"/>
              <a:gd name="connsiteX1764" fmla="*/ 5456148 w 12192000"/>
              <a:gd name="connsiteY1764" fmla="*/ 1534334 h 6858000"/>
              <a:gd name="connsiteX1765" fmla="*/ 5259876 w 12192000"/>
              <a:gd name="connsiteY1765" fmla="*/ 1540023 h 6858000"/>
              <a:gd name="connsiteX1766" fmla="*/ 5259876 w 12192000"/>
              <a:gd name="connsiteY1766" fmla="*/ 1934456 h 6858000"/>
              <a:gd name="connsiteX1767" fmla="*/ 5661901 w 12192000"/>
              <a:gd name="connsiteY1767" fmla="*/ 1931931 h 6858000"/>
              <a:gd name="connsiteX1768" fmla="*/ 5661901 w 12192000"/>
              <a:gd name="connsiteY1768" fmla="*/ 1540023 h 6858000"/>
              <a:gd name="connsiteX1769" fmla="*/ 5456148 w 12192000"/>
              <a:gd name="connsiteY1769" fmla="*/ 1534334 h 6858000"/>
              <a:gd name="connsiteX1770" fmla="*/ 2920128 w 12192000"/>
              <a:gd name="connsiteY1770" fmla="*/ 1534334 h 6858000"/>
              <a:gd name="connsiteX1771" fmla="*/ 2723862 w 12192000"/>
              <a:gd name="connsiteY1771" fmla="*/ 1540023 h 6858000"/>
              <a:gd name="connsiteX1772" fmla="*/ 2723862 w 12192000"/>
              <a:gd name="connsiteY1772" fmla="*/ 1936987 h 6858000"/>
              <a:gd name="connsiteX1773" fmla="*/ 3125881 w 12192000"/>
              <a:gd name="connsiteY1773" fmla="*/ 1939511 h 6858000"/>
              <a:gd name="connsiteX1774" fmla="*/ 3125881 w 12192000"/>
              <a:gd name="connsiteY1774" fmla="*/ 1540023 h 6858000"/>
              <a:gd name="connsiteX1775" fmla="*/ 2920128 w 12192000"/>
              <a:gd name="connsiteY1775" fmla="*/ 1534334 h 6858000"/>
              <a:gd name="connsiteX1776" fmla="*/ 386638 w 12192000"/>
              <a:gd name="connsiteY1776" fmla="*/ 1534334 h 6858000"/>
              <a:gd name="connsiteX1777" fmla="*/ 190366 w 12192000"/>
              <a:gd name="connsiteY1777" fmla="*/ 1540023 h 6858000"/>
              <a:gd name="connsiteX1778" fmla="*/ 190366 w 12192000"/>
              <a:gd name="connsiteY1778" fmla="*/ 1934456 h 6858000"/>
              <a:gd name="connsiteX1779" fmla="*/ 592391 w 12192000"/>
              <a:gd name="connsiteY1779" fmla="*/ 1931931 h 6858000"/>
              <a:gd name="connsiteX1780" fmla="*/ 592391 w 12192000"/>
              <a:gd name="connsiteY1780" fmla="*/ 1540023 h 6858000"/>
              <a:gd name="connsiteX1781" fmla="*/ 386638 w 12192000"/>
              <a:gd name="connsiteY1781" fmla="*/ 1534334 h 6858000"/>
              <a:gd name="connsiteX1782" fmla="*/ 2557098 w 12192000"/>
              <a:gd name="connsiteY1782" fmla="*/ 1532959 h 6858000"/>
              <a:gd name="connsiteX1783" fmla="*/ 2301610 w 12192000"/>
              <a:gd name="connsiteY1783" fmla="*/ 1540023 h 6858000"/>
              <a:gd name="connsiteX1784" fmla="*/ 2301610 w 12192000"/>
              <a:gd name="connsiteY1784" fmla="*/ 1939511 h 6858000"/>
              <a:gd name="connsiteX1785" fmla="*/ 2703634 w 12192000"/>
              <a:gd name="connsiteY1785" fmla="*/ 1939511 h 6858000"/>
              <a:gd name="connsiteX1786" fmla="*/ 2703634 w 12192000"/>
              <a:gd name="connsiteY1786" fmla="*/ 1537493 h 6858000"/>
              <a:gd name="connsiteX1787" fmla="*/ 2557098 w 12192000"/>
              <a:gd name="connsiteY1787" fmla="*/ 1532959 h 6858000"/>
              <a:gd name="connsiteX1788" fmla="*/ 11178945 w 12192000"/>
              <a:gd name="connsiteY1788" fmla="*/ 1532437 h 6858000"/>
              <a:gd name="connsiteX1789" fmla="*/ 11178945 w 12192000"/>
              <a:gd name="connsiteY1789" fmla="*/ 1936987 h 6858000"/>
              <a:gd name="connsiteX1790" fmla="*/ 11578433 w 12192000"/>
              <a:gd name="connsiteY1790" fmla="*/ 1936987 h 6858000"/>
              <a:gd name="connsiteX1791" fmla="*/ 11578433 w 12192000"/>
              <a:gd name="connsiteY1791" fmla="*/ 1532437 h 6858000"/>
              <a:gd name="connsiteX1792" fmla="*/ 11178945 w 12192000"/>
              <a:gd name="connsiteY1792" fmla="*/ 1532437 h 6858000"/>
              <a:gd name="connsiteX1793" fmla="*/ 9909669 w 12192000"/>
              <a:gd name="connsiteY1793" fmla="*/ 1117771 h 6858000"/>
              <a:gd name="connsiteX1794" fmla="*/ 9909669 w 12192000"/>
              <a:gd name="connsiteY1794" fmla="*/ 1517265 h 6858000"/>
              <a:gd name="connsiteX1795" fmla="*/ 10311688 w 12192000"/>
              <a:gd name="connsiteY1795" fmla="*/ 1517265 h 6858000"/>
              <a:gd name="connsiteX1796" fmla="*/ 10311688 w 12192000"/>
              <a:gd name="connsiteY1796" fmla="*/ 1117771 h 6858000"/>
              <a:gd name="connsiteX1797" fmla="*/ 9909669 w 12192000"/>
              <a:gd name="connsiteY1797" fmla="*/ 1117771 h 6858000"/>
              <a:gd name="connsiteX1798" fmla="*/ 612619 w 12192000"/>
              <a:gd name="connsiteY1798" fmla="*/ 1117771 h 6858000"/>
              <a:gd name="connsiteX1799" fmla="*/ 612619 w 12192000"/>
              <a:gd name="connsiteY1799" fmla="*/ 1514734 h 6858000"/>
              <a:gd name="connsiteX1800" fmla="*/ 1014637 w 12192000"/>
              <a:gd name="connsiteY1800" fmla="*/ 1514734 h 6858000"/>
              <a:gd name="connsiteX1801" fmla="*/ 1014637 w 12192000"/>
              <a:gd name="connsiteY1801" fmla="*/ 1117771 h 6858000"/>
              <a:gd name="connsiteX1802" fmla="*/ 612619 w 12192000"/>
              <a:gd name="connsiteY1802" fmla="*/ 1117771 h 6858000"/>
              <a:gd name="connsiteX1803" fmla="*/ 10334446 w 12192000"/>
              <a:gd name="connsiteY1803" fmla="*/ 1115246 h 6858000"/>
              <a:gd name="connsiteX1804" fmla="*/ 10334446 w 12192000"/>
              <a:gd name="connsiteY1804" fmla="*/ 1517265 h 6858000"/>
              <a:gd name="connsiteX1805" fmla="*/ 10733940 w 12192000"/>
              <a:gd name="connsiteY1805" fmla="*/ 1517265 h 6858000"/>
              <a:gd name="connsiteX1806" fmla="*/ 10733940 w 12192000"/>
              <a:gd name="connsiteY1806" fmla="*/ 1115246 h 6858000"/>
              <a:gd name="connsiteX1807" fmla="*/ 10334446 w 12192000"/>
              <a:gd name="connsiteY1807" fmla="*/ 1115246 h 6858000"/>
              <a:gd name="connsiteX1808" fmla="*/ 9489948 w 12192000"/>
              <a:gd name="connsiteY1808" fmla="*/ 1115246 h 6858000"/>
              <a:gd name="connsiteX1809" fmla="*/ 9492479 w 12192000"/>
              <a:gd name="connsiteY1809" fmla="*/ 1514734 h 6858000"/>
              <a:gd name="connsiteX1810" fmla="*/ 9889442 w 12192000"/>
              <a:gd name="connsiteY1810" fmla="*/ 1514734 h 6858000"/>
              <a:gd name="connsiteX1811" fmla="*/ 9889442 w 12192000"/>
              <a:gd name="connsiteY1811" fmla="*/ 1115246 h 6858000"/>
              <a:gd name="connsiteX1812" fmla="*/ 9489948 w 12192000"/>
              <a:gd name="connsiteY1812" fmla="*/ 1115246 h 6858000"/>
              <a:gd name="connsiteX1813" fmla="*/ 9067702 w 12192000"/>
              <a:gd name="connsiteY1813" fmla="*/ 1115246 h 6858000"/>
              <a:gd name="connsiteX1814" fmla="*/ 9070226 w 12192000"/>
              <a:gd name="connsiteY1814" fmla="*/ 1517265 h 6858000"/>
              <a:gd name="connsiteX1815" fmla="*/ 9467190 w 12192000"/>
              <a:gd name="connsiteY1815" fmla="*/ 1514734 h 6858000"/>
              <a:gd name="connsiteX1816" fmla="*/ 9467190 w 12192000"/>
              <a:gd name="connsiteY1816" fmla="*/ 1117771 h 6858000"/>
              <a:gd name="connsiteX1817" fmla="*/ 9067702 w 12192000"/>
              <a:gd name="connsiteY1817" fmla="*/ 1115246 h 6858000"/>
              <a:gd name="connsiteX1818" fmla="*/ 8220673 w 12192000"/>
              <a:gd name="connsiteY1818" fmla="*/ 1115246 h 6858000"/>
              <a:gd name="connsiteX1819" fmla="*/ 8220673 w 12192000"/>
              <a:gd name="connsiteY1819" fmla="*/ 1517265 h 6858000"/>
              <a:gd name="connsiteX1820" fmla="*/ 8620167 w 12192000"/>
              <a:gd name="connsiteY1820" fmla="*/ 1517265 h 6858000"/>
              <a:gd name="connsiteX1821" fmla="*/ 8620167 w 12192000"/>
              <a:gd name="connsiteY1821" fmla="*/ 1115246 h 6858000"/>
              <a:gd name="connsiteX1822" fmla="*/ 8220673 w 12192000"/>
              <a:gd name="connsiteY1822" fmla="*/ 1115246 h 6858000"/>
              <a:gd name="connsiteX1823" fmla="*/ 7798427 w 12192000"/>
              <a:gd name="connsiteY1823" fmla="*/ 1115246 h 6858000"/>
              <a:gd name="connsiteX1824" fmla="*/ 7798427 w 12192000"/>
              <a:gd name="connsiteY1824" fmla="*/ 1517265 h 6858000"/>
              <a:gd name="connsiteX1825" fmla="*/ 8197920 w 12192000"/>
              <a:gd name="connsiteY1825" fmla="*/ 1517265 h 6858000"/>
              <a:gd name="connsiteX1826" fmla="*/ 8197920 w 12192000"/>
              <a:gd name="connsiteY1826" fmla="*/ 1115246 h 6858000"/>
              <a:gd name="connsiteX1827" fmla="*/ 7798427 w 12192000"/>
              <a:gd name="connsiteY1827" fmla="*/ 1115246 h 6858000"/>
              <a:gd name="connsiteX1828" fmla="*/ 6104374 w 12192000"/>
              <a:gd name="connsiteY1828" fmla="*/ 1115246 h 6858000"/>
              <a:gd name="connsiteX1829" fmla="*/ 6104374 w 12192000"/>
              <a:gd name="connsiteY1829" fmla="*/ 1517265 h 6858000"/>
              <a:gd name="connsiteX1830" fmla="*/ 6508924 w 12192000"/>
              <a:gd name="connsiteY1830" fmla="*/ 1517265 h 6858000"/>
              <a:gd name="connsiteX1831" fmla="*/ 6508924 w 12192000"/>
              <a:gd name="connsiteY1831" fmla="*/ 1115246 h 6858000"/>
              <a:gd name="connsiteX1832" fmla="*/ 6104374 w 12192000"/>
              <a:gd name="connsiteY1832" fmla="*/ 1115246 h 6858000"/>
              <a:gd name="connsiteX1833" fmla="*/ 5682128 w 12192000"/>
              <a:gd name="connsiteY1833" fmla="*/ 1115246 h 6858000"/>
              <a:gd name="connsiteX1834" fmla="*/ 5682128 w 12192000"/>
              <a:gd name="connsiteY1834" fmla="*/ 1512210 h 6858000"/>
              <a:gd name="connsiteX1835" fmla="*/ 6084147 w 12192000"/>
              <a:gd name="connsiteY1835" fmla="*/ 1509679 h 6858000"/>
              <a:gd name="connsiteX1836" fmla="*/ 6084147 w 12192000"/>
              <a:gd name="connsiteY1836" fmla="*/ 1115246 h 6858000"/>
              <a:gd name="connsiteX1837" fmla="*/ 5682128 w 12192000"/>
              <a:gd name="connsiteY1837" fmla="*/ 1115246 h 6858000"/>
              <a:gd name="connsiteX1838" fmla="*/ 4840160 w 12192000"/>
              <a:gd name="connsiteY1838" fmla="*/ 1115246 h 6858000"/>
              <a:gd name="connsiteX1839" fmla="*/ 4840160 w 12192000"/>
              <a:gd name="connsiteY1839" fmla="*/ 1517265 h 6858000"/>
              <a:gd name="connsiteX1840" fmla="*/ 5237124 w 12192000"/>
              <a:gd name="connsiteY1840" fmla="*/ 1517265 h 6858000"/>
              <a:gd name="connsiteX1841" fmla="*/ 5237124 w 12192000"/>
              <a:gd name="connsiteY1841" fmla="*/ 1115246 h 6858000"/>
              <a:gd name="connsiteX1842" fmla="*/ 4840160 w 12192000"/>
              <a:gd name="connsiteY1842" fmla="*/ 1115246 h 6858000"/>
              <a:gd name="connsiteX1843" fmla="*/ 4415383 w 12192000"/>
              <a:gd name="connsiteY1843" fmla="*/ 1115246 h 6858000"/>
              <a:gd name="connsiteX1844" fmla="*/ 4415383 w 12192000"/>
              <a:gd name="connsiteY1844" fmla="*/ 1517265 h 6858000"/>
              <a:gd name="connsiteX1845" fmla="*/ 4814877 w 12192000"/>
              <a:gd name="connsiteY1845" fmla="*/ 1517265 h 6858000"/>
              <a:gd name="connsiteX1846" fmla="*/ 4814877 w 12192000"/>
              <a:gd name="connsiteY1846" fmla="*/ 1115246 h 6858000"/>
              <a:gd name="connsiteX1847" fmla="*/ 4415383 w 12192000"/>
              <a:gd name="connsiteY1847" fmla="*/ 1115246 h 6858000"/>
              <a:gd name="connsiteX1848" fmla="*/ 3993131 w 12192000"/>
              <a:gd name="connsiteY1848" fmla="*/ 1115246 h 6858000"/>
              <a:gd name="connsiteX1849" fmla="*/ 3993131 w 12192000"/>
              <a:gd name="connsiteY1849" fmla="*/ 1517265 h 6858000"/>
              <a:gd name="connsiteX1850" fmla="*/ 4392625 w 12192000"/>
              <a:gd name="connsiteY1850" fmla="*/ 1517265 h 6858000"/>
              <a:gd name="connsiteX1851" fmla="*/ 4392625 w 12192000"/>
              <a:gd name="connsiteY1851" fmla="*/ 1115246 h 6858000"/>
              <a:gd name="connsiteX1852" fmla="*/ 3993131 w 12192000"/>
              <a:gd name="connsiteY1852" fmla="*/ 1115246 h 6858000"/>
              <a:gd name="connsiteX1853" fmla="*/ 3570885 w 12192000"/>
              <a:gd name="connsiteY1853" fmla="*/ 1115246 h 6858000"/>
              <a:gd name="connsiteX1854" fmla="*/ 3570885 w 12192000"/>
              <a:gd name="connsiteY1854" fmla="*/ 1517265 h 6858000"/>
              <a:gd name="connsiteX1855" fmla="*/ 3970379 w 12192000"/>
              <a:gd name="connsiteY1855" fmla="*/ 1517265 h 6858000"/>
              <a:gd name="connsiteX1856" fmla="*/ 3970379 w 12192000"/>
              <a:gd name="connsiteY1856" fmla="*/ 1115246 h 6858000"/>
              <a:gd name="connsiteX1857" fmla="*/ 3570885 w 12192000"/>
              <a:gd name="connsiteY1857" fmla="*/ 1115246 h 6858000"/>
              <a:gd name="connsiteX1858" fmla="*/ 3151163 w 12192000"/>
              <a:gd name="connsiteY1858" fmla="*/ 1115246 h 6858000"/>
              <a:gd name="connsiteX1859" fmla="*/ 3153694 w 12192000"/>
              <a:gd name="connsiteY1859" fmla="*/ 1514734 h 6858000"/>
              <a:gd name="connsiteX1860" fmla="*/ 3553188 w 12192000"/>
              <a:gd name="connsiteY1860" fmla="*/ 1514734 h 6858000"/>
              <a:gd name="connsiteX1861" fmla="*/ 3550657 w 12192000"/>
              <a:gd name="connsiteY1861" fmla="*/ 1115246 h 6858000"/>
              <a:gd name="connsiteX1862" fmla="*/ 3151163 w 12192000"/>
              <a:gd name="connsiteY1862" fmla="*/ 1115246 h 6858000"/>
              <a:gd name="connsiteX1863" fmla="*/ 2728917 w 12192000"/>
              <a:gd name="connsiteY1863" fmla="*/ 1115246 h 6858000"/>
              <a:gd name="connsiteX1864" fmla="*/ 2731442 w 12192000"/>
              <a:gd name="connsiteY1864" fmla="*/ 1519796 h 6858000"/>
              <a:gd name="connsiteX1865" fmla="*/ 3128411 w 12192000"/>
              <a:gd name="connsiteY1865" fmla="*/ 1519796 h 6858000"/>
              <a:gd name="connsiteX1866" fmla="*/ 3128411 w 12192000"/>
              <a:gd name="connsiteY1866" fmla="*/ 1115246 h 6858000"/>
              <a:gd name="connsiteX1867" fmla="*/ 2728917 w 12192000"/>
              <a:gd name="connsiteY1867" fmla="*/ 1115246 h 6858000"/>
              <a:gd name="connsiteX1868" fmla="*/ 2301610 w 12192000"/>
              <a:gd name="connsiteY1868" fmla="*/ 1115246 h 6858000"/>
              <a:gd name="connsiteX1869" fmla="*/ 2301610 w 12192000"/>
              <a:gd name="connsiteY1869" fmla="*/ 1517265 h 6858000"/>
              <a:gd name="connsiteX1870" fmla="*/ 2703634 w 12192000"/>
              <a:gd name="connsiteY1870" fmla="*/ 1517265 h 6858000"/>
              <a:gd name="connsiteX1871" fmla="*/ 2703634 w 12192000"/>
              <a:gd name="connsiteY1871" fmla="*/ 1115246 h 6858000"/>
              <a:gd name="connsiteX1872" fmla="*/ 2301610 w 12192000"/>
              <a:gd name="connsiteY1872" fmla="*/ 1115246 h 6858000"/>
              <a:gd name="connsiteX1873" fmla="*/ 1881894 w 12192000"/>
              <a:gd name="connsiteY1873" fmla="*/ 1115246 h 6858000"/>
              <a:gd name="connsiteX1874" fmla="*/ 1881894 w 12192000"/>
              <a:gd name="connsiteY1874" fmla="*/ 1517265 h 6858000"/>
              <a:gd name="connsiteX1875" fmla="*/ 2281382 w 12192000"/>
              <a:gd name="connsiteY1875" fmla="*/ 1517265 h 6858000"/>
              <a:gd name="connsiteX1876" fmla="*/ 2281382 w 12192000"/>
              <a:gd name="connsiteY1876" fmla="*/ 1115246 h 6858000"/>
              <a:gd name="connsiteX1877" fmla="*/ 1881894 w 12192000"/>
              <a:gd name="connsiteY1877" fmla="*/ 1115246 h 6858000"/>
              <a:gd name="connsiteX1878" fmla="*/ 1457117 w 12192000"/>
              <a:gd name="connsiteY1878" fmla="*/ 1115246 h 6858000"/>
              <a:gd name="connsiteX1879" fmla="*/ 1457117 w 12192000"/>
              <a:gd name="connsiteY1879" fmla="*/ 1517265 h 6858000"/>
              <a:gd name="connsiteX1880" fmla="*/ 1859136 w 12192000"/>
              <a:gd name="connsiteY1880" fmla="*/ 1517265 h 6858000"/>
              <a:gd name="connsiteX1881" fmla="*/ 1859136 w 12192000"/>
              <a:gd name="connsiteY1881" fmla="*/ 1115246 h 6858000"/>
              <a:gd name="connsiteX1882" fmla="*/ 1457117 w 12192000"/>
              <a:gd name="connsiteY1882" fmla="*/ 1115246 h 6858000"/>
              <a:gd name="connsiteX1883" fmla="*/ 1039920 w 12192000"/>
              <a:gd name="connsiteY1883" fmla="*/ 1115246 h 6858000"/>
              <a:gd name="connsiteX1884" fmla="*/ 1042451 w 12192000"/>
              <a:gd name="connsiteY1884" fmla="*/ 1517265 h 6858000"/>
              <a:gd name="connsiteX1885" fmla="*/ 1436884 w 12192000"/>
              <a:gd name="connsiteY1885" fmla="*/ 1517265 h 6858000"/>
              <a:gd name="connsiteX1886" fmla="*/ 1436884 w 12192000"/>
              <a:gd name="connsiteY1886" fmla="*/ 1115246 h 6858000"/>
              <a:gd name="connsiteX1887" fmla="*/ 1039920 w 12192000"/>
              <a:gd name="connsiteY1887" fmla="*/ 1115246 h 6858000"/>
              <a:gd name="connsiteX1888" fmla="*/ 11435549 w 12192000"/>
              <a:gd name="connsiteY1888" fmla="*/ 1113238 h 6858000"/>
              <a:gd name="connsiteX1889" fmla="*/ 11181470 w 12192000"/>
              <a:gd name="connsiteY1889" fmla="*/ 1120302 h 6858000"/>
              <a:gd name="connsiteX1890" fmla="*/ 11181470 w 12192000"/>
              <a:gd name="connsiteY1890" fmla="*/ 1517265 h 6858000"/>
              <a:gd name="connsiteX1891" fmla="*/ 11575908 w 12192000"/>
              <a:gd name="connsiteY1891" fmla="*/ 1517265 h 6858000"/>
              <a:gd name="connsiteX1892" fmla="*/ 11575908 w 12192000"/>
              <a:gd name="connsiteY1892" fmla="*/ 1117771 h 6858000"/>
              <a:gd name="connsiteX1893" fmla="*/ 11435549 w 12192000"/>
              <a:gd name="connsiteY1893" fmla="*/ 1113238 h 6858000"/>
              <a:gd name="connsiteX1894" fmla="*/ 8899530 w 12192000"/>
              <a:gd name="connsiteY1894" fmla="*/ 1113238 h 6858000"/>
              <a:gd name="connsiteX1895" fmla="*/ 8645449 w 12192000"/>
              <a:gd name="connsiteY1895" fmla="*/ 1120302 h 6858000"/>
              <a:gd name="connsiteX1896" fmla="*/ 8645449 w 12192000"/>
              <a:gd name="connsiteY1896" fmla="*/ 1517265 h 6858000"/>
              <a:gd name="connsiteX1897" fmla="*/ 9039888 w 12192000"/>
              <a:gd name="connsiteY1897" fmla="*/ 1517265 h 6858000"/>
              <a:gd name="connsiteX1898" fmla="*/ 9039888 w 12192000"/>
              <a:gd name="connsiteY1898" fmla="*/ 1117771 h 6858000"/>
              <a:gd name="connsiteX1899" fmla="*/ 8899530 w 12192000"/>
              <a:gd name="connsiteY1899" fmla="*/ 1113238 h 6858000"/>
              <a:gd name="connsiteX1900" fmla="*/ 11793983 w 12192000"/>
              <a:gd name="connsiteY1900" fmla="*/ 1112398 h 6858000"/>
              <a:gd name="connsiteX1901" fmla="*/ 11598660 w 12192000"/>
              <a:gd name="connsiteY1901" fmla="*/ 1120302 h 6858000"/>
              <a:gd name="connsiteX1902" fmla="*/ 11601191 w 12192000"/>
              <a:gd name="connsiteY1902" fmla="*/ 1517265 h 6858000"/>
              <a:gd name="connsiteX1903" fmla="*/ 11998154 w 12192000"/>
              <a:gd name="connsiteY1903" fmla="*/ 1517265 h 6858000"/>
              <a:gd name="connsiteX1904" fmla="*/ 12000685 w 12192000"/>
              <a:gd name="connsiteY1904" fmla="*/ 1117771 h 6858000"/>
              <a:gd name="connsiteX1905" fmla="*/ 11793983 w 12192000"/>
              <a:gd name="connsiteY1905" fmla="*/ 1112398 h 6858000"/>
              <a:gd name="connsiteX1906" fmla="*/ 7572447 w 12192000"/>
              <a:gd name="connsiteY1906" fmla="*/ 1112398 h 6858000"/>
              <a:gd name="connsiteX1907" fmla="*/ 7376180 w 12192000"/>
              <a:gd name="connsiteY1907" fmla="*/ 1120302 h 6858000"/>
              <a:gd name="connsiteX1908" fmla="*/ 7376180 w 12192000"/>
              <a:gd name="connsiteY1908" fmla="*/ 1517265 h 6858000"/>
              <a:gd name="connsiteX1909" fmla="*/ 7778199 w 12192000"/>
              <a:gd name="connsiteY1909" fmla="*/ 1517265 h 6858000"/>
              <a:gd name="connsiteX1910" fmla="*/ 7778199 w 12192000"/>
              <a:gd name="connsiteY1910" fmla="*/ 1117771 h 6858000"/>
              <a:gd name="connsiteX1911" fmla="*/ 7572447 w 12192000"/>
              <a:gd name="connsiteY1911" fmla="*/ 1112398 h 6858000"/>
              <a:gd name="connsiteX1912" fmla="*/ 7146406 w 12192000"/>
              <a:gd name="connsiteY1912" fmla="*/ 1112398 h 6858000"/>
              <a:gd name="connsiteX1913" fmla="*/ 6953928 w 12192000"/>
              <a:gd name="connsiteY1913" fmla="*/ 1120302 h 6858000"/>
              <a:gd name="connsiteX1914" fmla="*/ 6958989 w 12192000"/>
              <a:gd name="connsiteY1914" fmla="*/ 1517265 h 6858000"/>
              <a:gd name="connsiteX1915" fmla="*/ 7355953 w 12192000"/>
              <a:gd name="connsiteY1915" fmla="*/ 1517265 h 6858000"/>
              <a:gd name="connsiteX1916" fmla="*/ 7355953 w 12192000"/>
              <a:gd name="connsiteY1916" fmla="*/ 1117771 h 6858000"/>
              <a:gd name="connsiteX1917" fmla="*/ 7146406 w 12192000"/>
              <a:gd name="connsiteY1917" fmla="*/ 1112398 h 6858000"/>
              <a:gd name="connsiteX1918" fmla="*/ 386322 w 12192000"/>
              <a:gd name="connsiteY1918" fmla="*/ 1112398 h 6858000"/>
              <a:gd name="connsiteX1919" fmla="*/ 190366 w 12192000"/>
              <a:gd name="connsiteY1919" fmla="*/ 1120302 h 6858000"/>
              <a:gd name="connsiteX1920" fmla="*/ 190366 w 12192000"/>
              <a:gd name="connsiteY1920" fmla="*/ 1517265 h 6858000"/>
              <a:gd name="connsiteX1921" fmla="*/ 587330 w 12192000"/>
              <a:gd name="connsiteY1921" fmla="*/ 1517265 h 6858000"/>
              <a:gd name="connsiteX1922" fmla="*/ 589860 w 12192000"/>
              <a:gd name="connsiteY1922" fmla="*/ 1117771 h 6858000"/>
              <a:gd name="connsiteX1923" fmla="*/ 386322 w 12192000"/>
              <a:gd name="connsiteY1923" fmla="*/ 1112398 h 6858000"/>
              <a:gd name="connsiteX1924" fmla="*/ 5456148 w 12192000"/>
              <a:gd name="connsiteY1924" fmla="*/ 1112082 h 6858000"/>
              <a:gd name="connsiteX1925" fmla="*/ 5259876 w 12192000"/>
              <a:gd name="connsiteY1925" fmla="*/ 1117771 h 6858000"/>
              <a:gd name="connsiteX1926" fmla="*/ 5259876 w 12192000"/>
              <a:gd name="connsiteY1926" fmla="*/ 1514734 h 6858000"/>
              <a:gd name="connsiteX1927" fmla="*/ 5661901 w 12192000"/>
              <a:gd name="connsiteY1927" fmla="*/ 1517265 h 6858000"/>
              <a:gd name="connsiteX1928" fmla="*/ 5661901 w 12192000"/>
              <a:gd name="connsiteY1928" fmla="*/ 1117771 h 6858000"/>
              <a:gd name="connsiteX1929" fmla="*/ 5456148 w 12192000"/>
              <a:gd name="connsiteY1929" fmla="*/ 1112082 h 6858000"/>
              <a:gd name="connsiteX1930" fmla="*/ 6780070 w 12192000"/>
              <a:gd name="connsiteY1930" fmla="*/ 1110844 h 6858000"/>
              <a:gd name="connsiteX1931" fmla="*/ 6529151 w 12192000"/>
              <a:gd name="connsiteY1931" fmla="*/ 1120302 h 6858000"/>
              <a:gd name="connsiteX1932" fmla="*/ 6529151 w 12192000"/>
              <a:gd name="connsiteY1932" fmla="*/ 1517265 h 6858000"/>
              <a:gd name="connsiteX1933" fmla="*/ 6928645 w 12192000"/>
              <a:gd name="connsiteY1933" fmla="*/ 1517265 h 6858000"/>
              <a:gd name="connsiteX1934" fmla="*/ 6926115 w 12192000"/>
              <a:gd name="connsiteY1934" fmla="*/ 1115246 h 6858000"/>
              <a:gd name="connsiteX1935" fmla="*/ 6780070 w 12192000"/>
              <a:gd name="connsiteY1935" fmla="*/ 1110844 h 6858000"/>
              <a:gd name="connsiteX1936" fmla="*/ 11005083 w 12192000"/>
              <a:gd name="connsiteY1936" fmla="*/ 1110711 h 6858000"/>
              <a:gd name="connsiteX1937" fmla="*/ 10754168 w 12192000"/>
              <a:gd name="connsiteY1937" fmla="*/ 1117771 h 6858000"/>
              <a:gd name="connsiteX1938" fmla="*/ 10754168 w 12192000"/>
              <a:gd name="connsiteY1938" fmla="*/ 1514734 h 6858000"/>
              <a:gd name="connsiteX1939" fmla="*/ 11153656 w 12192000"/>
              <a:gd name="connsiteY1939" fmla="*/ 1517265 h 6858000"/>
              <a:gd name="connsiteX1940" fmla="*/ 11151131 w 12192000"/>
              <a:gd name="connsiteY1940" fmla="*/ 1115246 h 6858000"/>
              <a:gd name="connsiteX1941" fmla="*/ 11005083 w 12192000"/>
              <a:gd name="connsiteY1941" fmla="*/ 1110711 h 6858000"/>
              <a:gd name="connsiteX1942" fmla="*/ 11178945 w 12192000"/>
              <a:gd name="connsiteY1942" fmla="*/ 695525 h 6858000"/>
              <a:gd name="connsiteX1943" fmla="*/ 11178945 w 12192000"/>
              <a:gd name="connsiteY1943" fmla="*/ 1095019 h 6858000"/>
              <a:gd name="connsiteX1944" fmla="*/ 11578433 w 12192000"/>
              <a:gd name="connsiteY1944" fmla="*/ 1095019 h 6858000"/>
              <a:gd name="connsiteX1945" fmla="*/ 11578433 w 12192000"/>
              <a:gd name="connsiteY1945" fmla="*/ 695525 h 6858000"/>
              <a:gd name="connsiteX1946" fmla="*/ 11178945 w 12192000"/>
              <a:gd name="connsiteY1946" fmla="*/ 695525 h 6858000"/>
              <a:gd name="connsiteX1947" fmla="*/ 6529151 w 12192000"/>
              <a:gd name="connsiteY1947" fmla="*/ 695525 h 6858000"/>
              <a:gd name="connsiteX1948" fmla="*/ 6529151 w 12192000"/>
              <a:gd name="connsiteY1948" fmla="*/ 1095019 h 6858000"/>
              <a:gd name="connsiteX1949" fmla="*/ 6928645 w 12192000"/>
              <a:gd name="connsiteY1949" fmla="*/ 1095019 h 6858000"/>
              <a:gd name="connsiteX1950" fmla="*/ 6926115 w 12192000"/>
              <a:gd name="connsiteY1950" fmla="*/ 695525 h 6858000"/>
              <a:gd name="connsiteX1951" fmla="*/ 6529151 w 12192000"/>
              <a:gd name="connsiteY1951" fmla="*/ 695525 h 6858000"/>
              <a:gd name="connsiteX1952" fmla="*/ 5259876 w 12192000"/>
              <a:gd name="connsiteY1952" fmla="*/ 695525 h 6858000"/>
              <a:gd name="connsiteX1953" fmla="*/ 5259876 w 12192000"/>
              <a:gd name="connsiteY1953" fmla="*/ 1095019 h 6858000"/>
              <a:gd name="connsiteX1954" fmla="*/ 5659370 w 12192000"/>
              <a:gd name="connsiteY1954" fmla="*/ 1095019 h 6858000"/>
              <a:gd name="connsiteX1955" fmla="*/ 5656845 w 12192000"/>
              <a:gd name="connsiteY1955" fmla="*/ 695525 h 6858000"/>
              <a:gd name="connsiteX1956" fmla="*/ 5259876 w 12192000"/>
              <a:gd name="connsiteY1956" fmla="*/ 695525 h 6858000"/>
              <a:gd name="connsiteX1957" fmla="*/ 10756693 w 12192000"/>
              <a:gd name="connsiteY1957" fmla="*/ 692994 h 6858000"/>
              <a:gd name="connsiteX1958" fmla="*/ 10756693 w 12192000"/>
              <a:gd name="connsiteY1958" fmla="*/ 1095019 h 6858000"/>
              <a:gd name="connsiteX1959" fmla="*/ 11153656 w 12192000"/>
              <a:gd name="connsiteY1959" fmla="*/ 1095019 h 6858000"/>
              <a:gd name="connsiteX1960" fmla="*/ 11153656 w 12192000"/>
              <a:gd name="connsiteY1960" fmla="*/ 692994 h 6858000"/>
              <a:gd name="connsiteX1961" fmla="*/ 10756693 w 12192000"/>
              <a:gd name="connsiteY1961" fmla="*/ 692994 h 6858000"/>
              <a:gd name="connsiteX1962" fmla="*/ 10334446 w 12192000"/>
              <a:gd name="connsiteY1962" fmla="*/ 692994 h 6858000"/>
              <a:gd name="connsiteX1963" fmla="*/ 10336971 w 12192000"/>
              <a:gd name="connsiteY1963" fmla="*/ 1097543 h 6858000"/>
              <a:gd name="connsiteX1964" fmla="*/ 10733940 w 12192000"/>
              <a:gd name="connsiteY1964" fmla="*/ 1097543 h 6858000"/>
              <a:gd name="connsiteX1965" fmla="*/ 10733940 w 12192000"/>
              <a:gd name="connsiteY1965" fmla="*/ 692994 h 6858000"/>
              <a:gd name="connsiteX1966" fmla="*/ 10334446 w 12192000"/>
              <a:gd name="connsiteY1966" fmla="*/ 692994 h 6858000"/>
              <a:gd name="connsiteX1967" fmla="*/ 8220673 w 12192000"/>
              <a:gd name="connsiteY1967" fmla="*/ 692994 h 6858000"/>
              <a:gd name="connsiteX1968" fmla="*/ 8220673 w 12192000"/>
              <a:gd name="connsiteY1968" fmla="*/ 1095019 h 6858000"/>
              <a:gd name="connsiteX1969" fmla="*/ 8620167 w 12192000"/>
              <a:gd name="connsiteY1969" fmla="*/ 1095019 h 6858000"/>
              <a:gd name="connsiteX1970" fmla="*/ 8620167 w 12192000"/>
              <a:gd name="connsiteY1970" fmla="*/ 692994 h 6858000"/>
              <a:gd name="connsiteX1971" fmla="*/ 8220673 w 12192000"/>
              <a:gd name="connsiteY1971" fmla="*/ 692994 h 6858000"/>
              <a:gd name="connsiteX1972" fmla="*/ 7800957 w 12192000"/>
              <a:gd name="connsiteY1972" fmla="*/ 692994 h 6858000"/>
              <a:gd name="connsiteX1973" fmla="*/ 7800957 w 12192000"/>
              <a:gd name="connsiteY1973" fmla="*/ 1095019 h 6858000"/>
              <a:gd name="connsiteX1974" fmla="*/ 8195390 w 12192000"/>
              <a:gd name="connsiteY1974" fmla="*/ 1095019 h 6858000"/>
              <a:gd name="connsiteX1975" fmla="*/ 8192859 w 12192000"/>
              <a:gd name="connsiteY1975" fmla="*/ 692994 h 6858000"/>
              <a:gd name="connsiteX1976" fmla="*/ 7800957 w 12192000"/>
              <a:gd name="connsiteY1976" fmla="*/ 692994 h 6858000"/>
              <a:gd name="connsiteX1977" fmla="*/ 7376180 w 12192000"/>
              <a:gd name="connsiteY1977" fmla="*/ 692994 h 6858000"/>
              <a:gd name="connsiteX1978" fmla="*/ 7376180 w 12192000"/>
              <a:gd name="connsiteY1978" fmla="*/ 1092488 h 6858000"/>
              <a:gd name="connsiteX1979" fmla="*/ 7778199 w 12192000"/>
              <a:gd name="connsiteY1979" fmla="*/ 1092488 h 6858000"/>
              <a:gd name="connsiteX1980" fmla="*/ 7775668 w 12192000"/>
              <a:gd name="connsiteY1980" fmla="*/ 695525 h 6858000"/>
              <a:gd name="connsiteX1981" fmla="*/ 7376180 w 12192000"/>
              <a:gd name="connsiteY1981" fmla="*/ 692994 h 6858000"/>
              <a:gd name="connsiteX1982" fmla="*/ 6951403 w 12192000"/>
              <a:gd name="connsiteY1982" fmla="*/ 692994 h 6858000"/>
              <a:gd name="connsiteX1983" fmla="*/ 6951403 w 12192000"/>
              <a:gd name="connsiteY1983" fmla="*/ 1092488 h 6858000"/>
              <a:gd name="connsiteX1984" fmla="*/ 7353422 w 12192000"/>
              <a:gd name="connsiteY1984" fmla="*/ 1089964 h 6858000"/>
              <a:gd name="connsiteX1985" fmla="*/ 7348367 w 12192000"/>
              <a:gd name="connsiteY1985" fmla="*/ 692994 h 6858000"/>
              <a:gd name="connsiteX1986" fmla="*/ 6951403 w 12192000"/>
              <a:gd name="connsiteY1986" fmla="*/ 692994 h 6858000"/>
              <a:gd name="connsiteX1987" fmla="*/ 6106905 w 12192000"/>
              <a:gd name="connsiteY1987" fmla="*/ 692994 h 6858000"/>
              <a:gd name="connsiteX1988" fmla="*/ 6109436 w 12192000"/>
              <a:gd name="connsiteY1988" fmla="*/ 1095019 h 6858000"/>
              <a:gd name="connsiteX1989" fmla="*/ 6506399 w 12192000"/>
              <a:gd name="connsiteY1989" fmla="*/ 1095019 h 6858000"/>
              <a:gd name="connsiteX1990" fmla="*/ 6503868 w 12192000"/>
              <a:gd name="connsiteY1990" fmla="*/ 692994 h 6858000"/>
              <a:gd name="connsiteX1991" fmla="*/ 6106905 w 12192000"/>
              <a:gd name="connsiteY1991" fmla="*/ 692994 h 6858000"/>
              <a:gd name="connsiteX1992" fmla="*/ 5684653 w 12192000"/>
              <a:gd name="connsiteY1992" fmla="*/ 692994 h 6858000"/>
              <a:gd name="connsiteX1993" fmla="*/ 5687184 w 12192000"/>
              <a:gd name="connsiteY1993" fmla="*/ 1095019 h 6858000"/>
              <a:gd name="connsiteX1994" fmla="*/ 6084147 w 12192000"/>
              <a:gd name="connsiteY1994" fmla="*/ 1089964 h 6858000"/>
              <a:gd name="connsiteX1995" fmla="*/ 6084147 w 12192000"/>
              <a:gd name="connsiteY1995" fmla="*/ 692994 h 6858000"/>
              <a:gd name="connsiteX1996" fmla="*/ 5684653 w 12192000"/>
              <a:gd name="connsiteY1996" fmla="*/ 692994 h 6858000"/>
              <a:gd name="connsiteX1997" fmla="*/ 4417908 w 12192000"/>
              <a:gd name="connsiteY1997" fmla="*/ 692994 h 6858000"/>
              <a:gd name="connsiteX1998" fmla="*/ 4420439 w 12192000"/>
              <a:gd name="connsiteY1998" fmla="*/ 1095019 h 6858000"/>
              <a:gd name="connsiteX1999" fmla="*/ 4812347 w 12192000"/>
              <a:gd name="connsiteY1999" fmla="*/ 1095019 h 6858000"/>
              <a:gd name="connsiteX2000" fmla="*/ 4809816 w 12192000"/>
              <a:gd name="connsiteY2000" fmla="*/ 692994 h 6858000"/>
              <a:gd name="connsiteX2001" fmla="*/ 4417908 w 12192000"/>
              <a:gd name="connsiteY2001" fmla="*/ 692994 h 6858000"/>
              <a:gd name="connsiteX2002" fmla="*/ 3570885 w 12192000"/>
              <a:gd name="connsiteY2002" fmla="*/ 692994 h 6858000"/>
              <a:gd name="connsiteX2003" fmla="*/ 3570885 w 12192000"/>
              <a:gd name="connsiteY2003" fmla="*/ 1095019 h 6858000"/>
              <a:gd name="connsiteX2004" fmla="*/ 3970379 w 12192000"/>
              <a:gd name="connsiteY2004" fmla="*/ 1095019 h 6858000"/>
              <a:gd name="connsiteX2005" fmla="*/ 3970379 w 12192000"/>
              <a:gd name="connsiteY2005" fmla="*/ 692994 h 6858000"/>
              <a:gd name="connsiteX2006" fmla="*/ 3570885 w 12192000"/>
              <a:gd name="connsiteY2006" fmla="*/ 692994 h 6858000"/>
              <a:gd name="connsiteX2007" fmla="*/ 3148639 w 12192000"/>
              <a:gd name="connsiteY2007" fmla="*/ 692994 h 6858000"/>
              <a:gd name="connsiteX2008" fmla="*/ 3148639 w 12192000"/>
              <a:gd name="connsiteY2008" fmla="*/ 1092488 h 6858000"/>
              <a:gd name="connsiteX2009" fmla="*/ 3550657 w 12192000"/>
              <a:gd name="connsiteY2009" fmla="*/ 1089964 h 6858000"/>
              <a:gd name="connsiteX2010" fmla="*/ 3545602 w 12192000"/>
              <a:gd name="connsiteY2010" fmla="*/ 692994 h 6858000"/>
              <a:gd name="connsiteX2011" fmla="*/ 3148639 w 12192000"/>
              <a:gd name="connsiteY2011" fmla="*/ 692994 h 6858000"/>
              <a:gd name="connsiteX2012" fmla="*/ 2304140 w 12192000"/>
              <a:gd name="connsiteY2012" fmla="*/ 692994 h 6858000"/>
              <a:gd name="connsiteX2013" fmla="*/ 2304140 w 12192000"/>
              <a:gd name="connsiteY2013" fmla="*/ 1089964 h 6858000"/>
              <a:gd name="connsiteX2014" fmla="*/ 2706159 w 12192000"/>
              <a:gd name="connsiteY2014" fmla="*/ 1087433 h 6858000"/>
              <a:gd name="connsiteX2015" fmla="*/ 2706159 w 12192000"/>
              <a:gd name="connsiteY2015" fmla="*/ 692994 h 6858000"/>
              <a:gd name="connsiteX2016" fmla="*/ 2304140 w 12192000"/>
              <a:gd name="connsiteY2016" fmla="*/ 692994 h 6858000"/>
              <a:gd name="connsiteX2017" fmla="*/ 1879363 w 12192000"/>
              <a:gd name="connsiteY2017" fmla="*/ 692994 h 6858000"/>
              <a:gd name="connsiteX2018" fmla="*/ 1879363 w 12192000"/>
              <a:gd name="connsiteY2018" fmla="*/ 1095019 h 6858000"/>
              <a:gd name="connsiteX2019" fmla="*/ 2278857 w 12192000"/>
              <a:gd name="connsiteY2019" fmla="*/ 1095019 h 6858000"/>
              <a:gd name="connsiteX2020" fmla="*/ 2278857 w 12192000"/>
              <a:gd name="connsiteY2020" fmla="*/ 692994 h 6858000"/>
              <a:gd name="connsiteX2021" fmla="*/ 1879363 w 12192000"/>
              <a:gd name="connsiteY2021" fmla="*/ 692994 h 6858000"/>
              <a:gd name="connsiteX2022" fmla="*/ 1462172 w 12192000"/>
              <a:gd name="connsiteY2022" fmla="*/ 692994 h 6858000"/>
              <a:gd name="connsiteX2023" fmla="*/ 1462172 w 12192000"/>
              <a:gd name="connsiteY2023" fmla="*/ 1095019 h 6858000"/>
              <a:gd name="connsiteX2024" fmla="*/ 1859136 w 12192000"/>
              <a:gd name="connsiteY2024" fmla="*/ 1095019 h 6858000"/>
              <a:gd name="connsiteX2025" fmla="*/ 1859136 w 12192000"/>
              <a:gd name="connsiteY2025" fmla="*/ 692994 h 6858000"/>
              <a:gd name="connsiteX2026" fmla="*/ 1462172 w 12192000"/>
              <a:gd name="connsiteY2026" fmla="*/ 692994 h 6858000"/>
              <a:gd name="connsiteX2027" fmla="*/ 1039920 w 12192000"/>
              <a:gd name="connsiteY2027" fmla="*/ 692994 h 6858000"/>
              <a:gd name="connsiteX2028" fmla="*/ 1042451 w 12192000"/>
              <a:gd name="connsiteY2028" fmla="*/ 1095019 h 6858000"/>
              <a:gd name="connsiteX2029" fmla="*/ 1434359 w 12192000"/>
              <a:gd name="connsiteY2029" fmla="*/ 1095019 h 6858000"/>
              <a:gd name="connsiteX2030" fmla="*/ 1431828 w 12192000"/>
              <a:gd name="connsiteY2030" fmla="*/ 692994 h 6858000"/>
              <a:gd name="connsiteX2031" fmla="*/ 1039920 w 12192000"/>
              <a:gd name="connsiteY2031" fmla="*/ 692994 h 6858000"/>
              <a:gd name="connsiteX2032" fmla="*/ 615143 w 12192000"/>
              <a:gd name="connsiteY2032" fmla="*/ 692994 h 6858000"/>
              <a:gd name="connsiteX2033" fmla="*/ 617674 w 12192000"/>
              <a:gd name="connsiteY2033" fmla="*/ 1095019 h 6858000"/>
              <a:gd name="connsiteX2034" fmla="*/ 1014637 w 12192000"/>
              <a:gd name="connsiteY2034" fmla="*/ 1089964 h 6858000"/>
              <a:gd name="connsiteX2035" fmla="*/ 1014637 w 12192000"/>
              <a:gd name="connsiteY2035" fmla="*/ 692994 h 6858000"/>
              <a:gd name="connsiteX2036" fmla="*/ 615143 w 12192000"/>
              <a:gd name="connsiteY2036" fmla="*/ 692994 h 6858000"/>
              <a:gd name="connsiteX2037" fmla="*/ 5032952 w 12192000"/>
              <a:gd name="connsiteY2037" fmla="*/ 692682 h 6858000"/>
              <a:gd name="connsiteX2038" fmla="*/ 4837630 w 12192000"/>
              <a:gd name="connsiteY2038" fmla="*/ 700580 h 6858000"/>
              <a:gd name="connsiteX2039" fmla="*/ 4837630 w 12192000"/>
              <a:gd name="connsiteY2039" fmla="*/ 1095019 h 6858000"/>
              <a:gd name="connsiteX2040" fmla="*/ 5239648 w 12192000"/>
              <a:gd name="connsiteY2040" fmla="*/ 1095019 h 6858000"/>
              <a:gd name="connsiteX2041" fmla="*/ 5239648 w 12192000"/>
              <a:gd name="connsiteY2041" fmla="*/ 698056 h 6858000"/>
              <a:gd name="connsiteX2042" fmla="*/ 5032952 w 12192000"/>
              <a:gd name="connsiteY2042" fmla="*/ 692682 h 6858000"/>
              <a:gd name="connsiteX2043" fmla="*/ 4246890 w 12192000"/>
              <a:gd name="connsiteY2043" fmla="*/ 690992 h 6858000"/>
              <a:gd name="connsiteX2044" fmla="*/ 3993131 w 12192000"/>
              <a:gd name="connsiteY2044" fmla="*/ 698056 h 6858000"/>
              <a:gd name="connsiteX2045" fmla="*/ 3993131 w 12192000"/>
              <a:gd name="connsiteY2045" fmla="*/ 1095019 h 6858000"/>
              <a:gd name="connsiteX2046" fmla="*/ 4392625 w 12192000"/>
              <a:gd name="connsiteY2046" fmla="*/ 1095019 h 6858000"/>
              <a:gd name="connsiteX2047" fmla="*/ 4392625 w 12192000"/>
              <a:gd name="connsiteY2047" fmla="*/ 695525 h 6858000"/>
              <a:gd name="connsiteX2048" fmla="*/ 4246890 w 12192000"/>
              <a:gd name="connsiteY2048" fmla="*/ 690992 h 6858000"/>
              <a:gd name="connsiteX2049" fmla="*/ 11794932 w 12192000"/>
              <a:gd name="connsiteY2049" fmla="*/ 689835 h 6858000"/>
              <a:gd name="connsiteX2050" fmla="*/ 11598660 w 12192000"/>
              <a:gd name="connsiteY2050" fmla="*/ 695525 h 6858000"/>
              <a:gd name="connsiteX2051" fmla="*/ 11601191 w 12192000"/>
              <a:gd name="connsiteY2051" fmla="*/ 1092488 h 6858000"/>
              <a:gd name="connsiteX2052" fmla="*/ 12000685 w 12192000"/>
              <a:gd name="connsiteY2052" fmla="*/ 1095019 h 6858000"/>
              <a:gd name="connsiteX2053" fmla="*/ 12000685 w 12192000"/>
              <a:gd name="connsiteY2053" fmla="*/ 695525 h 6858000"/>
              <a:gd name="connsiteX2054" fmla="*/ 11794932 w 12192000"/>
              <a:gd name="connsiteY2054" fmla="*/ 689835 h 6858000"/>
              <a:gd name="connsiteX2055" fmla="*/ 9261440 w 12192000"/>
              <a:gd name="connsiteY2055" fmla="*/ 689835 h 6858000"/>
              <a:gd name="connsiteX2056" fmla="*/ 9065171 w 12192000"/>
              <a:gd name="connsiteY2056" fmla="*/ 695525 h 6858000"/>
              <a:gd name="connsiteX2057" fmla="*/ 9067702 w 12192000"/>
              <a:gd name="connsiteY2057" fmla="*/ 1092488 h 6858000"/>
              <a:gd name="connsiteX2058" fmla="*/ 9467190 w 12192000"/>
              <a:gd name="connsiteY2058" fmla="*/ 1095019 h 6858000"/>
              <a:gd name="connsiteX2059" fmla="*/ 9467190 w 12192000"/>
              <a:gd name="connsiteY2059" fmla="*/ 695525 h 6858000"/>
              <a:gd name="connsiteX2060" fmla="*/ 9261440 w 12192000"/>
              <a:gd name="connsiteY2060" fmla="*/ 689835 h 6858000"/>
              <a:gd name="connsiteX2061" fmla="*/ 2920128 w 12192000"/>
              <a:gd name="connsiteY2061" fmla="*/ 689835 h 6858000"/>
              <a:gd name="connsiteX2062" fmla="*/ 2723862 w 12192000"/>
              <a:gd name="connsiteY2062" fmla="*/ 695525 h 6858000"/>
              <a:gd name="connsiteX2063" fmla="*/ 2726387 w 12192000"/>
              <a:gd name="connsiteY2063" fmla="*/ 1092488 h 6858000"/>
              <a:gd name="connsiteX2064" fmla="*/ 3125881 w 12192000"/>
              <a:gd name="connsiteY2064" fmla="*/ 1095019 h 6858000"/>
              <a:gd name="connsiteX2065" fmla="*/ 3125881 w 12192000"/>
              <a:gd name="connsiteY2065" fmla="*/ 695525 h 6858000"/>
              <a:gd name="connsiteX2066" fmla="*/ 2920128 w 12192000"/>
              <a:gd name="connsiteY2066" fmla="*/ 689835 h 6858000"/>
              <a:gd name="connsiteX2067" fmla="*/ 386638 w 12192000"/>
              <a:gd name="connsiteY2067" fmla="*/ 689835 h 6858000"/>
              <a:gd name="connsiteX2068" fmla="*/ 190366 w 12192000"/>
              <a:gd name="connsiteY2068" fmla="*/ 695525 h 6858000"/>
              <a:gd name="connsiteX2069" fmla="*/ 192897 w 12192000"/>
              <a:gd name="connsiteY2069" fmla="*/ 1092488 h 6858000"/>
              <a:gd name="connsiteX2070" fmla="*/ 589860 w 12192000"/>
              <a:gd name="connsiteY2070" fmla="*/ 1092488 h 6858000"/>
              <a:gd name="connsiteX2071" fmla="*/ 592391 w 12192000"/>
              <a:gd name="connsiteY2071" fmla="*/ 695525 h 6858000"/>
              <a:gd name="connsiteX2072" fmla="*/ 386638 w 12192000"/>
              <a:gd name="connsiteY2072" fmla="*/ 689835 h 6858000"/>
              <a:gd name="connsiteX2073" fmla="*/ 9733893 w 12192000"/>
              <a:gd name="connsiteY2073" fmla="*/ 689262 h 6858000"/>
              <a:gd name="connsiteX2074" fmla="*/ 9487423 w 12192000"/>
              <a:gd name="connsiteY2074" fmla="*/ 698056 h 6858000"/>
              <a:gd name="connsiteX2075" fmla="*/ 9487423 w 12192000"/>
              <a:gd name="connsiteY2075" fmla="*/ 1095019 h 6858000"/>
              <a:gd name="connsiteX2076" fmla="*/ 9886911 w 12192000"/>
              <a:gd name="connsiteY2076" fmla="*/ 1095019 h 6858000"/>
              <a:gd name="connsiteX2077" fmla="*/ 9884381 w 12192000"/>
              <a:gd name="connsiteY2077" fmla="*/ 692994 h 6858000"/>
              <a:gd name="connsiteX2078" fmla="*/ 9733893 w 12192000"/>
              <a:gd name="connsiteY2078" fmla="*/ 689262 h 6858000"/>
              <a:gd name="connsiteX2079" fmla="*/ 8893972 w 12192000"/>
              <a:gd name="connsiteY2079" fmla="*/ 688595 h 6858000"/>
              <a:gd name="connsiteX2080" fmla="*/ 8645449 w 12192000"/>
              <a:gd name="connsiteY2080" fmla="*/ 698056 h 6858000"/>
              <a:gd name="connsiteX2081" fmla="*/ 8650511 w 12192000"/>
              <a:gd name="connsiteY2081" fmla="*/ 1095019 h 6858000"/>
              <a:gd name="connsiteX2082" fmla="*/ 9039888 w 12192000"/>
              <a:gd name="connsiteY2082" fmla="*/ 1095019 h 6858000"/>
              <a:gd name="connsiteX2083" fmla="*/ 9039888 w 12192000"/>
              <a:gd name="connsiteY2083" fmla="*/ 692994 h 6858000"/>
              <a:gd name="connsiteX2084" fmla="*/ 8893972 w 12192000"/>
              <a:gd name="connsiteY2084" fmla="*/ 688595 h 6858000"/>
              <a:gd name="connsiteX2085" fmla="*/ 10160586 w 12192000"/>
              <a:gd name="connsiteY2085" fmla="*/ 688461 h 6858000"/>
              <a:gd name="connsiteX2086" fmla="*/ 9909669 w 12192000"/>
              <a:gd name="connsiteY2086" fmla="*/ 695525 h 6858000"/>
              <a:gd name="connsiteX2087" fmla="*/ 9912200 w 12192000"/>
              <a:gd name="connsiteY2087" fmla="*/ 1092488 h 6858000"/>
              <a:gd name="connsiteX2088" fmla="*/ 10309164 w 12192000"/>
              <a:gd name="connsiteY2088" fmla="*/ 1095019 h 6858000"/>
              <a:gd name="connsiteX2089" fmla="*/ 10306633 w 12192000"/>
              <a:gd name="connsiteY2089" fmla="*/ 692994 h 6858000"/>
              <a:gd name="connsiteX2090" fmla="*/ 10160586 w 12192000"/>
              <a:gd name="connsiteY2090" fmla="*/ 688461 h 6858000"/>
              <a:gd name="connsiteX2091" fmla="*/ 7376180 w 12192000"/>
              <a:gd name="connsiteY2091" fmla="*/ 273279 h 6858000"/>
              <a:gd name="connsiteX2092" fmla="*/ 7376180 w 12192000"/>
              <a:gd name="connsiteY2092" fmla="*/ 672767 h 6858000"/>
              <a:gd name="connsiteX2093" fmla="*/ 7778199 w 12192000"/>
              <a:gd name="connsiteY2093" fmla="*/ 670242 h 6858000"/>
              <a:gd name="connsiteX2094" fmla="*/ 7778199 w 12192000"/>
              <a:gd name="connsiteY2094" fmla="*/ 273279 h 6858000"/>
              <a:gd name="connsiteX2095" fmla="*/ 7376180 w 12192000"/>
              <a:gd name="connsiteY2095" fmla="*/ 273279 h 6858000"/>
              <a:gd name="connsiteX2096" fmla="*/ 3570885 w 12192000"/>
              <a:gd name="connsiteY2096" fmla="*/ 273279 h 6858000"/>
              <a:gd name="connsiteX2097" fmla="*/ 3570885 w 12192000"/>
              <a:gd name="connsiteY2097" fmla="*/ 675297 h 6858000"/>
              <a:gd name="connsiteX2098" fmla="*/ 3970379 w 12192000"/>
              <a:gd name="connsiteY2098" fmla="*/ 675297 h 6858000"/>
              <a:gd name="connsiteX2099" fmla="*/ 3970379 w 12192000"/>
              <a:gd name="connsiteY2099" fmla="*/ 273279 h 6858000"/>
              <a:gd name="connsiteX2100" fmla="*/ 3570885 w 12192000"/>
              <a:gd name="connsiteY2100" fmla="*/ 273279 h 6858000"/>
              <a:gd name="connsiteX2101" fmla="*/ 11601191 w 12192000"/>
              <a:gd name="connsiteY2101" fmla="*/ 270748 h 6858000"/>
              <a:gd name="connsiteX2102" fmla="*/ 11603716 w 12192000"/>
              <a:gd name="connsiteY2102" fmla="*/ 672767 h 6858000"/>
              <a:gd name="connsiteX2103" fmla="*/ 12003210 w 12192000"/>
              <a:gd name="connsiteY2103" fmla="*/ 672767 h 6858000"/>
              <a:gd name="connsiteX2104" fmla="*/ 12003210 w 12192000"/>
              <a:gd name="connsiteY2104" fmla="*/ 270748 h 6858000"/>
              <a:gd name="connsiteX2105" fmla="*/ 11601191 w 12192000"/>
              <a:gd name="connsiteY2105" fmla="*/ 270748 h 6858000"/>
              <a:gd name="connsiteX2106" fmla="*/ 11178945 w 12192000"/>
              <a:gd name="connsiteY2106" fmla="*/ 270748 h 6858000"/>
              <a:gd name="connsiteX2107" fmla="*/ 11178945 w 12192000"/>
              <a:gd name="connsiteY2107" fmla="*/ 672767 h 6858000"/>
              <a:gd name="connsiteX2108" fmla="*/ 11580964 w 12192000"/>
              <a:gd name="connsiteY2108" fmla="*/ 672767 h 6858000"/>
              <a:gd name="connsiteX2109" fmla="*/ 11580964 w 12192000"/>
              <a:gd name="connsiteY2109" fmla="*/ 270748 h 6858000"/>
              <a:gd name="connsiteX2110" fmla="*/ 11178945 w 12192000"/>
              <a:gd name="connsiteY2110" fmla="*/ 270748 h 6858000"/>
              <a:gd name="connsiteX2111" fmla="*/ 10756693 w 12192000"/>
              <a:gd name="connsiteY2111" fmla="*/ 270748 h 6858000"/>
              <a:gd name="connsiteX2112" fmla="*/ 10756693 w 12192000"/>
              <a:gd name="connsiteY2112" fmla="*/ 672767 h 6858000"/>
              <a:gd name="connsiteX2113" fmla="*/ 11153656 w 12192000"/>
              <a:gd name="connsiteY2113" fmla="*/ 672767 h 6858000"/>
              <a:gd name="connsiteX2114" fmla="*/ 11151131 w 12192000"/>
              <a:gd name="connsiteY2114" fmla="*/ 270748 h 6858000"/>
              <a:gd name="connsiteX2115" fmla="*/ 10756693 w 12192000"/>
              <a:gd name="connsiteY2115" fmla="*/ 270748 h 6858000"/>
              <a:gd name="connsiteX2116" fmla="*/ 10334446 w 12192000"/>
              <a:gd name="connsiteY2116" fmla="*/ 270748 h 6858000"/>
              <a:gd name="connsiteX2117" fmla="*/ 10336971 w 12192000"/>
              <a:gd name="connsiteY2117" fmla="*/ 672767 h 6858000"/>
              <a:gd name="connsiteX2118" fmla="*/ 10731410 w 12192000"/>
              <a:gd name="connsiteY2118" fmla="*/ 672767 h 6858000"/>
              <a:gd name="connsiteX2119" fmla="*/ 10728879 w 12192000"/>
              <a:gd name="connsiteY2119" fmla="*/ 270748 h 6858000"/>
              <a:gd name="connsiteX2120" fmla="*/ 10334446 w 12192000"/>
              <a:gd name="connsiteY2120" fmla="*/ 270748 h 6858000"/>
              <a:gd name="connsiteX2121" fmla="*/ 9909669 w 12192000"/>
              <a:gd name="connsiteY2121" fmla="*/ 270748 h 6858000"/>
              <a:gd name="connsiteX2122" fmla="*/ 9909669 w 12192000"/>
              <a:gd name="connsiteY2122" fmla="*/ 667711 h 6858000"/>
              <a:gd name="connsiteX2123" fmla="*/ 10311688 w 12192000"/>
              <a:gd name="connsiteY2123" fmla="*/ 665181 h 6858000"/>
              <a:gd name="connsiteX2124" fmla="*/ 10311688 w 12192000"/>
              <a:gd name="connsiteY2124" fmla="*/ 270748 h 6858000"/>
              <a:gd name="connsiteX2125" fmla="*/ 9909669 w 12192000"/>
              <a:gd name="connsiteY2125" fmla="*/ 270748 h 6858000"/>
              <a:gd name="connsiteX2126" fmla="*/ 8642925 w 12192000"/>
              <a:gd name="connsiteY2126" fmla="*/ 270748 h 6858000"/>
              <a:gd name="connsiteX2127" fmla="*/ 8642925 w 12192000"/>
              <a:gd name="connsiteY2127" fmla="*/ 670242 h 6858000"/>
              <a:gd name="connsiteX2128" fmla="*/ 9042419 w 12192000"/>
              <a:gd name="connsiteY2128" fmla="*/ 667711 h 6858000"/>
              <a:gd name="connsiteX2129" fmla="*/ 9042419 w 12192000"/>
              <a:gd name="connsiteY2129" fmla="*/ 270748 h 6858000"/>
              <a:gd name="connsiteX2130" fmla="*/ 8642925 w 12192000"/>
              <a:gd name="connsiteY2130" fmla="*/ 270748 h 6858000"/>
              <a:gd name="connsiteX2131" fmla="*/ 7800957 w 12192000"/>
              <a:gd name="connsiteY2131" fmla="*/ 270748 h 6858000"/>
              <a:gd name="connsiteX2132" fmla="*/ 7800957 w 12192000"/>
              <a:gd name="connsiteY2132" fmla="*/ 672767 h 6858000"/>
              <a:gd name="connsiteX2133" fmla="*/ 8195390 w 12192000"/>
              <a:gd name="connsiteY2133" fmla="*/ 672767 h 6858000"/>
              <a:gd name="connsiteX2134" fmla="*/ 8192859 w 12192000"/>
              <a:gd name="connsiteY2134" fmla="*/ 270748 h 6858000"/>
              <a:gd name="connsiteX2135" fmla="*/ 7800957 w 12192000"/>
              <a:gd name="connsiteY2135" fmla="*/ 270748 h 6858000"/>
              <a:gd name="connsiteX2136" fmla="*/ 6953928 w 12192000"/>
              <a:gd name="connsiteY2136" fmla="*/ 270748 h 6858000"/>
              <a:gd name="connsiteX2137" fmla="*/ 6953928 w 12192000"/>
              <a:gd name="connsiteY2137" fmla="*/ 672767 h 6858000"/>
              <a:gd name="connsiteX2138" fmla="*/ 7353422 w 12192000"/>
              <a:gd name="connsiteY2138" fmla="*/ 672767 h 6858000"/>
              <a:gd name="connsiteX2139" fmla="*/ 7350892 w 12192000"/>
              <a:gd name="connsiteY2139" fmla="*/ 270748 h 6858000"/>
              <a:gd name="connsiteX2140" fmla="*/ 6953928 w 12192000"/>
              <a:gd name="connsiteY2140" fmla="*/ 270748 h 6858000"/>
              <a:gd name="connsiteX2141" fmla="*/ 4837630 w 12192000"/>
              <a:gd name="connsiteY2141" fmla="*/ 270748 h 6858000"/>
              <a:gd name="connsiteX2142" fmla="*/ 4837630 w 12192000"/>
              <a:gd name="connsiteY2142" fmla="*/ 672767 h 6858000"/>
              <a:gd name="connsiteX2143" fmla="*/ 5237124 w 12192000"/>
              <a:gd name="connsiteY2143" fmla="*/ 672767 h 6858000"/>
              <a:gd name="connsiteX2144" fmla="*/ 5234593 w 12192000"/>
              <a:gd name="connsiteY2144" fmla="*/ 270748 h 6858000"/>
              <a:gd name="connsiteX2145" fmla="*/ 4837630 w 12192000"/>
              <a:gd name="connsiteY2145" fmla="*/ 270748 h 6858000"/>
              <a:gd name="connsiteX2146" fmla="*/ 4417908 w 12192000"/>
              <a:gd name="connsiteY2146" fmla="*/ 270748 h 6858000"/>
              <a:gd name="connsiteX2147" fmla="*/ 4417908 w 12192000"/>
              <a:gd name="connsiteY2147" fmla="*/ 670242 h 6858000"/>
              <a:gd name="connsiteX2148" fmla="*/ 4814877 w 12192000"/>
              <a:gd name="connsiteY2148" fmla="*/ 667711 h 6858000"/>
              <a:gd name="connsiteX2149" fmla="*/ 4814877 w 12192000"/>
              <a:gd name="connsiteY2149" fmla="*/ 270748 h 6858000"/>
              <a:gd name="connsiteX2150" fmla="*/ 4417908 w 12192000"/>
              <a:gd name="connsiteY2150" fmla="*/ 270748 h 6858000"/>
              <a:gd name="connsiteX2151" fmla="*/ 3993131 w 12192000"/>
              <a:gd name="connsiteY2151" fmla="*/ 270748 h 6858000"/>
              <a:gd name="connsiteX2152" fmla="*/ 3993131 w 12192000"/>
              <a:gd name="connsiteY2152" fmla="*/ 672767 h 6858000"/>
              <a:gd name="connsiteX2153" fmla="*/ 4390100 w 12192000"/>
              <a:gd name="connsiteY2153" fmla="*/ 672767 h 6858000"/>
              <a:gd name="connsiteX2154" fmla="*/ 4390100 w 12192000"/>
              <a:gd name="connsiteY2154" fmla="*/ 270748 h 6858000"/>
              <a:gd name="connsiteX2155" fmla="*/ 3993131 w 12192000"/>
              <a:gd name="connsiteY2155" fmla="*/ 270748 h 6858000"/>
              <a:gd name="connsiteX2156" fmla="*/ 3148639 w 12192000"/>
              <a:gd name="connsiteY2156" fmla="*/ 270748 h 6858000"/>
              <a:gd name="connsiteX2157" fmla="*/ 3148639 w 12192000"/>
              <a:gd name="connsiteY2157" fmla="*/ 672767 h 6858000"/>
              <a:gd name="connsiteX2158" fmla="*/ 3548127 w 12192000"/>
              <a:gd name="connsiteY2158" fmla="*/ 672767 h 6858000"/>
              <a:gd name="connsiteX2159" fmla="*/ 3545602 w 12192000"/>
              <a:gd name="connsiteY2159" fmla="*/ 270748 h 6858000"/>
              <a:gd name="connsiteX2160" fmla="*/ 3148639 w 12192000"/>
              <a:gd name="connsiteY2160" fmla="*/ 270748 h 6858000"/>
              <a:gd name="connsiteX2161" fmla="*/ 2726387 w 12192000"/>
              <a:gd name="connsiteY2161" fmla="*/ 270748 h 6858000"/>
              <a:gd name="connsiteX2162" fmla="*/ 2728917 w 12192000"/>
              <a:gd name="connsiteY2162" fmla="*/ 672767 h 6858000"/>
              <a:gd name="connsiteX2163" fmla="*/ 3125881 w 12192000"/>
              <a:gd name="connsiteY2163" fmla="*/ 672767 h 6858000"/>
              <a:gd name="connsiteX2164" fmla="*/ 3125881 w 12192000"/>
              <a:gd name="connsiteY2164" fmla="*/ 270748 h 6858000"/>
              <a:gd name="connsiteX2165" fmla="*/ 2726387 w 12192000"/>
              <a:gd name="connsiteY2165" fmla="*/ 270748 h 6858000"/>
              <a:gd name="connsiteX2166" fmla="*/ 2304140 w 12192000"/>
              <a:gd name="connsiteY2166" fmla="*/ 270748 h 6858000"/>
              <a:gd name="connsiteX2167" fmla="*/ 2304140 w 12192000"/>
              <a:gd name="connsiteY2167" fmla="*/ 672767 h 6858000"/>
              <a:gd name="connsiteX2168" fmla="*/ 2703634 w 12192000"/>
              <a:gd name="connsiteY2168" fmla="*/ 672767 h 6858000"/>
              <a:gd name="connsiteX2169" fmla="*/ 2701103 w 12192000"/>
              <a:gd name="connsiteY2169" fmla="*/ 270748 h 6858000"/>
              <a:gd name="connsiteX2170" fmla="*/ 2304140 w 12192000"/>
              <a:gd name="connsiteY2170" fmla="*/ 270748 h 6858000"/>
              <a:gd name="connsiteX2171" fmla="*/ 1881894 w 12192000"/>
              <a:gd name="connsiteY2171" fmla="*/ 270748 h 6858000"/>
              <a:gd name="connsiteX2172" fmla="*/ 1881894 w 12192000"/>
              <a:gd name="connsiteY2172" fmla="*/ 672767 h 6858000"/>
              <a:gd name="connsiteX2173" fmla="*/ 2283913 w 12192000"/>
              <a:gd name="connsiteY2173" fmla="*/ 672767 h 6858000"/>
              <a:gd name="connsiteX2174" fmla="*/ 2283913 w 12192000"/>
              <a:gd name="connsiteY2174" fmla="*/ 270748 h 6858000"/>
              <a:gd name="connsiteX2175" fmla="*/ 1881894 w 12192000"/>
              <a:gd name="connsiteY2175" fmla="*/ 270748 h 6858000"/>
              <a:gd name="connsiteX2176" fmla="*/ 1462172 w 12192000"/>
              <a:gd name="connsiteY2176" fmla="*/ 270748 h 6858000"/>
              <a:gd name="connsiteX2177" fmla="*/ 1464697 w 12192000"/>
              <a:gd name="connsiteY2177" fmla="*/ 672767 h 6858000"/>
              <a:gd name="connsiteX2178" fmla="*/ 1859136 w 12192000"/>
              <a:gd name="connsiteY2178" fmla="*/ 672767 h 6858000"/>
              <a:gd name="connsiteX2179" fmla="*/ 1859136 w 12192000"/>
              <a:gd name="connsiteY2179" fmla="*/ 270748 h 6858000"/>
              <a:gd name="connsiteX2180" fmla="*/ 1462172 w 12192000"/>
              <a:gd name="connsiteY2180" fmla="*/ 270748 h 6858000"/>
              <a:gd name="connsiteX2181" fmla="*/ 612619 w 12192000"/>
              <a:gd name="connsiteY2181" fmla="*/ 270748 h 6858000"/>
              <a:gd name="connsiteX2182" fmla="*/ 612619 w 12192000"/>
              <a:gd name="connsiteY2182" fmla="*/ 672767 h 6858000"/>
              <a:gd name="connsiteX2183" fmla="*/ 1012107 w 12192000"/>
              <a:gd name="connsiteY2183" fmla="*/ 672767 h 6858000"/>
              <a:gd name="connsiteX2184" fmla="*/ 1009582 w 12192000"/>
              <a:gd name="connsiteY2184" fmla="*/ 270748 h 6858000"/>
              <a:gd name="connsiteX2185" fmla="*/ 612619 w 12192000"/>
              <a:gd name="connsiteY2185" fmla="*/ 270748 h 6858000"/>
              <a:gd name="connsiteX2186" fmla="*/ 190366 w 12192000"/>
              <a:gd name="connsiteY2186" fmla="*/ 270748 h 6858000"/>
              <a:gd name="connsiteX2187" fmla="*/ 190366 w 12192000"/>
              <a:gd name="connsiteY2187" fmla="*/ 672767 h 6858000"/>
              <a:gd name="connsiteX2188" fmla="*/ 592391 w 12192000"/>
              <a:gd name="connsiteY2188" fmla="*/ 672767 h 6858000"/>
              <a:gd name="connsiteX2189" fmla="*/ 592391 w 12192000"/>
              <a:gd name="connsiteY2189" fmla="*/ 270748 h 6858000"/>
              <a:gd name="connsiteX2190" fmla="*/ 190366 w 12192000"/>
              <a:gd name="connsiteY2190" fmla="*/ 270748 h 6858000"/>
              <a:gd name="connsiteX2191" fmla="*/ 9747795 w 12192000"/>
              <a:gd name="connsiteY2191" fmla="*/ 268744 h 6858000"/>
              <a:gd name="connsiteX2192" fmla="*/ 9487423 w 12192000"/>
              <a:gd name="connsiteY2192" fmla="*/ 275803 h 6858000"/>
              <a:gd name="connsiteX2193" fmla="*/ 9492479 w 12192000"/>
              <a:gd name="connsiteY2193" fmla="*/ 672767 h 6858000"/>
              <a:gd name="connsiteX2194" fmla="*/ 9889442 w 12192000"/>
              <a:gd name="connsiteY2194" fmla="*/ 670242 h 6858000"/>
              <a:gd name="connsiteX2195" fmla="*/ 9889442 w 12192000"/>
              <a:gd name="connsiteY2195" fmla="*/ 273279 h 6858000"/>
              <a:gd name="connsiteX2196" fmla="*/ 9747795 w 12192000"/>
              <a:gd name="connsiteY2196" fmla="*/ 268744 h 6858000"/>
              <a:gd name="connsiteX2197" fmla="*/ 8484299 w 12192000"/>
              <a:gd name="connsiteY2197" fmla="*/ 268744 h 6858000"/>
              <a:gd name="connsiteX2198" fmla="*/ 8218148 w 12192000"/>
              <a:gd name="connsiteY2198" fmla="*/ 275803 h 6858000"/>
              <a:gd name="connsiteX2199" fmla="*/ 8218148 w 12192000"/>
              <a:gd name="connsiteY2199" fmla="*/ 672767 h 6858000"/>
              <a:gd name="connsiteX2200" fmla="*/ 8617636 w 12192000"/>
              <a:gd name="connsiteY2200" fmla="*/ 672767 h 6858000"/>
              <a:gd name="connsiteX2201" fmla="*/ 8620167 w 12192000"/>
              <a:gd name="connsiteY2201" fmla="*/ 273279 h 6858000"/>
              <a:gd name="connsiteX2202" fmla="*/ 8484299 w 12192000"/>
              <a:gd name="connsiteY2202" fmla="*/ 268744 h 6858000"/>
              <a:gd name="connsiteX2203" fmla="*/ 6364922 w 12192000"/>
              <a:gd name="connsiteY2203" fmla="*/ 268744 h 6858000"/>
              <a:gd name="connsiteX2204" fmla="*/ 6104374 w 12192000"/>
              <a:gd name="connsiteY2204" fmla="*/ 275803 h 6858000"/>
              <a:gd name="connsiteX2205" fmla="*/ 6104374 w 12192000"/>
              <a:gd name="connsiteY2205" fmla="*/ 670242 h 6858000"/>
              <a:gd name="connsiteX2206" fmla="*/ 6508924 w 12192000"/>
              <a:gd name="connsiteY2206" fmla="*/ 667711 h 6858000"/>
              <a:gd name="connsiteX2207" fmla="*/ 6508924 w 12192000"/>
              <a:gd name="connsiteY2207" fmla="*/ 273279 h 6858000"/>
              <a:gd name="connsiteX2208" fmla="*/ 6364922 w 12192000"/>
              <a:gd name="connsiteY2208" fmla="*/ 268744 h 6858000"/>
              <a:gd name="connsiteX2209" fmla="*/ 5941391 w 12192000"/>
              <a:gd name="connsiteY2209" fmla="*/ 268744 h 6858000"/>
              <a:gd name="connsiteX2210" fmla="*/ 5682128 w 12192000"/>
              <a:gd name="connsiteY2210" fmla="*/ 275803 h 6858000"/>
              <a:gd name="connsiteX2211" fmla="*/ 5687184 w 12192000"/>
              <a:gd name="connsiteY2211" fmla="*/ 672767 h 6858000"/>
              <a:gd name="connsiteX2212" fmla="*/ 6084147 w 12192000"/>
              <a:gd name="connsiteY2212" fmla="*/ 672767 h 6858000"/>
              <a:gd name="connsiteX2213" fmla="*/ 6084147 w 12192000"/>
              <a:gd name="connsiteY2213" fmla="*/ 273279 h 6858000"/>
              <a:gd name="connsiteX2214" fmla="*/ 5941391 w 12192000"/>
              <a:gd name="connsiteY2214" fmla="*/ 268744 h 6858000"/>
              <a:gd name="connsiteX2215" fmla="*/ 1293816 w 12192000"/>
              <a:gd name="connsiteY2215" fmla="*/ 268744 h 6858000"/>
              <a:gd name="connsiteX2216" fmla="*/ 1037395 w 12192000"/>
              <a:gd name="connsiteY2216" fmla="*/ 275803 h 6858000"/>
              <a:gd name="connsiteX2217" fmla="*/ 1039920 w 12192000"/>
              <a:gd name="connsiteY2217" fmla="*/ 672767 h 6858000"/>
              <a:gd name="connsiteX2218" fmla="*/ 1436884 w 12192000"/>
              <a:gd name="connsiteY2218" fmla="*/ 670242 h 6858000"/>
              <a:gd name="connsiteX2219" fmla="*/ 1436884 w 12192000"/>
              <a:gd name="connsiteY2219" fmla="*/ 273279 h 6858000"/>
              <a:gd name="connsiteX2220" fmla="*/ 1293816 w 12192000"/>
              <a:gd name="connsiteY2220" fmla="*/ 268744 h 6858000"/>
              <a:gd name="connsiteX2221" fmla="*/ 5456148 w 12192000"/>
              <a:gd name="connsiteY2221" fmla="*/ 267905 h 6858000"/>
              <a:gd name="connsiteX2222" fmla="*/ 5259876 w 12192000"/>
              <a:gd name="connsiteY2222" fmla="*/ 275803 h 6858000"/>
              <a:gd name="connsiteX2223" fmla="*/ 5259876 w 12192000"/>
              <a:gd name="connsiteY2223" fmla="*/ 672767 h 6858000"/>
              <a:gd name="connsiteX2224" fmla="*/ 5661901 w 12192000"/>
              <a:gd name="connsiteY2224" fmla="*/ 672767 h 6858000"/>
              <a:gd name="connsiteX2225" fmla="*/ 5661901 w 12192000"/>
              <a:gd name="connsiteY2225" fmla="*/ 273279 h 6858000"/>
              <a:gd name="connsiteX2226" fmla="*/ 5456148 w 12192000"/>
              <a:gd name="connsiteY2226" fmla="*/ 267905 h 6858000"/>
              <a:gd name="connsiteX2227" fmla="*/ 9263338 w 12192000"/>
              <a:gd name="connsiteY2227" fmla="*/ 267589 h 6858000"/>
              <a:gd name="connsiteX2228" fmla="*/ 9065171 w 12192000"/>
              <a:gd name="connsiteY2228" fmla="*/ 273279 h 6858000"/>
              <a:gd name="connsiteX2229" fmla="*/ 9065171 w 12192000"/>
              <a:gd name="connsiteY2229" fmla="*/ 672767 h 6858000"/>
              <a:gd name="connsiteX2230" fmla="*/ 9467190 w 12192000"/>
              <a:gd name="connsiteY2230" fmla="*/ 672767 h 6858000"/>
              <a:gd name="connsiteX2231" fmla="*/ 9467190 w 12192000"/>
              <a:gd name="connsiteY2231" fmla="*/ 273279 h 6858000"/>
              <a:gd name="connsiteX2232" fmla="*/ 9263338 w 12192000"/>
              <a:gd name="connsiteY2232" fmla="*/ 267589 h 6858000"/>
              <a:gd name="connsiteX2233" fmla="*/ 6727319 w 12192000"/>
              <a:gd name="connsiteY2233" fmla="*/ 267589 h 6858000"/>
              <a:gd name="connsiteX2234" fmla="*/ 6529151 w 12192000"/>
              <a:gd name="connsiteY2234" fmla="*/ 273279 h 6858000"/>
              <a:gd name="connsiteX2235" fmla="*/ 6529151 w 12192000"/>
              <a:gd name="connsiteY2235" fmla="*/ 672767 h 6858000"/>
              <a:gd name="connsiteX2236" fmla="*/ 6931176 w 12192000"/>
              <a:gd name="connsiteY2236" fmla="*/ 672767 h 6858000"/>
              <a:gd name="connsiteX2237" fmla="*/ 6931176 w 12192000"/>
              <a:gd name="connsiteY2237" fmla="*/ 273279 h 6858000"/>
              <a:gd name="connsiteX2238" fmla="*/ 6727319 w 12192000"/>
              <a:gd name="connsiteY2238" fmla="*/ 267589 h 6858000"/>
              <a:gd name="connsiteX2239" fmla="*/ 170139 w 12192000"/>
              <a:gd name="connsiteY2239" fmla="*/ 0 h 6858000"/>
              <a:gd name="connsiteX2240" fmla="*/ 190366 w 12192000"/>
              <a:gd name="connsiteY2240" fmla="*/ 0 h 6858000"/>
              <a:gd name="connsiteX2241" fmla="*/ 190366 w 12192000"/>
              <a:gd name="connsiteY2241" fmla="*/ 247990 h 6858000"/>
              <a:gd name="connsiteX2242" fmla="*/ 592391 w 12192000"/>
              <a:gd name="connsiteY2242" fmla="*/ 247990 h 6858000"/>
              <a:gd name="connsiteX2243" fmla="*/ 592391 w 12192000"/>
              <a:gd name="connsiteY2243" fmla="*/ 46350 h 6858000"/>
              <a:gd name="connsiteX2244" fmla="*/ 592391 w 12192000"/>
              <a:gd name="connsiteY2244" fmla="*/ 0 h 6858000"/>
              <a:gd name="connsiteX2245" fmla="*/ 612619 w 12192000"/>
              <a:gd name="connsiteY2245" fmla="*/ 0 h 6858000"/>
              <a:gd name="connsiteX2246" fmla="*/ 612619 w 12192000"/>
              <a:gd name="connsiteY2246" fmla="*/ 47614 h 6858000"/>
              <a:gd name="connsiteX2247" fmla="*/ 612619 w 12192000"/>
              <a:gd name="connsiteY2247" fmla="*/ 245465 h 6858000"/>
              <a:gd name="connsiteX2248" fmla="*/ 1014637 w 12192000"/>
              <a:gd name="connsiteY2248" fmla="*/ 242934 h 6858000"/>
              <a:gd name="connsiteX2249" fmla="*/ 1019062 w 12192000"/>
              <a:gd name="connsiteY2249" fmla="*/ 34972 h 6858000"/>
              <a:gd name="connsiteX2250" fmla="*/ 1018621 w 12192000"/>
              <a:gd name="connsiteY2250" fmla="*/ 0 h 6858000"/>
              <a:gd name="connsiteX2251" fmla="*/ 1037395 w 12192000"/>
              <a:gd name="connsiteY2251" fmla="*/ 0 h 6858000"/>
              <a:gd name="connsiteX2252" fmla="*/ 1037395 w 12192000"/>
              <a:gd name="connsiteY2252" fmla="*/ 247990 h 6858000"/>
              <a:gd name="connsiteX2253" fmla="*/ 1436884 w 12192000"/>
              <a:gd name="connsiteY2253" fmla="*/ 247990 h 6858000"/>
              <a:gd name="connsiteX2254" fmla="*/ 1436884 w 12192000"/>
              <a:gd name="connsiteY2254" fmla="*/ 49508 h 6858000"/>
              <a:gd name="connsiteX2255" fmla="*/ 1436884 w 12192000"/>
              <a:gd name="connsiteY2255" fmla="*/ 0 h 6858000"/>
              <a:gd name="connsiteX2256" fmla="*/ 1457117 w 12192000"/>
              <a:gd name="connsiteY2256" fmla="*/ 0 h 6858000"/>
              <a:gd name="connsiteX2257" fmla="*/ 1457117 w 12192000"/>
              <a:gd name="connsiteY2257" fmla="*/ 247990 h 6858000"/>
              <a:gd name="connsiteX2258" fmla="*/ 1859136 w 12192000"/>
              <a:gd name="connsiteY2258" fmla="*/ 247990 h 6858000"/>
              <a:gd name="connsiteX2259" fmla="*/ 1859136 w 12192000"/>
              <a:gd name="connsiteY2259" fmla="*/ 0 h 6858000"/>
              <a:gd name="connsiteX2260" fmla="*/ 1879363 w 12192000"/>
              <a:gd name="connsiteY2260" fmla="*/ 0 h 6858000"/>
              <a:gd name="connsiteX2261" fmla="*/ 1879363 w 12192000"/>
              <a:gd name="connsiteY2261" fmla="*/ 247990 h 6858000"/>
              <a:gd name="connsiteX2262" fmla="*/ 2278857 w 12192000"/>
              <a:gd name="connsiteY2262" fmla="*/ 247990 h 6858000"/>
              <a:gd name="connsiteX2263" fmla="*/ 2278857 w 12192000"/>
              <a:gd name="connsiteY2263" fmla="*/ 0 h 6858000"/>
              <a:gd name="connsiteX2264" fmla="*/ 2304140 w 12192000"/>
              <a:gd name="connsiteY2264" fmla="*/ 0 h 6858000"/>
              <a:gd name="connsiteX2265" fmla="*/ 2304140 w 12192000"/>
              <a:gd name="connsiteY2265" fmla="*/ 245465 h 6858000"/>
              <a:gd name="connsiteX2266" fmla="*/ 2703634 w 12192000"/>
              <a:gd name="connsiteY2266" fmla="*/ 245465 h 6858000"/>
              <a:gd name="connsiteX2267" fmla="*/ 2708056 w 12192000"/>
              <a:gd name="connsiteY2267" fmla="*/ 40343 h 6858000"/>
              <a:gd name="connsiteX2268" fmla="*/ 2707555 w 12192000"/>
              <a:gd name="connsiteY2268" fmla="*/ 0 h 6858000"/>
              <a:gd name="connsiteX2269" fmla="*/ 2724699 w 12192000"/>
              <a:gd name="connsiteY2269" fmla="*/ 0 h 6858000"/>
              <a:gd name="connsiteX2270" fmla="*/ 2724177 w 12192000"/>
              <a:gd name="connsiteY2270" fmla="*/ 47614 h 6858000"/>
              <a:gd name="connsiteX2271" fmla="*/ 2723862 w 12192000"/>
              <a:gd name="connsiteY2271" fmla="*/ 245465 h 6858000"/>
              <a:gd name="connsiteX2272" fmla="*/ 3125881 w 12192000"/>
              <a:gd name="connsiteY2272" fmla="*/ 242934 h 6858000"/>
              <a:gd name="connsiteX2273" fmla="*/ 3130305 w 12192000"/>
              <a:gd name="connsiteY2273" fmla="*/ 34023 h 6858000"/>
              <a:gd name="connsiteX2274" fmla="*/ 3129875 w 12192000"/>
              <a:gd name="connsiteY2274" fmla="*/ 0 h 6858000"/>
              <a:gd name="connsiteX2275" fmla="*/ 3144117 w 12192000"/>
              <a:gd name="connsiteY2275" fmla="*/ 0 h 6858000"/>
              <a:gd name="connsiteX2276" fmla="*/ 3144212 w 12192000"/>
              <a:gd name="connsiteY2276" fmla="*/ 58676 h 6858000"/>
              <a:gd name="connsiteX2277" fmla="*/ 3151163 w 12192000"/>
              <a:gd name="connsiteY2277" fmla="*/ 247990 h 6858000"/>
              <a:gd name="connsiteX2278" fmla="*/ 3548127 w 12192000"/>
              <a:gd name="connsiteY2278" fmla="*/ 247990 h 6858000"/>
              <a:gd name="connsiteX2279" fmla="*/ 3548127 w 12192000"/>
              <a:gd name="connsiteY2279" fmla="*/ 0 h 6858000"/>
              <a:gd name="connsiteX2280" fmla="*/ 3572452 w 12192000"/>
              <a:gd name="connsiteY2280" fmla="*/ 0 h 6858000"/>
              <a:gd name="connsiteX2281" fmla="*/ 3570885 w 12192000"/>
              <a:gd name="connsiteY2281" fmla="*/ 247990 h 6858000"/>
              <a:gd name="connsiteX2282" fmla="*/ 3970379 w 12192000"/>
              <a:gd name="connsiteY2282" fmla="*/ 245465 h 6858000"/>
              <a:gd name="connsiteX2283" fmla="*/ 3974801 w 12192000"/>
              <a:gd name="connsiteY2283" fmla="*/ 34655 h 6858000"/>
              <a:gd name="connsiteX2284" fmla="*/ 3974360 w 12192000"/>
              <a:gd name="connsiteY2284" fmla="*/ 0 h 6858000"/>
              <a:gd name="connsiteX2285" fmla="*/ 3990606 w 12192000"/>
              <a:gd name="connsiteY2285" fmla="*/ 0 h 6858000"/>
              <a:gd name="connsiteX2286" fmla="*/ 3990606 w 12192000"/>
              <a:gd name="connsiteY2286" fmla="*/ 48246 h 6858000"/>
              <a:gd name="connsiteX2287" fmla="*/ 3990606 w 12192000"/>
              <a:gd name="connsiteY2287" fmla="*/ 250520 h 6858000"/>
              <a:gd name="connsiteX2288" fmla="*/ 4392625 w 12192000"/>
              <a:gd name="connsiteY2288" fmla="*/ 250520 h 6858000"/>
              <a:gd name="connsiteX2289" fmla="*/ 4392625 w 12192000"/>
              <a:gd name="connsiteY2289" fmla="*/ 0 h 6858000"/>
              <a:gd name="connsiteX2290" fmla="*/ 4415383 w 12192000"/>
              <a:gd name="connsiteY2290" fmla="*/ 0 h 6858000"/>
              <a:gd name="connsiteX2291" fmla="*/ 4415383 w 12192000"/>
              <a:gd name="connsiteY2291" fmla="*/ 247990 h 6858000"/>
              <a:gd name="connsiteX2292" fmla="*/ 4814877 w 12192000"/>
              <a:gd name="connsiteY2292" fmla="*/ 247990 h 6858000"/>
              <a:gd name="connsiteX2293" fmla="*/ 4814877 w 12192000"/>
              <a:gd name="connsiteY2293" fmla="*/ 0 h 6858000"/>
              <a:gd name="connsiteX2294" fmla="*/ 4837630 w 12192000"/>
              <a:gd name="connsiteY2294" fmla="*/ 0 h 6858000"/>
              <a:gd name="connsiteX2295" fmla="*/ 4837630 w 12192000"/>
              <a:gd name="connsiteY2295" fmla="*/ 247990 h 6858000"/>
              <a:gd name="connsiteX2296" fmla="*/ 5239648 w 12192000"/>
              <a:gd name="connsiteY2296" fmla="*/ 247990 h 6858000"/>
              <a:gd name="connsiteX2297" fmla="*/ 5239648 w 12192000"/>
              <a:gd name="connsiteY2297" fmla="*/ 0 h 6858000"/>
              <a:gd name="connsiteX2298" fmla="*/ 5255353 w 12192000"/>
              <a:gd name="connsiteY2298" fmla="*/ 0 h 6858000"/>
              <a:gd name="connsiteX2299" fmla="*/ 5255454 w 12192000"/>
              <a:gd name="connsiteY2299" fmla="*/ 61520 h 6858000"/>
              <a:gd name="connsiteX2300" fmla="*/ 5262406 w 12192000"/>
              <a:gd name="connsiteY2300" fmla="*/ 250520 h 6858000"/>
              <a:gd name="connsiteX2301" fmla="*/ 5659370 w 12192000"/>
              <a:gd name="connsiteY2301" fmla="*/ 250520 h 6858000"/>
              <a:gd name="connsiteX2302" fmla="*/ 5661585 w 12192000"/>
              <a:gd name="connsiteY2302" fmla="*/ 48878 h 6858000"/>
              <a:gd name="connsiteX2303" fmla="*/ 5661663 w 12192000"/>
              <a:gd name="connsiteY2303" fmla="*/ 0 h 6858000"/>
              <a:gd name="connsiteX2304" fmla="*/ 5682128 w 12192000"/>
              <a:gd name="connsiteY2304" fmla="*/ 0 h 6858000"/>
              <a:gd name="connsiteX2305" fmla="*/ 5682128 w 12192000"/>
              <a:gd name="connsiteY2305" fmla="*/ 245465 h 6858000"/>
              <a:gd name="connsiteX2306" fmla="*/ 6084147 w 12192000"/>
              <a:gd name="connsiteY2306" fmla="*/ 245465 h 6858000"/>
              <a:gd name="connsiteX2307" fmla="*/ 6084147 w 12192000"/>
              <a:gd name="connsiteY2307" fmla="*/ 0 h 6858000"/>
              <a:gd name="connsiteX2308" fmla="*/ 6104374 w 12192000"/>
              <a:gd name="connsiteY2308" fmla="*/ 0 h 6858000"/>
              <a:gd name="connsiteX2309" fmla="*/ 6104374 w 12192000"/>
              <a:gd name="connsiteY2309" fmla="*/ 247990 h 6858000"/>
              <a:gd name="connsiteX2310" fmla="*/ 6508924 w 12192000"/>
              <a:gd name="connsiteY2310" fmla="*/ 247990 h 6858000"/>
              <a:gd name="connsiteX2311" fmla="*/ 6508924 w 12192000"/>
              <a:gd name="connsiteY2311" fmla="*/ 49508 h 6858000"/>
              <a:gd name="connsiteX2312" fmla="*/ 6508924 w 12192000"/>
              <a:gd name="connsiteY2312" fmla="*/ 0 h 6858000"/>
              <a:gd name="connsiteX2313" fmla="*/ 6532521 w 12192000"/>
              <a:gd name="connsiteY2313" fmla="*/ 0 h 6858000"/>
              <a:gd name="connsiteX2314" fmla="*/ 6531998 w 12192000"/>
              <a:gd name="connsiteY2314" fmla="*/ 47614 h 6858000"/>
              <a:gd name="connsiteX2315" fmla="*/ 6531682 w 12192000"/>
              <a:gd name="connsiteY2315" fmla="*/ 245465 h 6858000"/>
              <a:gd name="connsiteX2316" fmla="*/ 6933701 w 12192000"/>
              <a:gd name="connsiteY2316" fmla="*/ 242934 h 6858000"/>
              <a:gd name="connsiteX2317" fmla="*/ 6938128 w 12192000"/>
              <a:gd name="connsiteY2317" fmla="*/ 34023 h 6858000"/>
              <a:gd name="connsiteX2318" fmla="*/ 6937698 w 12192000"/>
              <a:gd name="connsiteY2318" fmla="*/ 0 h 6858000"/>
              <a:gd name="connsiteX2319" fmla="*/ 6951403 w 12192000"/>
              <a:gd name="connsiteY2319" fmla="*/ 0 h 6858000"/>
              <a:gd name="connsiteX2320" fmla="*/ 6951403 w 12192000"/>
              <a:gd name="connsiteY2320" fmla="*/ 245465 h 6858000"/>
              <a:gd name="connsiteX2321" fmla="*/ 7353422 w 12192000"/>
              <a:gd name="connsiteY2321" fmla="*/ 245465 h 6858000"/>
              <a:gd name="connsiteX2322" fmla="*/ 7353422 w 12192000"/>
              <a:gd name="connsiteY2322" fmla="*/ 0 h 6858000"/>
              <a:gd name="connsiteX2323" fmla="*/ 7374189 w 12192000"/>
              <a:gd name="connsiteY2323" fmla="*/ 0 h 6858000"/>
              <a:gd name="connsiteX2324" fmla="*/ 7374281 w 12192000"/>
              <a:gd name="connsiteY2324" fmla="*/ 56144 h 6858000"/>
              <a:gd name="connsiteX2325" fmla="*/ 7381236 w 12192000"/>
              <a:gd name="connsiteY2325" fmla="*/ 247990 h 6858000"/>
              <a:gd name="connsiteX2326" fmla="*/ 7778199 w 12192000"/>
              <a:gd name="connsiteY2326" fmla="*/ 247990 h 6858000"/>
              <a:gd name="connsiteX2327" fmla="*/ 7778199 w 12192000"/>
              <a:gd name="connsiteY2327" fmla="*/ 0 h 6858000"/>
              <a:gd name="connsiteX2328" fmla="*/ 7798427 w 12192000"/>
              <a:gd name="connsiteY2328" fmla="*/ 0 h 6858000"/>
              <a:gd name="connsiteX2329" fmla="*/ 7798427 w 12192000"/>
              <a:gd name="connsiteY2329" fmla="*/ 247990 h 6858000"/>
              <a:gd name="connsiteX2330" fmla="*/ 8197920 w 12192000"/>
              <a:gd name="connsiteY2330" fmla="*/ 245465 h 6858000"/>
              <a:gd name="connsiteX2331" fmla="*/ 8202345 w 12192000"/>
              <a:gd name="connsiteY2331" fmla="*/ 35602 h 6858000"/>
              <a:gd name="connsiteX2332" fmla="*/ 8201893 w 12192000"/>
              <a:gd name="connsiteY2332" fmla="*/ 0 h 6858000"/>
              <a:gd name="connsiteX2333" fmla="*/ 8220673 w 12192000"/>
              <a:gd name="connsiteY2333" fmla="*/ 0 h 6858000"/>
              <a:gd name="connsiteX2334" fmla="*/ 8220673 w 12192000"/>
              <a:gd name="connsiteY2334" fmla="*/ 247990 h 6858000"/>
              <a:gd name="connsiteX2335" fmla="*/ 8622697 w 12192000"/>
              <a:gd name="connsiteY2335" fmla="*/ 247990 h 6858000"/>
              <a:gd name="connsiteX2336" fmla="*/ 8622697 w 12192000"/>
              <a:gd name="connsiteY2336" fmla="*/ 0 h 6858000"/>
              <a:gd name="connsiteX2337" fmla="*/ 8640921 w 12192000"/>
              <a:gd name="connsiteY2337" fmla="*/ 0 h 6858000"/>
              <a:gd name="connsiteX2338" fmla="*/ 8641027 w 12192000"/>
              <a:gd name="connsiteY2338" fmla="*/ 64364 h 6858000"/>
              <a:gd name="connsiteX2339" fmla="*/ 8647980 w 12192000"/>
              <a:gd name="connsiteY2339" fmla="*/ 250520 h 6858000"/>
              <a:gd name="connsiteX2340" fmla="*/ 9042419 w 12192000"/>
              <a:gd name="connsiteY2340" fmla="*/ 250520 h 6858000"/>
              <a:gd name="connsiteX2341" fmla="*/ 9044629 w 12192000"/>
              <a:gd name="connsiteY2341" fmla="*/ 49824 h 6858000"/>
              <a:gd name="connsiteX2342" fmla="*/ 9044708 w 12192000"/>
              <a:gd name="connsiteY2342" fmla="*/ 0 h 6858000"/>
              <a:gd name="connsiteX2343" fmla="*/ 9065171 w 12192000"/>
              <a:gd name="connsiteY2343" fmla="*/ 0 h 6858000"/>
              <a:gd name="connsiteX2344" fmla="*/ 9065171 w 12192000"/>
              <a:gd name="connsiteY2344" fmla="*/ 247990 h 6858000"/>
              <a:gd name="connsiteX2345" fmla="*/ 9467190 w 12192000"/>
              <a:gd name="connsiteY2345" fmla="*/ 247990 h 6858000"/>
              <a:gd name="connsiteX2346" fmla="*/ 9467190 w 12192000"/>
              <a:gd name="connsiteY2346" fmla="*/ 0 h 6858000"/>
              <a:gd name="connsiteX2347" fmla="*/ 9487423 w 12192000"/>
              <a:gd name="connsiteY2347" fmla="*/ 0 h 6858000"/>
              <a:gd name="connsiteX2348" fmla="*/ 9487423 w 12192000"/>
              <a:gd name="connsiteY2348" fmla="*/ 245465 h 6858000"/>
              <a:gd name="connsiteX2349" fmla="*/ 9889442 w 12192000"/>
              <a:gd name="connsiteY2349" fmla="*/ 242934 h 6858000"/>
              <a:gd name="connsiteX2350" fmla="*/ 9889442 w 12192000"/>
              <a:gd name="connsiteY2350" fmla="*/ 46667 h 6858000"/>
              <a:gd name="connsiteX2351" fmla="*/ 9889442 w 12192000"/>
              <a:gd name="connsiteY2351" fmla="*/ 0 h 6858000"/>
              <a:gd name="connsiteX2352" fmla="*/ 9909669 w 12192000"/>
              <a:gd name="connsiteY2352" fmla="*/ 0 h 6858000"/>
              <a:gd name="connsiteX2353" fmla="*/ 9909669 w 12192000"/>
              <a:gd name="connsiteY2353" fmla="*/ 245465 h 6858000"/>
              <a:gd name="connsiteX2354" fmla="*/ 10311688 w 12192000"/>
              <a:gd name="connsiteY2354" fmla="*/ 242934 h 6858000"/>
              <a:gd name="connsiteX2355" fmla="*/ 10311688 w 12192000"/>
              <a:gd name="connsiteY2355" fmla="*/ 0 h 6858000"/>
              <a:gd name="connsiteX2356" fmla="*/ 10331916 w 12192000"/>
              <a:gd name="connsiteY2356" fmla="*/ 0 h 6858000"/>
              <a:gd name="connsiteX2357" fmla="*/ 10331916 w 12192000"/>
              <a:gd name="connsiteY2357" fmla="*/ 245465 h 6858000"/>
              <a:gd name="connsiteX2358" fmla="*/ 10733940 w 12192000"/>
              <a:gd name="connsiteY2358" fmla="*/ 245465 h 6858000"/>
              <a:gd name="connsiteX2359" fmla="*/ 10733940 w 12192000"/>
              <a:gd name="connsiteY2359" fmla="*/ 0 h 6858000"/>
              <a:gd name="connsiteX2360" fmla="*/ 10756693 w 12192000"/>
              <a:gd name="connsiteY2360" fmla="*/ 0 h 6858000"/>
              <a:gd name="connsiteX2361" fmla="*/ 10756693 w 12192000"/>
              <a:gd name="connsiteY2361" fmla="*/ 247990 h 6858000"/>
              <a:gd name="connsiteX2362" fmla="*/ 11156187 w 12192000"/>
              <a:gd name="connsiteY2362" fmla="*/ 247990 h 6858000"/>
              <a:gd name="connsiteX2363" fmla="*/ 11156187 w 12192000"/>
              <a:gd name="connsiteY2363" fmla="*/ 0 h 6858000"/>
              <a:gd name="connsiteX2364" fmla="*/ 11179782 w 12192000"/>
              <a:gd name="connsiteY2364" fmla="*/ 0 h 6858000"/>
              <a:gd name="connsiteX2365" fmla="*/ 11179261 w 12192000"/>
              <a:gd name="connsiteY2365" fmla="*/ 47614 h 6858000"/>
              <a:gd name="connsiteX2366" fmla="*/ 11178945 w 12192000"/>
              <a:gd name="connsiteY2366" fmla="*/ 245465 h 6858000"/>
              <a:gd name="connsiteX2367" fmla="*/ 11578433 w 12192000"/>
              <a:gd name="connsiteY2367" fmla="*/ 242934 h 6858000"/>
              <a:gd name="connsiteX2368" fmla="*/ 11582860 w 12192000"/>
              <a:gd name="connsiteY2368" fmla="*/ 34972 h 6858000"/>
              <a:gd name="connsiteX2369" fmla="*/ 11582420 w 12192000"/>
              <a:gd name="connsiteY2369" fmla="*/ 0 h 6858000"/>
              <a:gd name="connsiteX2370" fmla="*/ 11598660 w 12192000"/>
              <a:gd name="connsiteY2370" fmla="*/ 0 h 6858000"/>
              <a:gd name="connsiteX2371" fmla="*/ 11598660 w 12192000"/>
              <a:gd name="connsiteY2371" fmla="*/ 247990 h 6858000"/>
              <a:gd name="connsiteX2372" fmla="*/ 12000685 w 12192000"/>
              <a:gd name="connsiteY2372" fmla="*/ 247990 h 6858000"/>
              <a:gd name="connsiteX2373" fmla="*/ 12000685 w 12192000"/>
              <a:gd name="connsiteY2373" fmla="*/ 0 h 6858000"/>
              <a:gd name="connsiteX2374" fmla="*/ 12028499 w 12192000"/>
              <a:gd name="connsiteY2374" fmla="*/ 0 h 6858000"/>
              <a:gd name="connsiteX2375" fmla="*/ 12028499 w 12192000"/>
              <a:gd name="connsiteY2375" fmla="*/ 45085 h 6858000"/>
              <a:gd name="connsiteX2376" fmla="*/ 12028499 w 12192000"/>
              <a:gd name="connsiteY2376" fmla="*/ 242934 h 6858000"/>
              <a:gd name="connsiteX2377" fmla="*/ 12192000 w 12192000"/>
              <a:gd name="connsiteY2377" fmla="*/ 242934 h 6858000"/>
              <a:gd name="connsiteX2378" fmla="*/ 12192000 w 12192000"/>
              <a:gd name="connsiteY2378" fmla="*/ 265412 h 6858000"/>
              <a:gd name="connsiteX2379" fmla="*/ 12159974 w 12192000"/>
              <a:gd name="connsiteY2379" fmla="*/ 264744 h 6858000"/>
              <a:gd name="connsiteX2380" fmla="*/ 12114464 w 12192000"/>
              <a:gd name="connsiteY2380" fmla="*/ 265693 h 6858000"/>
              <a:gd name="connsiteX2381" fmla="*/ 12025968 w 12192000"/>
              <a:gd name="connsiteY2381" fmla="*/ 270748 h 6858000"/>
              <a:gd name="connsiteX2382" fmla="*/ 12025968 w 12192000"/>
              <a:gd name="connsiteY2382" fmla="*/ 672767 h 6858000"/>
              <a:gd name="connsiteX2383" fmla="*/ 12192000 w 12192000"/>
              <a:gd name="connsiteY2383" fmla="*/ 672767 h 6858000"/>
              <a:gd name="connsiteX2384" fmla="*/ 12192000 w 12192000"/>
              <a:gd name="connsiteY2384" fmla="*/ 687939 h 6858000"/>
              <a:gd name="connsiteX2385" fmla="*/ 12111939 w 12192000"/>
              <a:gd name="connsiteY2385" fmla="*/ 687939 h 6858000"/>
              <a:gd name="connsiteX2386" fmla="*/ 12023443 w 12192000"/>
              <a:gd name="connsiteY2386" fmla="*/ 692994 h 6858000"/>
              <a:gd name="connsiteX2387" fmla="*/ 12023443 w 12192000"/>
              <a:gd name="connsiteY2387" fmla="*/ 1095019 h 6858000"/>
              <a:gd name="connsiteX2388" fmla="*/ 12192000 w 12192000"/>
              <a:gd name="connsiteY2388" fmla="*/ 1095019 h 6858000"/>
              <a:gd name="connsiteX2389" fmla="*/ 12192000 w 12192000"/>
              <a:gd name="connsiteY2389" fmla="*/ 1110306 h 6858000"/>
              <a:gd name="connsiteX2390" fmla="*/ 12023443 w 12192000"/>
              <a:gd name="connsiteY2390" fmla="*/ 1112716 h 6858000"/>
              <a:gd name="connsiteX2391" fmla="*/ 12023443 w 12192000"/>
              <a:gd name="connsiteY2391" fmla="*/ 1517265 h 6858000"/>
              <a:gd name="connsiteX2392" fmla="*/ 12192000 w 12192000"/>
              <a:gd name="connsiteY2392" fmla="*/ 1517265 h 6858000"/>
              <a:gd name="connsiteX2393" fmla="*/ 12192000 w 12192000"/>
              <a:gd name="connsiteY2393" fmla="*/ 1532557 h 6858000"/>
              <a:gd name="connsiteX2394" fmla="*/ 12023443 w 12192000"/>
              <a:gd name="connsiteY2394" fmla="*/ 1534962 h 6858000"/>
              <a:gd name="connsiteX2395" fmla="*/ 12023443 w 12192000"/>
              <a:gd name="connsiteY2395" fmla="*/ 1939511 h 6858000"/>
              <a:gd name="connsiteX2396" fmla="*/ 12192000 w 12192000"/>
              <a:gd name="connsiteY2396" fmla="*/ 1939511 h 6858000"/>
              <a:gd name="connsiteX2397" fmla="*/ 12192000 w 12192000"/>
              <a:gd name="connsiteY2397" fmla="*/ 1954924 h 6858000"/>
              <a:gd name="connsiteX2398" fmla="*/ 12023443 w 12192000"/>
              <a:gd name="connsiteY2398" fmla="*/ 1959739 h 6858000"/>
              <a:gd name="connsiteX2399" fmla="*/ 12023443 w 12192000"/>
              <a:gd name="connsiteY2399" fmla="*/ 2361764 h 6858000"/>
              <a:gd name="connsiteX2400" fmla="*/ 12192000 w 12192000"/>
              <a:gd name="connsiteY2400" fmla="*/ 2361764 h 6858000"/>
              <a:gd name="connsiteX2401" fmla="*/ 12192000 w 12192000"/>
              <a:gd name="connsiteY2401" fmla="*/ 2384154 h 6858000"/>
              <a:gd name="connsiteX2402" fmla="*/ 12111936 w 12192000"/>
              <a:gd name="connsiteY2402" fmla="*/ 2380724 h 6858000"/>
              <a:gd name="connsiteX2403" fmla="*/ 12023443 w 12192000"/>
              <a:gd name="connsiteY2403" fmla="*/ 2384516 h 6858000"/>
              <a:gd name="connsiteX2404" fmla="*/ 12023443 w 12192000"/>
              <a:gd name="connsiteY2404" fmla="*/ 2784010 h 6858000"/>
              <a:gd name="connsiteX2405" fmla="*/ 12192000 w 12192000"/>
              <a:gd name="connsiteY2405" fmla="*/ 2784010 h 6858000"/>
              <a:gd name="connsiteX2406" fmla="*/ 12192000 w 12192000"/>
              <a:gd name="connsiteY2406" fmla="*/ 2806592 h 6858000"/>
              <a:gd name="connsiteX2407" fmla="*/ 12154918 w 12192000"/>
              <a:gd name="connsiteY2407" fmla="*/ 2805819 h 6858000"/>
              <a:gd name="connsiteX2408" fmla="*/ 12109403 w 12192000"/>
              <a:gd name="connsiteY2408" fmla="*/ 2806768 h 6858000"/>
              <a:gd name="connsiteX2409" fmla="*/ 12020913 w 12192000"/>
              <a:gd name="connsiteY2409" fmla="*/ 2811824 h 6858000"/>
              <a:gd name="connsiteX2410" fmla="*/ 12020913 w 12192000"/>
              <a:gd name="connsiteY2410" fmla="*/ 3213848 h 6858000"/>
              <a:gd name="connsiteX2411" fmla="*/ 12192000 w 12192000"/>
              <a:gd name="connsiteY2411" fmla="*/ 3213848 h 6858000"/>
              <a:gd name="connsiteX2412" fmla="*/ 12192000 w 12192000"/>
              <a:gd name="connsiteY2412" fmla="*/ 3229014 h 6858000"/>
              <a:gd name="connsiteX2413" fmla="*/ 12106878 w 12192000"/>
              <a:gd name="connsiteY2413" fmla="*/ 3229014 h 6858000"/>
              <a:gd name="connsiteX2414" fmla="*/ 12018382 w 12192000"/>
              <a:gd name="connsiteY2414" fmla="*/ 3234070 h 6858000"/>
              <a:gd name="connsiteX2415" fmla="*/ 12018382 w 12192000"/>
              <a:gd name="connsiteY2415" fmla="*/ 3636094 h 6858000"/>
              <a:gd name="connsiteX2416" fmla="*/ 12192000 w 12192000"/>
              <a:gd name="connsiteY2416" fmla="*/ 3636094 h 6858000"/>
              <a:gd name="connsiteX2417" fmla="*/ 12192000 w 12192000"/>
              <a:gd name="connsiteY2417" fmla="*/ 3651314 h 6858000"/>
              <a:gd name="connsiteX2418" fmla="*/ 12018382 w 12192000"/>
              <a:gd name="connsiteY2418" fmla="*/ 3653791 h 6858000"/>
              <a:gd name="connsiteX2419" fmla="*/ 12018382 w 12192000"/>
              <a:gd name="connsiteY2419" fmla="*/ 4058341 h 6858000"/>
              <a:gd name="connsiteX2420" fmla="*/ 12192000 w 12192000"/>
              <a:gd name="connsiteY2420" fmla="*/ 4058341 h 6858000"/>
              <a:gd name="connsiteX2421" fmla="*/ 12192000 w 12192000"/>
              <a:gd name="connsiteY2421" fmla="*/ 4073561 h 6858000"/>
              <a:gd name="connsiteX2422" fmla="*/ 12018382 w 12192000"/>
              <a:gd name="connsiteY2422" fmla="*/ 4076043 h 6858000"/>
              <a:gd name="connsiteX2423" fmla="*/ 12018382 w 12192000"/>
              <a:gd name="connsiteY2423" fmla="*/ 4480593 h 6858000"/>
              <a:gd name="connsiteX2424" fmla="*/ 12192000 w 12192000"/>
              <a:gd name="connsiteY2424" fmla="*/ 4480593 h 6858000"/>
              <a:gd name="connsiteX2425" fmla="*/ 12192000 w 12192000"/>
              <a:gd name="connsiteY2425" fmla="*/ 4495856 h 6858000"/>
              <a:gd name="connsiteX2426" fmla="*/ 12018382 w 12192000"/>
              <a:gd name="connsiteY2426" fmla="*/ 4500814 h 6858000"/>
              <a:gd name="connsiteX2427" fmla="*/ 12018382 w 12192000"/>
              <a:gd name="connsiteY2427" fmla="*/ 4902839 h 6858000"/>
              <a:gd name="connsiteX2428" fmla="*/ 12192000 w 12192000"/>
              <a:gd name="connsiteY2428" fmla="*/ 4902839 h 6858000"/>
              <a:gd name="connsiteX2429" fmla="*/ 12192000 w 12192000"/>
              <a:gd name="connsiteY2429" fmla="*/ 4925453 h 6858000"/>
              <a:gd name="connsiteX2430" fmla="*/ 12106880 w 12192000"/>
              <a:gd name="connsiteY2430" fmla="*/ 4921802 h 6858000"/>
              <a:gd name="connsiteX2431" fmla="*/ 12018382 w 12192000"/>
              <a:gd name="connsiteY2431" fmla="*/ 4925597 h 6858000"/>
              <a:gd name="connsiteX2432" fmla="*/ 12018382 w 12192000"/>
              <a:gd name="connsiteY2432" fmla="*/ 5325085 h 6858000"/>
              <a:gd name="connsiteX2433" fmla="*/ 12192000 w 12192000"/>
              <a:gd name="connsiteY2433" fmla="*/ 5325085 h 6858000"/>
              <a:gd name="connsiteX2434" fmla="*/ 12192000 w 12192000"/>
              <a:gd name="connsiteY2434" fmla="*/ 5347773 h 6858000"/>
              <a:gd name="connsiteX2435" fmla="*/ 12149863 w 12192000"/>
              <a:gd name="connsiteY2435" fmla="*/ 5346895 h 6858000"/>
              <a:gd name="connsiteX2436" fmla="*/ 12104347 w 12192000"/>
              <a:gd name="connsiteY2436" fmla="*/ 5347843 h 6858000"/>
              <a:gd name="connsiteX2437" fmla="*/ 12015857 w 12192000"/>
              <a:gd name="connsiteY2437" fmla="*/ 5352899 h 6858000"/>
              <a:gd name="connsiteX2438" fmla="*/ 12015857 w 12192000"/>
              <a:gd name="connsiteY2438" fmla="*/ 5754924 h 6858000"/>
              <a:gd name="connsiteX2439" fmla="*/ 12192000 w 12192000"/>
              <a:gd name="connsiteY2439" fmla="*/ 5754924 h 6858000"/>
              <a:gd name="connsiteX2440" fmla="*/ 12192000 w 12192000"/>
              <a:gd name="connsiteY2440" fmla="*/ 5770090 h 6858000"/>
              <a:gd name="connsiteX2441" fmla="*/ 12101822 w 12192000"/>
              <a:gd name="connsiteY2441" fmla="*/ 5770090 h 6858000"/>
              <a:gd name="connsiteX2442" fmla="*/ 12013327 w 12192000"/>
              <a:gd name="connsiteY2442" fmla="*/ 5775151 h 6858000"/>
              <a:gd name="connsiteX2443" fmla="*/ 12013327 w 12192000"/>
              <a:gd name="connsiteY2443" fmla="*/ 6177170 h 6858000"/>
              <a:gd name="connsiteX2444" fmla="*/ 12190318 w 12192000"/>
              <a:gd name="connsiteY2444" fmla="*/ 6177170 h 6858000"/>
              <a:gd name="connsiteX2445" fmla="*/ 12190318 w 12192000"/>
              <a:gd name="connsiteY2445" fmla="*/ 6192342 h 6858000"/>
              <a:gd name="connsiteX2446" fmla="*/ 12013327 w 12192000"/>
              <a:gd name="connsiteY2446" fmla="*/ 6194867 h 6858000"/>
              <a:gd name="connsiteX2447" fmla="*/ 12013327 w 12192000"/>
              <a:gd name="connsiteY2447" fmla="*/ 6599416 h 6858000"/>
              <a:gd name="connsiteX2448" fmla="*/ 12190318 w 12192000"/>
              <a:gd name="connsiteY2448" fmla="*/ 6599416 h 6858000"/>
              <a:gd name="connsiteX2449" fmla="*/ 12190318 w 12192000"/>
              <a:gd name="connsiteY2449" fmla="*/ 6622174 h 6858000"/>
              <a:gd name="connsiteX2450" fmla="*/ 12013327 w 12192000"/>
              <a:gd name="connsiteY2450" fmla="*/ 6619644 h 6858000"/>
              <a:gd name="connsiteX2451" fmla="*/ 12013327 w 12192000"/>
              <a:gd name="connsiteY2451" fmla="*/ 6821289 h 6858000"/>
              <a:gd name="connsiteX2452" fmla="*/ 12013327 w 12192000"/>
              <a:gd name="connsiteY2452" fmla="*/ 6858000 h 6858000"/>
              <a:gd name="connsiteX2453" fmla="*/ 12003210 w 12192000"/>
              <a:gd name="connsiteY2453" fmla="*/ 6858000 h 6858000"/>
              <a:gd name="connsiteX2454" fmla="*/ 12003210 w 12192000"/>
              <a:gd name="connsiteY2454" fmla="*/ 6810226 h 6858000"/>
              <a:gd name="connsiteX2455" fmla="*/ 12003210 w 12192000"/>
              <a:gd name="connsiteY2455" fmla="*/ 6612058 h 6858000"/>
              <a:gd name="connsiteX2456" fmla="*/ 11601191 w 12192000"/>
              <a:gd name="connsiteY2456" fmla="*/ 6612058 h 6858000"/>
              <a:gd name="connsiteX2457" fmla="*/ 11601191 w 12192000"/>
              <a:gd name="connsiteY2457" fmla="*/ 6812438 h 6858000"/>
              <a:gd name="connsiteX2458" fmla="*/ 11601191 w 12192000"/>
              <a:gd name="connsiteY2458" fmla="*/ 6858000 h 6858000"/>
              <a:gd name="connsiteX2459" fmla="*/ 11580420 w 12192000"/>
              <a:gd name="connsiteY2459" fmla="*/ 6858000 h 6858000"/>
              <a:gd name="connsiteX2460" fmla="*/ 11580333 w 12192000"/>
              <a:gd name="connsiteY2460" fmla="*/ 6803590 h 6858000"/>
              <a:gd name="connsiteX2461" fmla="*/ 11573378 w 12192000"/>
              <a:gd name="connsiteY2461" fmla="*/ 6609533 h 6858000"/>
              <a:gd name="connsiteX2462" fmla="*/ 11178945 w 12192000"/>
              <a:gd name="connsiteY2462" fmla="*/ 6609533 h 6858000"/>
              <a:gd name="connsiteX2463" fmla="*/ 11178945 w 12192000"/>
              <a:gd name="connsiteY2463" fmla="*/ 6810227 h 6858000"/>
              <a:gd name="connsiteX2464" fmla="*/ 11178945 w 12192000"/>
              <a:gd name="connsiteY2464" fmla="*/ 6858000 h 6858000"/>
              <a:gd name="connsiteX2465" fmla="*/ 11158717 w 12192000"/>
              <a:gd name="connsiteY2465" fmla="*/ 6858000 h 6858000"/>
              <a:gd name="connsiteX2466" fmla="*/ 11158717 w 12192000"/>
              <a:gd name="connsiteY2466" fmla="*/ 6612058 h 6858000"/>
              <a:gd name="connsiteX2467" fmla="*/ 10756693 w 12192000"/>
              <a:gd name="connsiteY2467" fmla="*/ 6612058 h 6858000"/>
              <a:gd name="connsiteX2468" fmla="*/ 10756693 w 12192000"/>
              <a:gd name="connsiteY2468" fmla="*/ 6812754 h 6858000"/>
              <a:gd name="connsiteX2469" fmla="*/ 10756693 w 12192000"/>
              <a:gd name="connsiteY2469" fmla="*/ 6858000 h 6858000"/>
              <a:gd name="connsiteX2470" fmla="*/ 10733940 w 12192000"/>
              <a:gd name="connsiteY2470" fmla="*/ 6858000 h 6858000"/>
              <a:gd name="connsiteX2471" fmla="*/ 10733940 w 12192000"/>
              <a:gd name="connsiteY2471" fmla="*/ 6612058 h 6858000"/>
              <a:gd name="connsiteX2472" fmla="*/ 10331916 w 12192000"/>
              <a:gd name="connsiteY2472" fmla="*/ 6612058 h 6858000"/>
              <a:gd name="connsiteX2473" fmla="*/ 10331916 w 12192000"/>
              <a:gd name="connsiteY2473" fmla="*/ 6858000 h 6858000"/>
              <a:gd name="connsiteX2474" fmla="*/ 10313682 w 12192000"/>
              <a:gd name="connsiteY2474" fmla="*/ 6858000 h 6858000"/>
              <a:gd name="connsiteX2475" fmla="*/ 10313588 w 12192000"/>
              <a:gd name="connsiteY2475" fmla="*/ 6800115 h 6858000"/>
              <a:gd name="connsiteX2476" fmla="*/ 10306633 w 12192000"/>
              <a:gd name="connsiteY2476" fmla="*/ 6609533 h 6858000"/>
              <a:gd name="connsiteX2477" fmla="*/ 9909669 w 12192000"/>
              <a:gd name="connsiteY2477" fmla="*/ 6609533 h 6858000"/>
              <a:gd name="connsiteX2478" fmla="*/ 9909669 w 12192000"/>
              <a:gd name="connsiteY2478" fmla="*/ 6810543 h 6858000"/>
              <a:gd name="connsiteX2479" fmla="*/ 9909669 w 12192000"/>
              <a:gd name="connsiteY2479" fmla="*/ 6858000 h 6858000"/>
              <a:gd name="connsiteX2480" fmla="*/ 9889442 w 12192000"/>
              <a:gd name="connsiteY2480" fmla="*/ 6858000 h 6858000"/>
              <a:gd name="connsiteX2481" fmla="*/ 9889442 w 12192000"/>
              <a:gd name="connsiteY2481" fmla="*/ 6614588 h 6858000"/>
              <a:gd name="connsiteX2482" fmla="*/ 9487423 w 12192000"/>
              <a:gd name="connsiteY2482" fmla="*/ 6617119 h 6858000"/>
              <a:gd name="connsiteX2483" fmla="*/ 9487423 w 12192000"/>
              <a:gd name="connsiteY2483" fmla="*/ 6858000 h 6858000"/>
              <a:gd name="connsiteX2484" fmla="*/ 9467190 w 12192000"/>
              <a:gd name="connsiteY2484" fmla="*/ 6858000 h 6858000"/>
              <a:gd name="connsiteX2485" fmla="*/ 9467190 w 12192000"/>
              <a:gd name="connsiteY2485" fmla="*/ 6612058 h 6858000"/>
              <a:gd name="connsiteX2486" fmla="*/ 9065171 w 12192000"/>
              <a:gd name="connsiteY2486" fmla="*/ 6612058 h 6858000"/>
              <a:gd name="connsiteX2487" fmla="*/ 9065171 w 12192000"/>
              <a:gd name="connsiteY2487" fmla="*/ 6858000 h 6858000"/>
              <a:gd name="connsiteX2488" fmla="*/ 9044944 w 12192000"/>
              <a:gd name="connsiteY2488" fmla="*/ 6858000 h 6858000"/>
              <a:gd name="connsiteX2489" fmla="*/ 9044944 w 12192000"/>
              <a:gd name="connsiteY2489" fmla="*/ 6609533 h 6858000"/>
              <a:gd name="connsiteX2490" fmla="*/ 8642925 w 12192000"/>
              <a:gd name="connsiteY2490" fmla="*/ 6609533 h 6858000"/>
              <a:gd name="connsiteX2491" fmla="*/ 8642925 w 12192000"/>
              <a:gd name="connsiteY2491" fmla="*/ 6810227 h 6858000"/>
              <a:gd name="connsiteX2492" fmla="*/ 8642925 w 12192000"/>
              <a:gd name="connsiteY2492" fmla="*/ 6858000 h 6858000"/>
              <a:gd name="connsiteX2493" fmla="*/ 8625222 w 12192000"/>
              <a:gd name="connsiteY2493" fmla="*/ 6858000 h 6858000"/>
              <a:gd name="connsiteX2494" fmla="*/ 8625222 w 12192000"/>
              <a:gd name="connsiteY2494" fmla="*/ 6810226 h 6858000"/>
              <a:gd name="connsiteX2495" fmla="*/ 8625222 w 12192000"/>
              <a:gd name="connsiteY2495" fmla="*/ 6612058 h 6858000"/>
              <a:gd name="connsiteX2496" fmla="*/ 8223203 w 12192000"/>
              <a:gd name="connsiteY2496" fmla="*/ 6612058 h 6858000"/>
              <a:gd name="connsiteX2497" fmla="*/ 8219095 w 12192000"/>
              <a:gd name="connsiteY2497" fmla="*/ 6833614 h 6858000"/>
              <a:gd name="connsiteX2498" fmla="*/ 8219533 w 12192000"/>
              <a:gd name="connsiteY2498" fmla="*/ 6858000 h 6858000"/>
              <a:gd name="connsiteX2499" fmla="*/ 8200445 w 12192000"/>
              <a:gd name="connsiteY2499" fmla="*/ 6858000 h 6858000"/>
              <a:gd name="connsiteX2500" fmla="*/ 8200445 w 12192000"/>
              <a:gd name="connsiteY2500" fmla="*/ 6810858 h 6858000"/>
              <a:gd name="connsiteX2501" fmla="*/ 8200445 w 12192000"/>
              <a:gd name="connsiteY2501" fmla="*/ 6612058 h 6858000"/>
              <a:gd name="connsiteX2502" fmla="*/ 7800957 w 12192000"/>
              <a:gd name="connsiteY2502" fmla="*/ 6612058 h 6858000"/>
              <a:gd name="connsiteX2503" fmla="*/ 7796530 w 12192000"/>
              <a:gd name="connsiteY2503" fmla="*/ 6818444 h 6858000"/>
              <a:gd name="connsiteX2504" fmla="*/ 7797017 w 12192000"/>
              <a:gd name="connsiteY2504" fmla="*/ 6858000 h 6858000"/>
              <a:gd name="connsiteX2505" fmla="*/ 7775668 w 12192000"/>
              <a:gd name="connsiteY2505" fmla="*/ 6858000 h 6858000"/>
              <a:gd name="connsiteX2506" fmla="*/ 7775668 w 12192000"/>
              <a:gd name="connsiteY2506" fmla="*/ 6612058 h 6858000"/>
              <a:gd name="connsiteX2507" fmla="*/ 7373650 w 12192000"/>
              <a:gd name="connsiteY2507" fmla="*/ 6612058 h 6858000"/>
              <a:gd name="connsiteX2508" fmla="*/ 7373650 w 12192000"/>
              <a:gd name="connsiteY2508" fmla="*/ 6858000 h 6858000"/>
              <a:gd name="connsiteX2509" fmla="*/ 7353422 w 12192000"/>
              <a:gd name="connsiteY2509" fmla="*/ 6858000 h 6858000"/>
              <a:gd name="connsiteX2510" fmla="*/ 7353422 w 12192000"/>
              <a:gd name="connsiteY2510" fmla="*/ 6614588 h 6858000"/>
              <a:gd name="connsiteX2511" fmla="*/ 6951403 w 12192000"/>
              <a:gd name="connsiteY2511" fmla="*/ 6614588 h 6858000"/>
              <a:gd name="connsiteX2512" fmla="*/ 6951403 w 12192000"/>
              <a:gd name="connsiteY2512" fmla="*/ 6858000 h 6858000"/>
              <a:gd name="connsiteX2513" fmla="*/ 6931176 w 12192000"/>
              <a:gd name="connsiteY2513" fmla="*/ 6858000 h 6858000"/>
              <a:gd name="connsiteX2514" fmla="*/ 6931176 w 12192000"/>
              <a:gd name="connsiteY2514" fmla="*/ 6614588 h 6858000"/>
              <a:gd name="connsiteX2515" fmla="*/ 6529151 w 12192000"/>
              <a:gd name="connsiteY2515" fmla="*/ 6617119 h 6858000"/>
              <a:gd name="connsiteX2516" fmla="*/ 6529151 w 12192000"/>
              <a:gd name="connsiteY2516" fmla="*/ 6811491 h 6858000"/>
              <a:gd name="connsiteX2517" fmla="*/ 6529151 w 12192000"/>
              <a:gd name="connsiteY2517" fmla="*/ 6858000 h 6858000"/>
              <a:gd name="connsiteX2518" fmla="*/ 6508924 w 12192000"/>
              <a:gd name="connsiteY2518" fmla="*/ 6858000 h 6858000"/>
              <a:gd name="connsiteX2519" fmla="*/ 6508924 w 12192000"/>
              <a:gd name="connsiteY2519" fmla="*/ 6612058 h 6858000"/>
              <a:gd name="connsiteX2520" fmla="*/ 6106905 w 12192000"/>
              <a:gd name="connsiteY2520" fmla="*/ 6612058 h 6858000"/>
              <a:gd name="connsiteX2521" fmla="*/ 6102481 w 12192000"/>
              <a:gd name="connsiteY2521" fmla="*/ 6821288 h 6858000"/>
              <a:gd name="connsiteX2522" fmla="*/ 6102940 w 12192000"/>
              <a:gd name="connsiteY2522" fmla="*/ 6858000 h 6858000"/>
              <a:gd name="connsiteX2523" fmla="*/ 6084147 w 12192000"/>
              <a:gd name="connsiteY2523" fmla="*/ 6858000 h 6858000"/>
              <a:gd name="connsiteX2524" fmla="*/ 6084147 w 12192000"/>
              <a:gd name="connsiteY2524" fmla="*/ 6811175 h 6858000"/>
              <a:gd name="connsiteX2525" fmla="*/ 6084147 w 12192000"/>
              <a:gd name="connsiteY2525" fmla="*/ 6614588 h 6858000"/>
              <a:gd name="connsiteX2526" fmla="*/ 5682128 w 12192000"/>
              <a:gd name="connsiteY2526" fmla="*/ 6617119 h 6858000"/>
              <a:gd name="connsiteX2527" fmla="*/ 5682128 w 12192000"/>
              <a:gd name="connsiteY2527" fmla="*/ 6858000 h 6858000"/>
              <a:gd name="connsiteX2528" fmla="*/ 5661901 w 12192000"/>
              <a:gd name="connsiteY2528" fmla="*/ 6858000 h 6858000"/>
              <a:gd name="connsiteX2529" fmla="*/ 5661901 w 12192000"/>
              <a:gd name="connsiteY2529" fmla="*/ 6614588 h 6858000"/>
              <a:gd name="connsiteX2530" fmla="*/ 5259876 w 12192000"/>
              <a:gd name="connsiteY2530" fmla="*/ 6617119 h 6858000"/>
              <a:gd name="connsiteX2531" fmla="*/ 5259876 w 12192000"/>
              <a:gd name="connsiteY2531" fmla="*/ 6858000 h 6858000"/>
              <a:gd name="connsiteX2532" fmla="*/ 5239648 w 12192000"/>
              <a:gd name="connsiteY2532" fmla="*/ 6858000 h 6858000"/>
              <a:gd name="connsiteX2533" fmla="*/ 5239648 w 12192000"/>
              <a:gd name="connsiteY2533" fmla="*/ 6609533 h 6858000"/>
              <a:gd name="connsiteX2534" fmla="*/ 4837630 w 12192000"/>
              <a:gd name="connsiteY2534" fmla="*/ 6609533 h 6858000"/>
              <a:gd name="connsiteX2535" fmla="*/ 4837630 w 12192000"/>
              <a:gd name="connsiteY2535" fmla="*/ 6858000 h 6858000"/>
              <a:gd name="connsiteX2536" fmla="*/ 4814877 w 12192000"/>
              <a:gd name="connsiteY2536" fmla="*/ 6858000 h 6858000"/>
              <a:gd name="connsiteX2537" fmla="*/ 4814877 w 12192000"/>
              <a:gd name="connsiteY2537" fmla="*/ 6614588 h 6858000"/>
              <a:gd name="connsiteX2538" fmla="*/ 4415383 w 12192000"/>
              <a:gd name="connsiteY2538" fmla="*/ 6617119 h 6858000"/>
              <a:gd name="connsiteX2539" fmla="*/ 4415383 w 12192000"/>
              <a:gd name="connsiteY2539" fmla="*/ 6858000 h 6858000"/>
              <a:gd name="connsiteX2540" fmla="*/ 4395156 w 12192000"/>
              <a:gd name="connsiteY2540" fmla="*/ 6858000 h 6858000"/>
              <a:gd name="connsiteX2541" fmla="*/ 4395156 w 12192000"/>
              <a:gd name="connsiteY2541" fmla="*/ 6612058 h 6858000"/>
              <a:gd name="connsiteX2542" fmla="*/ 3993131 w 12192000"/>
              <a:gd name="connsiteY2542" fmla="*/ 6612058 h 6858000"/>
              <a:gd name="connsiteX2543" fmla="*/ 3993131 w 12192000"/>
              <a:gd name="connsiteY2543" fmla="*/ 6858000 h 6858000"/>
              <a:gd name="connsiteX2544" fmla="*/ 3970379 w 12192000"/>
              <a:gd name="connsiteY2544" fmla="*/ 6858000 h 6858000"/>
              <a:gd name="connsiteX2545" fmla="*/ 3970379 w 12192000"/>
              <a:gd name="connsiteY2545" fmla="*/ 6612058 h 6858000"/>
              <a:gd name="connsiteX2546" fmla="*/ 3570885 w 12192000"/>
              <a:gd name="connsiteY2546" fmla="*/ 6614588 h 6858000"/>
              <a:gd name="connsiteX2547" fmla="*/ 3570885 w 12192000"/>
              <a:gd name="connsiteY2547" fmla="*/ 6810859 h 6858000"/>
              <a:gd name="connsiteX2548" fmla="*/ 3570885 w 12192000"/>
              <a:gd name="connsiteY2548" fmla="*/ 6858000 h 6858000"/>
              <a:gd name="connsiteX2549" fmla="*/ 3550657 w 12192000"/>
              <a:gd name="connsiteY2549" fmla="*/ 6858000 h 6858000"/>
              <a:gd name="connsiteX2550" fmla="*/ 3550657 w 12192000"/>
              <a:gd name="connsiteY2550" fmla="*/ 6612058 h 6858000"/>
              <a:gd name="connsiteX2551" fmla="*/ 3148639 w 12192000"/>
              <a:gd name="connsiteY2551" fmla="*/ 6612058 h 6858000"/>
              <a:gd name="connsiteX2552" fmla="*/ 3148639 w 12192000"/>
              <a:gd name="connsiteY2552" fmla="*/ 6858000 h 6858000"/>
              <a:gd name="connsiteX2553" fmla="*/ 3125881 w 12192000"/>
              <a:gd name="connsiteY2553" fmla="*/ 6858000 h 6858000"/>
              <a:gd name="connsiteX2554" fmla="*/ 3125881 w 12192000"/>
              <a:gd name="connsiteY2554" fmla="*/ 6609533 h 6858000"/>
              <a:gd name="connsiteX2555" fmla="*/ 2723862 w 12192000"/>
              <a:gd name="connsiteY2555" fmla="*/ 6609533 h 6858000"/>
              <a:gd name="connsiteX2556" fmla="*/ 2723862 w 12192000"/>
              <a:gd name="connsiteY2556" fmla="*/ 6858000 h 6858000"/>
              <a:gd name="connsiteX2557" fmla="*/ 2705617 w 12192000"/>
              <a:gd name="connsiteY2557" fmla="*/ 6858000 h 6858000"/>
              <a:gd name="connsiteX2558" fmla="*/ 2705528 w 12192000"/>
              <a:gd name="connsiteY2558" fmla="*/ 6802642 h 6858000"/>
              <a:gd name="connsiteX2559" fmla="*/ 2698573 w 12192000"/>
              <a:gd name="connsiteY2559" fmla="*/ 6609533 h 6858000"/>
              <a:gd name="connsiteX2560" fmla="*/ 2301610 w 12192000"/>
              <a:gd name="connsiteY2560" fmla="*/ 6609533 h 6858000"/>
              <a:gd name="connsiteX2561" fmla="*/ 2301610 w 12192000"/>
              <a:gd name="connsiteY2561" fmla="*/ 6810227 h 6858000"/>
              <a:gd name="connsiteX2562" fmla="*/ 2301610 w 12192000"/>
              <a:gd name="connsiteY2562" fmla="*/ 6858000 h 6858000"/>
              <a:gd name="connsiteX2563" fmla="*/ 2278857 w 12192000"/>
              <a:gd name="connsiteY2563" fmla="*/ 6858000 h 6858000"/>
              <a:gd name="connsiteX2564" fmla="*/ 2278857 w 12192000"/>
              <a:gd name="connsiteY2564" fmla="*/ 6612058 h 6858000"/>
              <a:gd name="connsiteX2565" fmla="*/ 1879363 w 12192000"/>
              <a:gd name="connsiteY2565" fmla="*/ 6614588 h 6858000"/>
              <a:gd name="connsiteX2566" fmla="*/ 1879363 w 12192000"/>
              <a:gd name="connsiteY2566" fmla="*/ 6858000 h 6858000"/>
              <a:gd name="connsiteX2567" fmla="*/ 1859136 w 12192000"/>
              <a:gd name="connsiteY2567" fmla="*/ 6858000 h 6858000"/>
              <a:gd name="connsiteX2568" fmla="*/ 1859136 w 12192000"/>
              <a:gd name="connsiteY2568" fmla="*/ 6609533 h 6858000"/>
              <a:gd name="connsiteX2569" fmla="*/ 1459642 w 12192000"/>
              <a:gd name="connsiteY2569" fmla="*/ 6609533 h 6858000"/>
              <a:gd name="connsiteX2570" fmla="*/ 1459642 w 12192000"/>
              <a:gd name="connsiteY2570" fmla="*/ 6858000 h 6858000"/>
              <a:gd name="connsiteX2571" fmla="*/ 1436884 w 12192000"/>
              <a:gd name="connsiteY2571" fmla="*/ 6858000 h 6858000"/>
              <a:gd name="connsiteX2572" fmla="*/ 1436884 w 12192000"/>
              <a:gd name="connsiteY2572" fmla="*/ 6810858 h 6858000"/>
              <a:gd name="connsiteX2573" fmla="*/ 1436884 w 12192000"/>
              <a:gd name="connsiteY2573" fmla="*/ 6612058 h 6858000"/>
              <a:gd name="connsiteX2574" fmla="*/ 1039920 w 12192000"/>
              <a:gd name="connsiteY2574" fmla="*/ 6612058 h 6858000"/>
              <a:gd name="connsiteX2575" fmla="*/ 1035496 w 12192000"/>
              <a:gd name="connsiteY2575" fmla="*/ 6817494 h 6858000"/>
              <a:gd name="connsiteX2576" fmla="*/ 1035994 w 12192000"/>
              <a:gd name="connsiteY2576" fmla="*/ 6858000 h 6858000"/>
              <a:gd name="connsiteX2577" fmla="*/ 1014637 w 12192000"/>
              <a:gd name="connsiteY2577" fmla="*/ 6858000 h 6858000"/>
              <a:gd name="connsiteX2578" fmla="*/ 1014637 w 12192000"/>
              <a:gd name="connsiteY2578" fmla="*/ 6810225 h 6858000"/>
              <a:gd name="connsiteX2579" fmla="*/ 1014637 w 12192000"/>
              <a:gd name="connsiteY2579" fmla="*/ 6614588 h 6858000"/>
              <a:gd name="connsiteX2580" fmla="*/ 612619 w 12192000"/>
              <a:gd name="connsiteY2580" fmla="*/ 6617119 h 6858000"/>
              <a:gd name="connsiteX2581" fmla="*/ 612619 w 12192000"/>
              <a:gd name="connsiteY2581" fmla="*/ 6858000 h 6858000"/>
              <a:gd name="connsiteX2582" fmla="*/ 592391 w 12192000"/>
              <a:gd name="connsiteY2582" fmla="*/ 6858000 h 6858000"/>
              <a:gd name="connsiteX2583" fmla="*/ 592391 w 12192000"/>
              <a:gd name="connsiteY2583" fmla="*/ 6612058 h 6858000"/>
              <a:gd name="connsiteX2584" fmla="*/ 190366 w 12192000"/>
              <a:gd name="connsiteY2584" fmla="*/ 6612058 h 6858000"/>
              <a:gd name="connsiteX2585" fmla="*/ 190366 w 12192000"/>
              <a:gd name="connsiteY2585" fmla="*/ 6858000 h 6858000"/>
              <a:gd name="connsiteX2586" fmla="*/ 170139 w 12192000"/>
              <a:gd name="connsiteY2586" fmla="*/ 6858000 h 6858000"/>
              <a:gd name="connsiteX2587" fmla="*/ 170139 w 12192000"/>
              <a:gd name="connsiteY2587" fmla="*/ 6810226 h 6858000"/>
              <a:gd name="connsiteX2588" fmla="*/ 170139 w 12192000"/>
              <a:gd name="connsiteY2588" fmla="*/ 6612058 h 6858000"/>
              <a:gd name="connsiteX2589" fmla="*/ 0 w 12192000"/>
              <a:gd name="connsiteY2589" fmla="*/ 6612058 h 6858000"/>
              <a:gd name="connsiteX2590" fmla="*/ 0 w 12192000"/>
              <a:gd name="connsiteY2590" fmla="*/ 6590374 h 6858000"/>
              <a:gd name="connsiteX2591" fmla="*/ 170139 w 12192000"/>
              <a:gd name="connsiteY2591" fmla="*/ 6589305 h 6858000"/>
              <a:gd name="connsiteX2592" fmla="*/ 170139 w 12192000"/>
              <a:gd name="connsiteY2592" fmla="*/ 6189811 h 6858000"/>
              <a:gd name="connsiteX2593" fmla="*/ 31384 w 12192000"/>
              <a:gd name="connsiteY2593" fmla="*/ 6184611 h 6858000"/>
              <a:gd name="connsiteX2594" fmla="*/ 0 w 12192000"/>
              <a:gd name="connsiteY2594" fmla="*/ 6184531 h 6858000"/>
              <a:gd name="connsiteX2595" fmla="*/ 0 w 12192000"/>
              <a:gd name="connsiteY2595" fmla="*/ 6164528 h 6858000"/>
              <a:gd name="connsiteX2596" fmla="*/ 170139 w 12192000"/>
              <a:gd name="connsiteY2596" fmla="*/ 6164528 h 6858000"/>
              <a:gd name="connsiteX2597" fmla="*/ 170139 w 12192000"/>
              <a:gd name="connsiteY2597" fmla="*/ 5767565 h 6858000"/>
              <a:gd name="connsiteX2598" fmla="*/ 31384 w 12192000"/>
              <a:gd name="connsiteY2598" fmla="*/ 5762365 h 6858000"/>
              <a:gd name="connsiteX2599" fmla="*/ 0 w 12192000"/>
              <a:gd name="connsiteY2599" fmla="*/ 5762285 h 6858000"/>
              <a:gd name="connsiteX2600" fmla="*/ 0 w 12192000"/>
              <a:gd name="connsiteY2600" fmla="*/ 5743900 h 6858000"/>
              <a:gd name="connsiteX2601" fmla="*/ 44050 w 12192000"/>
              <a:gd name="connsiteY2601" fmla="*/ 5743356 h 6858000"/>
              <a:gd name="connsiteX2602" fmla="*/ 170139 w 12192000"/>
              <a:gd name="connsiteY2602" fmla="*/ 5737221 h 6858000"/>
              <a:gd name="connsiteX2603" fmla="*/ 170139 w 12192000"/>
              <a:gd name="connsiteY2603" fmla="*/ 5342788 h 6858000"/>
              <a:gd name="connsiteX2604" fmla="*/ 31384 w 12192000"/>
              <a:gd name="connsiteY2604" fmla="*/ 5338255 h 6858000"/>
              <a:gd name="connsiteX2605" fmla="*/ 0 w 12192000"/>
              <a:gd name="connsiteY2605" fmla="*/ 5338305 h 6858000"/>
              <a:gd name="connsiteX2606" fmla="*/ 0 w 12192000"/>
              <a:gd name="connsiteY2606" fmla="*/ 5320519 h 6858000"/>
              <a:gd name="connsiteX2607" fmla="*/ 39656 w 12192000"/>
              <a:gd name="connsiteY2607" fmla="*/ 5320309 h 6858000"/>
              <a:gd name="connsiteX2608" fmla="*/ 167614 w 12192000"/>
              <a:gd name="connsiteY2608" fmla="*/ 5314975 h 6858000"/>
              <a:gd name="connsiteX2609" fmla="*/ 165083 w 12192000"/>
              <a:gd name="connsiteY2609" fmla="*/ 4918011 h 6858000"/>
              <a:gd name="connsiteX2610" fmla="*/ 0 w 12192000"/>
              <a:gd name="connsiteY2610" fmla="*/ 4918011 h 6858000"/>
              <a:gd name="connsiteX2611" fmla="*/ 0 w 12192000"/>
              <a:gd name="connsiteY2611" fmla="*/ 4899391 h 6858000"/>
              <a:gd name="connsiteX2612" fmla="*/ 43384 w 12192000"/>
              <a:gd name="connsiteY2612" fmla="*/ 4898857 h 6858000"/>
              <a:gd name="connsiteX2613" fmla="*/ 170139 w 12192000"/>
              <a:gd name="connsiteY2613" fmla="*/ 4892722 h 6858000"/>
              <a:gd name="connsiteX2614" fmla="*/ 165083 w 12192000"/>
              <a:gd name="connsiteY2614" fmla="*/ 4495759 h 6858000"/>
              <a:gd name="connsiteX2615" fmla="*/ 0 w 12192000"/>
              <a:gd name="connsiteY2615" fmla="*/ 4495759 h 6858000"/>
              <a:gd name="connsiteX2616" fmla="*/ 0 w 12192000"/>
              <a:gd name="connsiteY2616" fmla="*/ 4475531 h 6858000"/>
              <a:gd name="connsiteX2617" fmla="*/ 170139 w 12192000"/>
              <a:gd name="connsiteY2617" fmla="*/ 4475531 h 6858000"/>
              <a:gd name="connsiteX2618" fmla="*/ 170139 w 12192000"/>
              <a:gd name="connsiteY2618" fmla="*/ 4073513 h 6858000"/>
              <a:gd name="connsiteX2619" fmla="*/ 23604 w 12192000"/>
              <a:gd name="connsiteY2619" fmla="*/ 4068980 h 6858000"/>
              <a:gd name="connsiteX2620" fmla="*/ 0 w 12192000"/>
              <a:gd name="connsiteY2620" fmla="*/ 4069018 h 6858000"/>
              <a:gd name="connsiteX2621" fmla="*/ 0 w 12192000"/>
              <a:gd name="connsiteY2621" fmla="*/ 4053285 h 6858000"/>
              <a:gd name="connsiteX2622" fmla="*/ 167614 w 12192000"/>
              <a:gd name="connsiteY2622" fmla="*/ 4053285 h 6858000"/>
              <a:gd name="connsiteX2623" fmla="*/ 167614 w 12192000"/>
              <a:gd name="connsiteY2623" fmla="*/ 3651266 h 6858000"/>
              <a:gd name="connsiteX2624" fmla="*/ 0 w 12192000"/>
              <a:gd name="connsiteY2624" fmla="*/ 3651266 h 6858000"/>
              <a:gd name="connsiteX2625" fmla="*/ 0 w 12192000"/>
              <a:gd name="connsiteY2625" fmla="*/ 3633635 h 6858000"/>
              <a:gd name="connsiteX2626" fmla="*/ 42051 w 12192000"/>
              <a:gd name="connsiteY2626" fmla="*/ 3633224 h 6858000"/>
              <a:gd name="connsiteX2627" fmla="*/ 170139 w 12192000"/>
              <a:gd name="connsiteY2627" fmla="*/ 3625978 h 6858000"/>
              <a:gd name="connsiteX2628" fmla="*/ 167614 w 12192000"/>
              <a:gd name="connsiteY2628" fmla="*/ 3229014 h 6858000"/>
              <a:gd name="connsiteX2629" fmla="*/ 0 w 12192000"/>
              <a:gd name="connsiteY2629" fmla="*/ 3229014 h 6858000"/>
              <a:gd name="connsiteX2630" fmla="*/ 0 w 12192000"/>
              <a:gd name="connsiteY2630" fmla="*/ 3206262 h 6858000"/>
              <a:gd name="connsiteX2631" fmla="*/ 167614 w 12192000"/>
              <a:gd name="connsiteY2631" fmla="*/ 3206262 h 6858000"/>
              <a:gd name="connsiteX2632" fmla="*/ 165083 w 12192000"/>
              <a:gd name="connsiteY2632" fmla="*/ 2804237 h 6858000"/>
              <a:gd name="connsiteX2633" fmla="*/ 0 w 12192000"/>
              <a:gd name="connsiteY2633" fmla="*/ 2804237 h 6858000"/>
              <a:gd name="connsiteX2634" fmla="*/ 0 w 12192000"/>
              <a:gd name="connsiteY2634" fmla="*/ 2784010 h 6858000"/>
              <a:gd name="connsiteX2635" fmla="*/ 170139 w 12192000"/>
              <a:gd name="connsiteY2635" fmla="*/ 2784010 h 6858000"/>
              <a:gd name="connsiteX2636" fmla="*/ 170139 w 12192000"/>
              <a:gd name="connsiteY2636" fmla="*/ 2384516 h 6858000"/>
              <a:gd name="connsiteX2637" fmla="*/ 0 w 12192000"/>
              <a:gd name="connsiteY2637" fmla="*/ 2384516 h 6858000"/>
              <a:gd name="connsiteX2638" fmla="*/ 0 w 12192000"/>
              <a:gd name="connsiteY2638" fmla="*/ 2359233 h 6858000"/>
              <a:gd name="connsiteX2639" fmla="*/ 170139 w 12192000"/>
              <a:gd name="connsiteY2639" fmla="*/ 2359233 h 6858000"/>
              <a:gd name="connsiteX2640" fmla="*/ 170139 w 12192000"/>
              <a:gd name="connsiteY2640" fmla="*/ 1959739 h 6858000"/>
              <a:gd name="connsiteX2641" fmla="*/ 0 w 12192000"/>
              <a:gd name="connsiteY2641" fmla="*/ 1959739 h 6858000"/>
              <a:gd name="connsiteX2642" fmla="*/ 0 w 12192000"/>
              <a:gd name="connsiteY2642" fmla="*/ 1943723 h 6858000"/>
              <a:gd name="connsiteX2643" fmla="*/ 47650 w 12192000"/>
              <a:gd name="connsiteY2643" fmla="*/ 1943119 h 6858000"/>
              <a:gd name="connsiteX2644" fmla="*/ 170139 w 12192000"/>
              <a:gd name="connsiteY2644" fmla="*/ 1936987 h 6858000"/>
              <a:gd name="connsiteX2645" fmla="*/ 170139 w 12192000"/>
              <a:gd name="connsiteY2645" fmla="*/ 1540023 h 6858000"/>
              <a:gd name="connsiteX2646" fmla="*/ 0 w 12192000"/>
              <a:gd name="connsiteY2646" fmla="*/ 1538945 h 6858000"/>
              <a:gd name="connsiteX2647" fmla="*/ 0 w 12192000"/>
              <a:gd name="connsiteY2647" fmla="*/ 1516999 h 6858000"/>
              <a:gd name="connsiteX2648" fmla="*/ 170139 w 12192000"/>
              <a:gd name="connsiteY2648" fmla="*/ 1517265 h 6858000"/>
              <a:gd name="connsiteX2649" fmla="*/ 170139 w 12192000"/>
              <a:gd name="connsiteY2649" fmla="*/ 1117771 h 6858000"/>
              <a:gd name="connsiteX2650" fmla="*/ 32493 w 12192000"/>
              <a:gd name="connsiteY2650" fmla="*/ 1112437 h 6858000"/>
              <a:gd name="connsiteX2651" fmla="*/ 0 w 12192000"/>
              <a:gd name="connsiteY2651" fmla="*/ 1112268 h 6858000"/>
              <a:gd name="connsiteX2652" fmla="*/ 0 w 12192000"/>
              <a:gd name="connsiteY2652" fmla="*/ 1094751 h 6858000"/>
              <a:gd name="connsiteX2653" fmla="*/ 167614 w 12192000"/>
              <a:gd name="connsiteY2653" fmla="*/ 1095019 h 6858000"/>
              <a:gd name="connsiteX2654" fmla="*/ 165083 w 12192000"/>
              <a:gd name="connsiteY2654" fmla="*/ 692994 h 6858000"/>
              <a:gd name="connsiteX2655" fmla="*/ 20148 w 12192000"/>
              <a:gd name="connsiteY2655" fmla="*/ 688461 h 6858000"/>
              <a:gd name="connsiteX2656" fmla="*/ 0 w 12192000"/>
              <a:gd name="connsiteY2656" fmla="*/ 688494 h 6858000"/>
              <a:gd name="connsiteX2657" fmla="*/ 0 w 12192000"/>
              <a:gd name="connsiteY2657" fmla="*/ 676248 h 6858000"/>
              <a:gd name="connsiteX2658" fmla="*/ 44494 w 12192000"/>
              <a:gd name="connsiteY2658" fmla="*/ 675624 h 6858000"/>
              <a:gd name="connsiteX2659" fmla="*/ 170139 w 12192000"/>
              <a:gd name="connsiteY2659" fmla="*/ 667711 h 6858000"/>
              <a:gd name="connsiteX2660" fmla="*/ 170139 w 12192000"/>
              <a:gd name="connsiteY2660" fmla="*/ 270748 h 6858000"/>
              <a:gd name="connsiteX2661" fmla="*/ 0 w 12192000"/>
              <a:gd name="connsiteY2661" fmla="*/ 270748 h 6858000"/>
              <a:gd name="connsiteX2662" fmla="*/ 0 w 12192000"/>
              <a:gd name="connsiteY2662" fmla="*/ 247990 h 6858000"/>
              <a:gd name="connsiteX2663" fmla="*/ 170139 w 12192000"/>
              <a:gd name="connsiteY2663" fmla="*/ 2479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Lst>
            <a:rect l="l" t="t" r="r" b="b"/>
            <a:pathLst>
              <a:path w="12192000" h="6858000">
                <a:moveTo>
                  <a:pt x="6104374" y="6187281"/>
                </a:moveTo>
                <a:cubicBezTo>
                  <a:pt x="6104374" y="6321287"/>
                  <a:pt x="6104374" y="6452768"/>
                  <a:pt x="6104374" y="6586775"/>
                </a:cubicBezTo>
                <a:cubicBezTo>
                  <a:pt x="6170112" y="6594361"/>
                  <a:pt x="6483641" y="6591830"/>
                  <a:pt x="6508924" y="6584250"/>
                </a:cubicBezTo>
                <a:cubicBezTo>
                  <a:pt x="6508924" y="6452768"/>
                  <a:pt x="6508924" y="6318762"/>
                  <a:pt x="6508924" y="6187281"/>
                </a:cubicBezTo>
                <a:cubicBezTo>
                  <a:pt x="6372387" y="6187281"/>
                  <a:pt x="6240911" y="6187281"/>
                  <a:pt x="6104374" y="6187281"/>
                </a:cubicBezTo>
                <a:close/>
                <a:moveTo>
                  <a:pt x="5259876" y="6187281"/>
                </a:moveTo>
                <a:cubicBezTo>
                  <a:pt x="5259876" y="6318762"/>
                  <a:pt x="5259876" y="6452768"/>
                  <a:pt x="5259876" y="6589305"/>
                </a:cubicBezTo>
                <a:cubicBezTo>
                  <a:pt x="5396413" y="6589305"/>
                  <a:pt x="5527894" y="6589305"/>
                  <a:pt x="5661901" y="6589305"/>
                </a:cubicBezTo>
                <a:cubicBezTo>
                  <a:pt x="5661901" y="6452768"/>
                  <a:pt x="5661901" y="6321287"/>
                  <a:pt x="5661901" y="6187281"/>
                </a:cubicBezTo>
                <a:cubicBezTo>
                  <a:pt x="5527894" y="6187281"/>
                  <a:pt x="5393883" y="6187281"/>
                  <a:pt x="5259876" y="6187281"/>
                </a:cubicBezTo>
                <a:close/>
                <a:moveTo>
                  <a:pt x="4837630" y="6187281"/>
                </a:moveTo>
                <a:cubicBezTo>
                  <a:pt x="4837630" y="6323818"/>
                  <a:pt x="4837630" y="6455299"/>
                  <a:pt x="4837630" y="6589305"/>
                </a:cubicBezTo>
                <a:cubicBezTo>
                  <a:pt x="4971636" y="6589305"/>
                  <a:pt x="5105642" y="6589305"/>
                  <a:pt x="5239648" y="6589305"/>
                </a:cubicBezTo>
                <a:cubicBezTo>
                  <a:pt x="5239648" y="6452768"/>
                  <a:pt x="5239648" y="6321287"/>
                  <a:pt x="5239648" y="6187281"/>
                </a:cubicBezTo>
                <a:cubicBezTo>
                  <a:pt x="5105642" y="6187281"/>
                  <a:pt x="4971636" y="6187281"/>
                  <a:pt x="4837630" y="6187281"/>
                </a:cubicBezTo>
                <a:close/>
                <a:moveTo>
                  <a:pt x="2723862" y="6187281"/>
                </a:moveTo>
                <a:cubicBezTo>
                  <a:pt x="2723862" y="6318762"/>
                  <a:pt x="2723862" y="6452768"/>
                  <a:pt x="2723862" y="6589305"/>
                </a:cubicBezTo>
                <a:cubicBezTo>
                  <a:pt x="2860393" y="6589305"/>
                  <a:pt x="2991874" y="6589305"/>
                  <a:pt x="3125881" y="6589305"/>
                </a:cubicBezTo>
                <a:cubicBezTo>
                  <a:pt x="3125881" y="6452768"/>
                  <a:pt x="3125881" y="6321287"/>
                  <a:pt x="3125881" y="6187281"/>
                </a:cubicBezTo>
                <a:cubicBezTo>
                  <a:pt x="2991874" y="6187281"/>
                  <a:pt x="2857868" y="6187281"/>
                  <a:pt x="2723862" y="6187281"/>
                </a:cubicBezTo>
                <a:close/>
                <a:moveTo>
                  <a:pt x="1881894" y="6187281"/>
                </a:moveTo>
                <a:cubicBezTo>
                  <a:pt x="1881894" y="6321287"/>
                  <a:pt x="1881894" y="6455299"/>
                  <a:pt x="1881894" y="6589305"/>
                </a:cubicBezTo>
                <a:cubicBezTo>
                  <a:pt x="2013369" y="6589305"/>
                  <a:pt x="2147376" y="6589305"/>
                  <a:pt x="2281382" y="6589305"/>
                </a:cubicBezTo>
                <a:cubicBezTo>
                  <a:pt x="2281382" y="6452768"/>
                  <a:pt x="2281382" y="6321287"/>
                  <a:pt x="2281382" y="6187281"/>
                </a:cubicBezTo>
                <a:cubicBezTo>
                  <a:pt x="2147376" y="6187281"/>
                  <a:pt x="2015900" y="6187281"/>
                  <a:pt x="1881894" y="6187281"/>
                </a:cubicBezTo>
                <a:close/>
                <a:moveTo>
                  <a:pt x="1039920" y="6187281"/>
                </a:moveTo>
                <a:cubicBezTo>
                  <a:pt x="1032334" y="6232797"/>
                  <a:pt x="1034865" y="6561492"/>
                  <a:pt x="1042451" y="6589305"/>
                </a:cubicBezTo>
                <a:cubicBezTo>
                  <a:pt x="1171402" y="6589305"/>
                  <a:pt x="1302877" y="6589305"/>
                  <a:pt x="1436884" y="6589305"/>
                </a:cubicBezTo>
                <a:cubicBezTo>
                  <a:pt x="1436884" y="6452768"/>
                  <a:pt x="1436884" y="6321287"/>
                  <a:pt x="1436884" y="6187281"/>
                </a:cubicBezTo>
                <a:cubicBezTo>
                  <a:pt x="1302877" y="6187281"/>
                  <a:pt x="1171402" y="6187281"/>
                  <a:pt x="1039920" y="6187281"/>
                </a:cubicBezTo>
                <a:close/>
                <a:moveTo>
                  <a:pt x="11601191" y="6184756"/>
                </a:moveTo>
                <a:cubicBezTo>
                  <a:pt x="11593605" y="6235322"/>
                  <a:pt x="11596136" y="6561492"/>
                  <a:pt x="11603716" y="6589305"/>
                </a:cubicBezTo>
                <a:cubicBezTo>
                  <a:pt x="11735197" y="6589305"/>
                  <a:pt x="11869204" y="6589305"/>
                  <a:pt x="12000685" y="6589305"/>
                </a:cubicBezTo>
                <a:cubicBezTo>
                  <a:pt x="12008265" y="6538734"/>
                  <a:pt x="12005741" y="6212569"/>
                  <a:pt x="11998154" y="6184756"/>
                </a:cubicBezTo>
                <a:cubicBezTo>
                  <a:pt x="11866679" y="6184756"/>
                  <a:pt x="11735197" y="6184756"/>
                  <a:pt x="11601191" y="6184756"/>
                </a:cubicBezTo>
                <a:close/>
                <a:moveTo>
                  <a:pt x="10756693" y="6184756"/>
                </a:moveTo>
                <a:cubicBezTo>
                  <a:pt x="10756693" y="6321287"/>
                  <a:pt x="10756693" y="6452768"/>
                  <a:pt x="10756693" y="6589305"/>
                </a:cubicBezTo>
                <a:cubicBezTo>
                  <a:pt x="10890699" y="6589305"/>
                  <a:pt x="11022180" y="6589305"/>
                  <a:pt x="11156187" y="6589305"/>
                </a:cubicBezTo>
                <a:cubicBezTo>
                  <a:pt x="11156187" y="6452768"/>
                  <a:pt x="11156187" y="6321287"/>
                  <a:pt x="11156187" y="6184756"/>
                </a:cubicBezTo>
                <a:cubicBezTo>
                  <a:pt x="11022180" y="6184756"/>
                  <a:pt x="10893230" y="6184756"/>
                  <a:pt x="10756693" y="6184756"/>
                </a:cubicBezTo>
                <a:close/>
                <a:moveTo>
                  <a:pt x="10329391" y="6184756"/>
                </a:moveTo>
                <a:cubicBezTo>
                  <a:pt x="10331916" y="6318762"/>
                  <a:pt x="10331916" y="6452768"/>
                  <a:pt x="10331916" y="6586775"/>
                </a:cubicBezTo>
                <a:cubicBezTo>
                  <a:pt x="10395129" y="6594361"/>
                  <a:pt x="10706127" y="6591830"/>
                  <a:pt x="10731410" y="6584250"/>
                </a:cubicBezTo>
                <a:cubicBezTo>
                  <a:pt x="10738996" y="6521037"/>
                  <a:pt x="10736465" y="6210039"/>
                  <a:pt x="10726354" y="6184756"/>
                </a:cubicBezTo>
                <a:cubicBezTo>
                  <a:pt x="10594873" y="6184756"/>
                  <a:pt x="10463397" y="6184756"/>
                  <a:pt x="10329391" y="6184756"/>
                </a:cubicBezTo>
                <a:close/>
                <a:moveTo>
                  <a:pt x="9065171" y="6184756"/>
                </a:moveTo>
                <a:cubicBezTo>
                  <a:pt x="9057585" y="6232797"/>
                  <a:pt x="9060116" y="6561492"/>
                  <a:pt x="9067702" y="6589305"/>
                </a:cubicBezTo>
                <a:cubicBezTo>
                  <a:pt x="9201708" y="6589305"/>
                  <a:pt x="9333184" y="6589305"/>
                  <a:pt x="9464665" y="6589305"/>
                </a:cubicBezTo>
                <a:cubicBezTo>
                  <a:pt x="9472251" y="6536209"/>
                  <a:pt x="9469720" y="6212569"/>
                  <a:pt x="9462134" y="6184756"/>
                </a:cubicBezTo>
                <a:cubicBezTo>
                  <a:pt x="9330659" y="6184756"/>
                  <a:pt x="9196653" y="6184756"/>
                  <a:pt x="9065171" y="6184756"/>
                </a:cubicBezTo>
                <a:close/>
                <a:moveTo>
                  <a:pt x="7798427" y="6184756"/>
                </a:moveTo>
                <a:cubicBezTo>
                  <a:pt x="7798427" y="6321287"/>
                  <a:pt x="7798427" y="6455299"/>
                  <a:pt x="7798427" y="6589305"/>
                </a:cubicBezTo>
                <a:cubicBezTo>
                  <a:pt x="7932433" y="6589305"/>
                  <a:pt x="8066439" y="6589305"/>
                  <a:pt x="8197920" y="6589305"/>
                </a:cubicBezTo>
                <a:cubicBezTo>
                  <a:pt x="8197920" y="6452768"/>
                  <a:pt x="8197920" y="6321287"/>
                  <a:pt x="8197920" y="6184756"/>
                </a:cubicBezTo>
                <a:cubicBezTo>
                  <a:pt x="8063914" y="6184756"/>
                  <a:pt x="7932433" y="6184756"/>
                  <a:pt x="7798427" y="6184756"/>
                </a:cubicBezTo>
                <a:close/>
                <a:moveTo>
                  <a:pt x="6953928" y="6184756"/>
                </a:moveTo>
                <a:cubicBezTo>
                  <a:pt x="6953928" y="6318762"/>
                  <a:pt x="6953928" y="6452768"/>
                  <a:pt x="6953928" y="6584250"/>
                </a:cubicBezTo>
                <a:cubicBezTo>
                  <a:pt x="6991858" y="6591830"/>
                  <a:pt x="7325609" y="6591830"/>
                  <a:pt x="7355953" y="6584250"/>
                </a:cubicBezTo>
                <a:cubicBezTo>
                  <a:pt x="7355953" y="6452768"/>
                  <a:pt x="7355953" y="6318762"/>
                  <a:pt x="7355953" y="6184756"/>
                </a:cubicBezTo>
                <a:cubicBezTo>
                  <a:pt x="7219416" y="6184756"/>
                  <a:pt x="7087934" y="6184756"/>
                  <a:pt x="6953928" y="6184756"/>
                </a:cubicBezTo>
                <a:close/>
                <a:moveTo>
                  <a:pt x="6531682" y="6184756"/>
                </a:moveTo>
                <a:cubicBezTo>
                  <a:pt x="6524096" y="6245438"/>
                  <a:pt x="6526626" y="6564022"/>
                  <a:pt x="6534212" y="6589305"/>
                </a:cubicBezTo>
                <a:cubicBezTo>
                  <a:pt x="6602475" y="6596891"/>
                  <a:pt x="6903362" y="6591830"/>
                  <a:pt x="6931176" y="6586775"/>
                </a:cubicBezTo>
                <a:cubicBezTo>
                  <a:pt x="6938762" y="6531154"/>
                  <a:pt x="6936231" y="6212569"/>
                  <a:pt x="6928645" y="6187281"/>
                </a:cubicBezTo>
                <a:cubicBezTo>
                  <a:pt x="6797164" y="6184756"/>
                  <a:pt x="6665688" y="6184756"/>
                  <a:pt x="6531682" y="6184756"/>
                </a:cubicBezTo>
                <a:close/>
                <a:moveTo>
                  <a:pt x="5682128" y="6184756"/>
                </a:moveTo>
                <a:cubicBezTo>
                  <a:pt x="5682128" y="6321287"/>
                  <a:pt x="5682128" y="6452768"/>
                  <a:pt x="5682128" y="6586775"/>
                </a:cubicBezTo>
                <a:cubicBezTo>
                  <a:pt x="5737756" y="6594361"/>
                  <a:pt x="6058864" y="6591830"/>
                  <a:pt x="6084147" y="6584250"/>
                </a:cubicBezTo>
                <a:cubicBezTo>
                  <a:pt x="6084147" y="6452768"/>
                  <a:pt x="6084147" y="6318762"/>
                  <a:pt x="6084147" y="6184756"/>
                </a:cubicBezTo>
                <a:cubicBezTo>
                  <a:pt x="5947616" y="6184756"/>
                  <a:pt x="5816135" y="6184756"/>
                  <a:pt x="5682128" y="6184756"/>
                </a:cubicBezTo>
                <a:close/>
                <a:moveTo>
                  <a:pt x="4415383" y="6184756"/>
                </a:moveTo>
                <a:cubicBezTo>
                  <a:pt x="4415383" y="6321287"/>
                  <a:pt x="4415383" y="6452768"/>
                  <a:pt x="4415383" y="6589305"/>
                </a:cubicBezTo>
                <a:cubicBezTo>
                  <a:pt x="4549390" y="6589305"/>
                  <a:pt x="4680865" y="6589305"/>
                  <a:pt x="4814877" y="6589305"/>
                </a:cubicBezTo>
                <a:cubicBezTo>
                  <a:pt x="4814877" y="6455299"/>
                  <a:pt x="4814877" y="6321287"/>
                  <a:pt x="4814877" y="6184756"/>
                </a:cubicBezTo>
                <a:cubicBezTo>
                  <a:pt x="4680865" y="6184756"/>
                  <a:pt x="4551914" y="6184756"/>
                  <a:pt x="4415383" y="6184756"/>
                </a:cubicBezTo>
                <a:close/>
                <a:moveTo>
                  <a:pt x="3990606" y="6184756"/>
                </a:moveTo>
                <a:cubicBezTo>
                  <a:pt x="3990606" y="6318762"/>
                  <a:pt x="3990606" y="6452768"/>
                  <a:pt x="3990606" y="6589305"/>
                </a:cubicBezTo>
                <a:cubicBezTo>
                  <a:pt x="4127137" y="6589305"/>
                  <a:pt x="4258619" y="6589305"/>
                  <a:pt x="4392625" y="6589305"/>
                </a:cubicBezTo>
                <a:cubicBezTo>
                  <a:pt x="4392625" y="6452768"/>
                  <a:pt x="4392625" y="6321287"/>
                  <a:pt x="4392625" y="6184756"/>
                </a:cubicBezTo>
                <a:cubicBezTo>
                  <a:pt x="4258619" y="6184756"/>
                  <a:pt x="4127137" y="6184756"/>
                  <a:pt x="3990606" y="6184756"/>
                </a:cubicBezTo>
                <a:close/>
                <a:moveTo>
                  <a:pt x="3570885" y="6184756"/>
                </a:moveTo>
                <a:cubicBezTo>
                  <a:pt x="3570885" y="6318762"/>
                  <a:pt x="3570885" y="6452768"/>
                  <a:pt x="3570885" y="6586775"/>
                </a:cubicBezTo>
                <a:cubicBezTo>
                  <a:pt x="3623981" y="6594361"/>
                  <a:pt x="3945090" y="6591830"/>
                  <a:pt x="3970379" y="6584250"/>
                </a:cubicBezTo>
                <a:cubicBezTo>
                  <a:pt x="3977959" y="6518506"/>
                  <a:pt x="3975434" y="6210039"/>
                  <a:pt x="3965318" y="6184756"/>
                </a:cubicBezTo>
                <a:cubicBezTo>
                  <a:pt x="3833842" y="6184756"/>
                  <a:pt x="3702366" y="6184756"/>
                  <a:pt x="3570885" y="6184756"/>
                </a:cubicBezTo>
                <a:close/>
                <a:moveTo>
                  <a:pt x="1459642" y="6184756"/>
                </a:moveTo>
                <a:cubicBezTo>
                  <a:pt x="1452056" y="6230266"/>
                  <a:pt x="1452056" y="6561492"/>
                  <a:pt x="1459642" y="6589305"/>
                </a:cubicBezTo>
                <a:cubicBezTo>
                  <a:pt x="1591123" y="6589305"/>
                  <a:pt x="1722599" y="6589305"/>
                  <a:pt x="1854075" y="6589305"/>
                </a:cubicBezTo>
                <a:cubicBezTo>
                  <a:pt x="1861666" y="6541264"/>
                  <a:pt x="1859136" y="6215094"/>
                  <a:pt x="1851550" y="6184756"/>
                </a:cubicBezTo>
                <a:cubicBezTo>
                  <a:pt x="1722599" y="6184756"/>
                  <a:pt x="1593648" y="6184756"/>
                  <a:pt x="1459642" y="6184756"/>
                </a:cubicBezTo>
                <a:close/>
                <a:moveTo>
                  <a:pt x="612619" y="6184756"/>
                </a:moveTo>
                <a:cubicBezTo>
                  <a:pt x="612619" y="6321287"/>
                  <a:pt x="612619" y="6452768"/>
                  <a:pt x="612619" y="6586775"/>
                </a:cubicBezTo>
                <a:cubicBezTo>
                  <a:pt x="668245" y="6594361"/>
                  <a:pt x="989354" y="6591830"/>
                  <a:pt x="1014637" y="6584250"/>
                </a:cubicBezTo>
                <a:cubicBezTo>
                  <a:pt x="1014637" y="6452768"/>
                  <a:pt x="1014637" y="6318762"/>
                  <a:pt x="1014637" y="6184756"/>
                </a:cubicBezTo>
                <a:cubicBezTo>
                  <a:pt x="880631" y="6184756"/>
                  <a:pt x="746625" y="6184756"/>
                  <a:pt x="612619" y="6184756"/>
                </a:cubicBezTo>
                <a:close/>
                <a:moveTo>
                  <a:pt x="190366" y="6184756"/>
                </a:moveTo>
                <a:cubicBezTo>
                  <a:pt x="190366" y="6321287"/>
                  <a:pt x="190366" y="6452768"/>
                  <a:pt x="190366" y="6586775"/>
                </a:cubicBezTo>
                <a:cubicBezTo>
                  <a:pt x="243468" y="6594361"/>
                  <a:pt x="567108" y="6591830"/>
                  <a:pt x="592391" y="6584250"/>
                </a:cubicBezTo>
                <a:cubicBezTo>
                  <a:pt x="592391" y="6452768"/>
                  <a:pt x="592391" y="6318762"/>
                  <a:pt x="592391" y="6184756"/>
                </a:cubicBezTo>
                <a:cubicBezTo>
                  <a:pt x="458385" y="6184756"/>
                  <a:pt x="324372" y="6184756"/>
                  <a:pt x="190366" y="6184756"/>
                </a:cubicBezTo>
                <a:close/>
                <a:moveTo>
                  <a:pt x="3341430" y="6184438"/>
                </a:moveTo>
                <a:cubicBezTo>
                  <a:pt x="3249775" y="6184754"/>
                  <a:pt x="3160015" y="6187284"/>
                  <a:pt x="3146108" y="6192342"/>
                </a:cubicBezTo>
                <a:cubicBezTo>
                  <a:pt x="3146108" y="6323818"/>
                  <a:pt x="3146108" y="6457824"/>
                  <a:pt x="3146108" y="6591830"/>
                </a:cubicBezTo>
                <a:cubicBezTo>
                  <a:pt x="3282645" y="6589305"/>
                  <a:pt x="3414121" y="6589305"/>
                  <a:pt x="3548127" y="6589305"/>
                </a:cubicBezTo>
                <a:cubicBezTo>
                  <a:pt x="3548127" y="6452768"/>
                  <a:pt x="3548127" y="6321287"/>
                  <a:pt x="3548127" y="6189811"/>
                </a:cubicBezTo>
                <a:cubicBezTo>
                  <a:pt x="3526637" y="6186018"/>
                  <a:pt x="3433086" y="6184122"/>
                  <a:pt x="3341430" y="6184438"/>
                </a:cubicBezTo>
                <a:close/>
                <a:moveTo>
                  <a:pt x="2497879" y="6184438"/>
                </a:moveTo>
                <a:cubicBezTo>
                  <a:pt x="2405907" y="6184754"/>
                  <a:pt x="2315516" y="6187284"/>
                  <a:pt x="2301610" y="6192342"/>
                </a:cubicBezTo>
                <a:cubicBezTo>
                  <a:pt x="2301610" y="6323818"/>
                  <a:pt x="2301610" y="6457824"/>
                  <a:pt x="2301610" y="6591830"/>
                </a:cubicBezTo>
                <a:cubicBezTo>
                  <a:pt x="2438146" y="6589305"/>
                  <a:pt x="2569628" y="6589305"/>
                  <a:pt x="2703634" y="6589305"/>
                </a:cubicBezTo>
                <a:cubicBezTo>
                  <a:pt x="2703634" y="6452768"/>
                  <a:pt x="2703634" y="6321287"/>
                  <a:pt x="2703634" y="6189811"/>
                </a:cubicBezTo>
                <a:cubicBezTo>
                  <a:pt x="2683404" y="6186018"/>
                  <a:pt x="2589851" y="6184122"/>
                  <a:pt x="2497879" y="6184438"/>
                </a:cubicBezTo>
                <a:close/>
                <a:moveTo>
                  <a:pt x="9745264" y="6182750"/>
                </a:moveTo>
                <a:cubicBezTo>
                  <a:pt x="9635016" y="6182306"/>
                  <a:pt x="9500694" y="6185070"/>
                  <a:pt x="9484893" y="6189811"/>
                </a:cubicBezTo>
                <a:cubicBezTo>
                  <a:pt x="9484893" y="6321287"/>
                  <a:pt x="9484893" y="6452768"/>
                  <a:pt x="9484893" y="6586775"/>
                </a:cubicBezTo>
                <a:cubicBezTo>
                  <a:pt x="9535458" y="6594361"/>
                  <a:pt x="9861628" y="6591830"/>
                  <a:pt x="9886911" y="6584250"/>
                </a:cubicBezTo>
                <a:cubicBezTo>
                  <a:pt x="9886911" y="6452768"/>
                  <a:pt x="9886911" y="6318762"/>
                  <a:pt x="9886911" y="6187281"/>
                </a:cubicBezTo>
                <a:cubicBezTo>
                  <a:pt x="9868896" y="6184439"/>
                  <a:pt x="9811413" y="6183017"/>
                  <a:pt x="9745264" y="6182750"/>
                </a:cubicBezTo>
                <a:close/>
                <a:moveTo>
                  <a:pt x="8903346" y="6182750"/>
                </a:moveTo>
                <a:cubicBezTo>
                  <a:pt x="8794232" y="6182306"/>
                  <a:pt x="8660304" y="6185070"/>
                  <a:pt x="8642925" y="6189811"/>
                </a:cubicBezTo>
                <a:cubicBezTo>
                  <a:pt x="8642925" y="6321287"/>
                  <a:pt x="8642925" y="6452768"/>
                  <a:pt x="8642925" y="6589305"/>
                </a:cubicBezTo>
                <a:cubicBezTo>
                  <a:pt x="8779462" y="6589305"/>
                  <a:pt x="8908407" y="6589305"/>
                  <a:pt x="9042419" y="6589305"/>
                </a:cubicBezTo>
                <a:cubicBezTo>
                  <a:pt x="9042419" y="6452768"/>
                  <a:pt x="9042419" y="6321287"/>
                  <a:pt x="9042419" y="6187281"/>
                </a:cubicBezTo>
                <a:cubicBezTo>
                  <a:pt x="9025351" y="6184439"/>
                  <a:pt x="8968815" y="6183017"/>
                  <a:pt x="8903346" y="6182750"/>
                </a:cubicBezTo>
                <a:close/>
                <a:moveTo>
                  <a:pt x="8465730" y="6180356"/>
                </a:moveTo>
                <a:cubicBezTo>
                  <a:pt x="8358593" y="6180134"/>
                  <a:pt x="8235531" y="6183492"/>
                  <a:pt x="8218148" y="6189811"/>
                </a:cubicBezTo>
                <a:cubicBezTo>
                  <a:pt x="8220673" y="6321287"/>
                  <a:pt x="8220673" y="6452768"/>
                  <a:pt x="8220673" y="6589305"/>
                </a:cubicBezTo>
                <a:cubicBezTo>
                  <a:pt x="8357209" y="6589305"/>
                  <a:pt x="8488691" y="6589305"/>
                  <a:pt x="8617636" y="6589305"/>
                </a:cubicBezTo>
                <a:cubicBezTo>
                  <a:pt x="8627753" y="6551381"/>
                  <a:pt x="8625222" y="6212569"/>
                  <a:pt x="8615111" y="6184756"/>
                </a:cubicBezTo>
                <a:cubicBezTo>
                  <a:pt x="8588561" y="6181912"/>
                  <a:pt x="8530012" y="6180490"/>
                  <a:pt x="8465730" y="6180356"/>
                </a:cubicBezTo>
                <a:close/>
                <a:moveTo>
                  <a:pt x="11437145" y="6180223"/>
                </a:moveTo>
                <a:cubicBezTo>
                  <a:pt x="11328280" y="6179779"/>
                  <a:pt x="11196328" y="6182544"/>
                  <a:pt x="11178945" y="6187281"/>
                </a:cubicBezTo>
                <a:cubicBezTo>
                  <a:pt x="11178945" y="6318762"/>
                  <a:pt x="11178945" y="6452768"/>
                  <a:pt x="11178945" y="6586775"/>
                </a:cubicBezTo>
                <a:cubicBezTo>
                  <a:pt x="11312951" y="6586775"/>
                  <a:pt x="11444427" y="6586775"/>
                  <a:pt x="11578433" y="6586775"/>
                </a:cubicBezTo>
                <a:cubicBezTo>
                  <a:pt x="11578433" y="6450244"/>
                  <a:pt x="11578433" y="6318762"/>
                  <a:pt x="11578433" y="6184756"/>
                </a:cubicBezTo>
                <a:cubicBezTo>
                  <a:pt x="11559471" y="6181912"/>
                  <a:pt x="11502463" y="6180490"/>
                  <a:pt x="11437145" y="6180223"/>
                </a:cubicBezTo>
                <a:close/>
                <a:moveTo>
                  <a:pt x="10162810" y="6180223"/>
                </a:moveTo>
                <a:cubicBezTo>
                  <a:pt x="10055055" y="6179779"/>
                  <a:pt x="9927053" y="6182544"/>
                  <a:pt x="9909669" y="6187281"/>
                </a:cubicBezTo>
                <a:cubicBezTo>
                  <a:pt x="9902083" y="6237852"/>
                  <a:pt x="9904614" y="6561492"/>
                  <a:pt x="9912200" y="6586775"/>
                </a:cubicBezTo>
                <a:cubicBezTo>
                  <a:pt x="10046206" y="6589305"/>
                  <a:pt x="10177682" y="6589305"/>
                  <a:pt x="10309164" y="6589305"/>
                </a:cubicBezTo>
                <a:cubicBezTo>
                  <a:pt x="10316750" y="6526092"/>
                  <a:pt x="10314219" y="6212569"/>
                  <a:pt x="10306633" y="6184756"/>
                </a:cubicBezTo>
                <a:cubicBezTo>
                  <a:pt x="10284826" y="6181912"/>
                  <a:pt x="10227463" y="6180490"/>
                  <a:pt x="10162810" y="6180223"/>
                </a:cubicBezTo>
                <a:close/>
                <a:moveTo>
                  <a:pt x="7631541" y="6180223"/>
                </a:moveTo>
                <a:cubicBezTo>
                  <a:pt x="7523538" y="6179779"/>
                  <a:pt x="7393560" y="6182544"/>
                  <a:pt x="7376180" y="6187281"/>
                </a:cubicBezTo>
                <a:cubicBezTo>
                  <a:pt x="7376180" y="6321287"/>
                  <a:pt x="7376180" y="6452768"/>
                  <a:pt x="7376180" y="6586775"/>
                </a:cubicBezTo>
                <a:cubicBezTo>
                  <a:pt x="7512711" y="6586775"/>
                  <a:pt x="7644193" y="6586775"/>
                  <a:pt x="7775668" y="6586775"/>
                </a:cubicBezTo>
                <a:cubicBezTo>
                  <a:pt x="7783254" y="6531154"/>
                  <a:pt x="7780730" y="6210039"/>
                  <a:pt x="7773144" y="6184756"/>
                </a:cubicBezTo>
                <a:cubicBezTo>
                  <a:pt x="7753233" y="6181912"/>
                  <a:pt x="7696342" y="6180490"/>
                  <a:pt x="7631541" y="6180223"/>
                </a:cubicBezTo>
                <a:close/>
                <a:moveTo>
                  <a:pt x="10331916" y="5765034"/>
                </a:moveTo>
                <a:cubicBezTo>
                  <a:pt x="10331916" y="5896516"/>
                  <a:pt x="10331916" y="6030522"/>
                  <a:pt x="10331916" y="6164528"/>
                </a:cubicBezTo>
                <a:cubicBezTo>
                  <a:pt x="10402715" y="6172114"/>
                  <a:pt x="10706127" y="6169584"/>
                  <a:pt x="10731410" y="6161998"/>
                </a:cubicBezTo>
                <a:cubicBezTo>
                  <a:pt x="10731410" y="6030522"/>
                  <a:pt x="10731410" y="5899041"/>
                  <a:pt x="10731410" y="5765034"/>
                </a:cubicBezTo>
                <a:cubicBezTo>
                  <a:pt x="10597404" y="5765034"/>
                  <a:pt x="10465922" y="5765034"/>
                  <a:pt x="10331916" y="5765034"/>
                </a:cubicBezTo>
                <a:close/>
                <a:moveTo>
                  <a:pt x="7373650" y="5765034"/>
                </a:moveTo>
                <a:cubicBezTo>
                  <a:pt x="7373650" y="5899041"/>
                  <a:pt x="7373650" y="6033047"/>
                  <a:pt x="7373650" y="6164528"/>
                </a:cubicBezTo>
                <a:cubicBezTo>
                  <a:pt x="7510187" y="6164528"/>
                  <a:pt x="7641662" y="6164528"/>
                  <a:pt x="7773144" y="6164528"/>
                </a:cubicBezTo>
                <a:cubicBezTo>
                  <a:pt x="7780730" y="6121543"/>
                  <a:pt x="7780730" y="5790317"/>
                  <a:pt x="7770613" y="5765034"/>
                </a:cubicBezTo>
                <a:cubicBezTo>
                  <a:pt x="7639137" y="5765034"/>
                  <a:pt x="7507656" y="5765034"/>
                  <a:pt x="7373650" y="5765034"/>
                </a:cubicBezTo>
                <a:close/>
                <a:moveTo>
                  <a:pt x="3146108" y="5765034"/>
                </a:moveTo>
                <a:cubicBezTo>
                  <a:pt x="3146108" y="5899041"/>
                  <a:pt x="3146108" y="6033047"/>
                  <a:pt x="3146108" y="6164528"/>
                </a:cubicBezTo>
                <a:cubicBezTo>
                  <a:pt x="3282645" y="6164528"/>
                  <a:pt x="3414121" y="6164528"/>
                  <a:pt x="3545602" y="6164528"/>
                </a:cubicBezTo>
                <a:cubicBezTo>
                  <a:pt x="3553188" y="6121543"/>
                  <a:pt x="3553188" y="5790317"/>
                  <a:pt x="3543071" y="5765034"/>
                </a:cubicBezTo>
                <a:cubicBezTo>
                  <a:pt x="3411596" y="5765034"/>
                  <a:pt x="3277590" y="5765034"/>
                  <a:pt x="3146108" y="5765034"/>
                </a:cubicBezTo>
                <a:close/>
                <a:moveTo>
                  <a:pt x="1037395" y="5765034"/>
                </a:moveTo>
                <a:cubicBezTo>
                  <a:pt x="1037395" y="5896516"/>
                  <a:pt x="1037395" y="6027992"/>
                  <a:pt x="1037395" y="6164528"/>
                </a:cubicBezTo>
                <a:cubicBezTo>
                  <a:pt x="1103133" y="6172114"/>
                  <a:pt x="1411601" y="6169584"/>
                  <a:pt x="1436884" y="6161998"/>
                </a:cubicBezTo>
                <a:cubicBezTo>
                  <a:pt x="1444470" y="6096260"/>
                  <a:pt x="1441945" y="5792848"/>
                  <a:pt x="1431828" y="5765034"/>
                </a:cubicBezTo>
                <a:cubicBezTo>
                  <a:pt x="1300353" y="5765034"/>
                  <a:pt x="1171402" y="5765034"/>
                  <a:pt x="1037395" y="5765034"/>
                </a:cubicBezTo>
                <a:close/>
                <a:moveTo>
                  <a:pt x="11181470" y="5762504"/>
                </a:moveTo>
                <a:cubicBezTo>
                  <a:pt x="11171359" y="5813075"/>
                  <a:pt x="11173884" y="6139246"/>
                  <a:pt x="11184000" y="6164528"/>
                </a:cubicBezTo>
                <a:cubicBezTo>
                  <a:pt x="11315482" y="6164528"/>
                  <a:pt x="11446957" y="6164528"/>
                  <a:pt x="11575908" y="6164528"/>
                </a:cubicBezTo>
                <a:cubicBezTo>
                  <a:pt x="11586019" y="6116487"/>
                  <a:pt x="11583494" y="5790317"/>
                  <a:pt x="11573378" y="5762504"/>
                </a:cubicBezTo>
                <a:cubicBezTo>
                  <a:pt x="11444427" y="5762504"/>
                  <a:pt x="11312951" y="5762504"/>
                  <a:pt x="11181470" y="5762504"/>
                </a:cubicBezTo>
                <a:close/>
                <a:moveTo>
                  <a:pt x="10756693" y="5762504"/>
                </a:moveTo>
                <a:cubicBezTo>
                  <a:pt x="10756693" y="5899041"/>
                  <a:pt x="10756693" y="6030522"/>
                  <a:pt x="10756693" y="6164528"/>
                </a:cubicBezTo>
                <a:cubicBezTo>
                  <a:pt x="10890699" y="6164528"/>
                  <a:pt x="11022180" y="6164528"/>
                  <a:pt x="11153656" y="6164528"/>
                </a:cubicBezTo>
                <a:cubicBezTo>
                  <a:pt x="11161242" y="6129129"/>
                  <a:pt x="11161242" y="5792848"/>
                  <a:pt x="11153656" y="5762504"/>
                </a:cubicBezTo>
                <a:cubicBezTo>
                  <a:pt x="11022180" y="5762504"/>
                  <a:pt x="10890699" y="5762504"/>
                  <a:pt x="10756693" y="5762504"/>
                </a:cubicBezTo>
                <a:close/>
                <a:moveTo>
                  <a:pt x="9487423" y="5762504"/>
                </a:moveTo>
                <a:cubicBezTo>
                  <a:pt x="9487423" y="5896516"/>
                  <a:pt x="9487423" y="6027992"/>
                  <a:pt x="9487423" y="6161998"/>
                </a:cubicBezTo>
                <a:cubicBezTo>
                  <a:pt x="9535458" y="6169584"/>
                  <a:pt x="9864159" y="6169584"/>
                  <a:pt x="9889442" y="6159473"/>
                </a:cubicBezTo>
                <a:cubicBezTo>
                  <a:pt x="9897028" y="6088674"/>
                  <a:pt x="9894497" y="5790317"/>
                  <a:pt x="9884381" y="5762504"/>
                </a:cubicBezTo>
                <a:cubicBezTo>
                  <a:pt x="9752905" y="5762504"/>
                  <a:pt x="9618899" y="5762504"/>
                  <a:pt x="9487423" y="5762504"/>
                </a:cubicBezTo>
                <a:close/>
                <a:moveTo>
                  <a:pt x="9067702" y="5762504"/>
                </a:moveTo>
                <a:cubicBezTo>
                  <a:pt x="9060116" y="5810545"/>
                  <a:pt x="9060116" y="6139246"/>
                  <a:pt x="9070226" y="6164528"/>
                </a:cubicBezTo>
                <a:cubicBezTo>
                  <a:pt x="9201708" y="6164528"/>
                  <a:pt x="9333184" y="6164528"/>
                  <a:pt x="9467190" y="6164528"/>
                </a:cubicBezTo>
                <a:cubicBezTo>
                  <a:pt x="9467190" y="6027992"/>
                  <a:pt x="9467190" y="5896516"/>
                  <a:pt x="9467190" y="5762504"/>
                </a:cubicBezTo>
                <a:cubicBezTo>
                  <a:pt x="9333184" y="5762504"/>
                  <a:pt x="9199177" y="5762504"/>
                  <a:pt x="9067702" y="5762504"/>
                </a:cubicBezTo>
                <a:close/>
                <a:moveTo>
                  <a:pt x="8225734" y="5762504"/>
                </a:moveTo>
                <a:cubicBezTo>
                  <a:pt x="8218148" y="5805489"/>
                  <a:pt x="8218148" y="6136715"/>
                  <a:pt x="8228259" y="6161998"/>
                </a:cubicBezTo>
                <a:cubicBezTo>
                  <a:pt x="8286416" y="6169584"/>
                  <a:pt x="8597414" y="6167053"/>
                  <a:pt x="8625222" y="6159473"/>
                </a:cubicBezTo>
                <a:cubicBezTo>
                  <a:pt x="8622697" y="6027992"/>
                  <a:pt x="8622697" y="5896516"/>
                  <a:pt x="8622697" y="5762504"/>
                </a:cubicBezTo>
                <a:cubicBezTo>
                  <a:pt x="8488691" y="5762504"/>
                  <a:pt x="8357209" y="5762504"/>
                  <a:pt x="8225734" y="5762504"/>
                </a:cubicBezTo>
                <a:close/>
                <a:moveTo>
                  <a:pt x="7795896" y="5762504"/>
                </a:moveTo>
                <a:cubicBezTo>
                  <a:pt x="7795896" y="5896516"/>
                  <a:pt x="7795896" y="6030522"/>
                  <a:pt x="7795896" y="6164528"/>
                </a:cubicBezTo>
                <a:cubicBezTo>
                  <a:pt x="7932433" y="6164528"/>
                  <a:pt x="8063914" y="6164528"/>
                  <a:pt x="8195390" y="6164528"/>
                </a:cubicBezTo>
                <a:cubicBezTo>
                  <a:pt x="8202976" y="6119012"/>
                  <a:pt x="8200445" y="5790317"/>
                  <a:pt x="8192859" y="5762504"/>
                </a:cubicBezTo>
                <a:cubicBezTo>
                  <a:pt x="8061383" y="5762504"/>
                  <a:pt x="7929908" y="5762504"/>
                  <a:pt x="7795896" y="5762504"/>
                </a:cubicBezTo>
                <a:close/>
                <a:moveTo>
                  <a:pt x="6951403" y="5762504"/>
                </a:moveTo>
                <a:cubicBezTo>
                  <a:pt x="6951403" y="5899041"/>
                  <a:pt x="6951403" y="6030522"/>
                  <a:pt x="6951403" y="6161998"/>
                </a:cubicBezTo>
                <a:cubicBezTo>
                  <a:pt x="6994383" y="6169584"/>
                  <a:pt x="7325609" y="6169584"/>
                  <a:pt x="7353422" y="6161998"/>
                </a:cubicBezTo>
                <a:cubicBezTo>
                  <a:pt x="7361008" y="6106371"/>
                  <a:pt x="7358478" y="5792848"/>
                  <a:pt x="7350892" y="5765034"/>
                </a:cubicBezTo>
                <a:cubicBezTo>
                  <a:pt x="7219416" y="5762504"/>
                  <a:pt x="7087934" y="5762504"/>
                  <a:pt x="6951403" y="5762504"/>
                </a:cubicBezTo>
                <a:close/>
                <a:moveTo>
                  <a:pt x="6106905" y="5762504"/>
                </a:moveTo>
                <a:cubicBezTo>
                  <a:pt x="6096788" y="5805489"/>
                  <a:pt x="6099319" y="6136715"/>
                  <a:pt x="6109436" y="6164528"/>
                </a:cubicBezTo>
                <a:cubicBezTo>
                  <a:pt x="6240911" y="6164528"/>
                  <a:pt x="6372387" y="6164528"/>
                  <a:pt x="6506399" y="6164528"/>
                </a:cubicBezTo>
                <a:cubicBezTo>
                  <a:pt x="6516510" y="6121543"/>
                  <a:pt x="6513985" y="5787792"/>
                  <a:pt x="6503868" y="5762504"/>
                </a:cubicBezTo>
                <a:cubicBezTo>
                  <a:pt x="6372387" y="5762504"/>
                  <a:pt x="6238381" y="5762504"/>
                  <a:pt x="6106905" y="5762504"/>
                </a:cubicBezTo>
                <a:close/>
                <a:moveTo>
                  <a:pt x="5682128" y="5762504"/>
                </a:moveTo>
                <a:cubicBezTo>
                  <a:pt x="5674542" y="5823192"/>
                  <a:pt x="5677073" y="6136715"/>
                  <a:pt x="5684653" y="6164528"/>
                </a:cubicBezTo>
                <a:cubicBezTo>
                  <a:pt x="5816135" y="6164528"/>
                  <a:pt x="5947616" y="6164528"/>
                  <a:pt x="6081622" y="6164528"/>
                </a:cubicBezTo>
                <a:cubicBezTo>
                  <a:pt x="6081622" y="6030522"/>
                  <a:pt x="6081622" y="5899041"/>
                  <a:pt x="6081622" y="5762504"/>
                </a:cubicBezTo>
                <a:cubicBezTo>
                  <a:pt x="5950141" y="5762504"/>
                  <a:pt x="5816135" y="5762504"/>
                  <a:pt x="5682128" y="5762504"/>
                </a:cubicBezTo>
                <a:close/>
                <a:moveTo>
                  <a:pt x="5262406" y="5762504"/>
                </a:moveTo>
                <a:cubicBezTo>
                  <a:pt x="5254821" y="5808020"/>
                  <a:pt x="5254821" y="6136715"/>
                  <a:pt x="5264938" y="6164528"/>
                </a:cubicBezTo>
                <a:cubicBezTo>
                  <a:pt x="5330675" y="6172114"/>
                  <a:pt x="5634087" y="6169584"/>
                  <a:pt x="5661901" y="6159473"/>
                </a:cubicBezTo>
                <a:cubicBezTo>
                  <a:pt x="5661901" y="6030522"/>
                  <a:pt x="5661901" y="5899041"/>
                  <a:pt x="5661901" y="5762504"/>
                </a:cubicBezTo>
                <a:cubicBezTo>
                  <a:pt x="5525364" y="5762504"/>
                  <a:pt x="5393883" y="5762504"/>
                  <a:pt x="5262406" y="5762504"/>
                </a:cubicBezTo>
                <a:close/>
                <a:moveTo>
                  <a:pt x="4837630" y="5762504"/>
                </a:moveTo>
                <a:cubicBezTo>
                  <a:pt x="4837630" y="5899041"/>
                  <a:pt x="4837630" y="6030522"/>
                  <a:pt x="4837630" y="6161998"/>
                </a:cubicBezTo>
                <a:cubicBezTo>
                  <a:pt x="4880616" y="6169584"/>
                  <a:pt x="5211841" y="6169584"/>
                  <a:pt x="5239648" y="6159473"/>
                </a:cubicBezTo>
                <a:cubicBezTo>
                  <a:pt x="5247234" y="6108901"/>
                  <a:pt x="5244710" y="5790317"/>
                  <a:pt x="5237124" y="5762504"/>
                </a:cubicBezTo>
                <a:cubicBezTo>
                  <a:pt x="5105642" y="5762504"/>
                  <a:pt x="4974166" y="5762504"/>
                  <a:pt x="4837630" y="5762504"/>
                </a:cubicBezTo>
                <a:close/>
                <a:moveTo>
                  <a:pt x="4415383" y="5762504"/>
                </a:moveTo>
                <a:cubicBezTo>
                  <a:pt x="4415383" y="5899041"/>
                  <a:pt x="4415383" y="6030522"/>
                  <a:pt x="4415383" y="6164528"/>
                </a:cubicBezTo>
                <a:cubicBezTo>
                  <a:pt x="4549390" y="6164528"/>
                  <a:pt x="4683396" y="6164528"/>
                  <a:pt x="4814877" y="6164528"/>
                </a:cubicBezTo>
                <a:cubicBezTo>
                  <a:pt x="4814877" y="6030522"/>
                  <a:pt x="4814877" y="5896516"/>
                  <a:pt x="4814877" y="5762504"/>
                </a:cubicBezTo>
                <a:cubicBezTo>
                  <a:pt x="4680865" y="5762504"/>
                  <a:pt x="4549390" y="5762504"/>
                  <a:pt x="4415383" y="5762504"/>
                </a:cubicBezTo>
                <a:close/>
                <a:moveTo>
                  <a:pt x="3993131" y="5762504"/>
                </a:moveTo>
                <a:cubicBezTo>
                  <a:pt x="3993131" y="5896516"/>
                  <a:pt x="3993131" y="6030522"/>
                  <a:pt x="3993131" y="6164528"/>
                </a:cubicBezTo>
                <a:cubicBezTo>
                  <a:pt x="4127137" y="6164528"/>
                  <a:pt x="4258619" y="6164528"/>
                  <a:pt x="4392625" y="6164528"/>
                </a:cubicBezTo>
                <a:cubicBezTo>
                  <a:pt x="4392625" y="6030522"/>
                  <a:pt x="4392625" y="5899041"/>
                  <a:pt x="4392625" y="5762504"/>
                </a:cubicBezTo>
                <a:cubicBezTo>
                  <a:pt x="4256088" y="5762504"/>
                  <a:pt x="4127137" y="5762504"/>
                  <a:pt x="3993131" y="5762504"/>
                </a:cubicBezTo>
                <a:close/>
                <a:moveTo>
                  <a:pt x="3573410" y="5762504"/>
                </a:moveTo>
                <a:cubicBezTo>
                  <a:pt x="3565830" y="5800434"/>
                  <a:pt x="3565830" y="6136715"/>
                  <a:pt x="3573410" y="6164528"/>
                </a:cubicBezTo>
                <a:cubicBezTo>
                  <a:pt x="3704891" y="6164528"/>
                  <a:pt x="3836373" y="6164528"/>
                  <a:pt x="3965318" y="6164528"/>
                </a:cubicBezTo>
                <a:cubicBezTo>
                  <a:pt x="3972904" y="6124073"/>
                  <a:pt x="3972904" y="5790317"/>
                  <a:pt x="3962793" y="5762504"/>
                </a:cubicBezTo>
                <a:cubicBezTo>
                  <a:pt x="3836373" y="5762504"/>
                  <a:pt x="3704891" y="5762504"/>
                  <a:pt x="3573410" y="5762504"/>
                </a:cubicBezTo>
                <a:close/>
                <a:moveTo>
                  <a:pt x="2723862" y="5762504"/>
                </a:moveTo>
                <a:cubicBezTo>
                  <a:pt x="2723862" y="5896516"/>
                  <a:pt x="2723862" y="6030522"/>
                  <a:pt x="2723862" y="6161998"/>
                </a:cubicBezTo>
                <a:cubicBezTo>
                  <a:pt x="2764311" y="6169584"/>
                  <a:pt x="3098067" y="6169584"/>
                  <a:pt x="3125881" y="6161998"/>
                </a:cubicBezTo>
                <a:cubicBezTo>
                  <a:pt x="3125881" y="6030522"/>
                  <a:pt x="3125881" y="5899041"/>
                  <a:pt x="3125881" y="5765034"/>
                </a:cubicBezTo>
                <a:cubicBezTo>
                  <a:pt x="2991874" y="5762504"/>
                  <a:pt x="2860393" y="5762504"/>
                  <a:pt x="2723862" y="5762504"/>
                </a:cubicBezTo>
                <a:close/>
                <a:moveTo>
                  <a:pt x="1879363" y="5762504"/>
                </a:moveTo>
                <a:cubicBezTo>
                  <a:pt x="1879363" y="5896516"/>
                  <a:pt x="1879363" y="6030522"/>
                  <a:pt x="1879363" y="6164528"/>
                </a:cubicBezTo>
                <a:cubicBezTo>
                  <a:pt x="2015900" y="6164528"/>
                  <a:pt x="2147376" y="6164528"/>
                  <a:pt x="2276327" y="6164528"/>
                </a:cubicBezTo>
                <a:cubicBezTo>
                  <a:pt x="2286443" y="6121543"/>
                  <a:pt x="2283913" y="5790317"/>
                  <a:pt x="2273796" y="5762504"/>
                </a:cubicBezTo>
                <a:cubicBezTo>
                  <a:pt x="2142320" y="5762504"/>
                  <a:pt x="2010839" y="5762504"/>
                  <a:pt x="1879363" y="5762504"/>
                </a:cubicBezTo>
                <a:close/>
                <a:moveTo>
                  <a:pt x="1462172" y="5762504"/>
                </a:moveTo>
                <a:cubicBezTo>
                  <a:pt x="1452056" y="5797903"/>
                  <a:pt x="1452056" y="6134184"/>
                  <a:pt x="1462172" y="6164528"/>
                </a:cubicBezTo>
                <a:cubicBezTo>
                  <a:pt x="1593648" y="6164528"/>
                  <a:pt x="1725130" y="6164528"/>
                  <a:pt x="1856605" y="6164528"/>
                </a:cubicBezTo>
                <a:cubicBezTo>
                  <a:pt x="1864191" y="6111432"/>
                  <a:pt x="1861666" y="5787792"/>
                  <a:pt x="1854075" y="5762504"/>
                </a:cubicBezTo>
                <a:cubicBezTo>
                  <a:pt x="1722599" y="5762504"/>
                  <a:pt x="1591123" y="5762504"/>
                  <a:pt x="1462172" y="5762504"/>
                </a:cubicBezTo>
                <a:close/>
                <a:moveTo>
                  <a:pt x="615143" y="5762504"/>
                </a:moveTo>
                <a:cubicBezTo>
                  <a:pt x="612619" y="5899041"/>
                  <a:pt x="612619" y="6030522"/>
                  <a:pt x="612619" y="6161998"/>
                </a:cubicBezTo>
                <a:cubicBezTo>
                  <a:pt x="655598" y="6169584"/>
                  <a:pt x="986824" y="6169584"/>
                  <a:pt x="1014637" y="6159473"/>
                </a:cubicBezTo>
                <a:cubicBezTo>
                  <a:pt x="1022223" y="6101315"/>
                  <a:pt x="1019693" y="5790317"/>
                  <a:pt x="1012107" y="5762504"/>
                </a:cubicBezTo>
                <a:cubicBezTo>
                  <a:pt x="880631" y="5762504"/>
                  <a:pt x="749155" y="5762504"/>
                  <a:pt x="615143" y="5762504"/>
                </a:cubicBezTo>
                <a:close/>
                <a:moveTo>
                  <a:pt x="8900015" y="5760501"/>
                </a:moveTo>
                <a:cubicBezTo>
                  <a:pt x="8791271" y="5760057"/>
                  <a:pt x="8660304" y="5762824"/>
                  <a:pt x="8642925" y="5767565"/>
                </a:cubicBezTo>
                <a:cubicBezTo>
                  <a:pt x="8642925" y="5899041"/>
                  <a:pt x="8642925" y="6030522"/>
                  <a:pt x="8642925" y="6164528"/>
                </a:cubicBezTo>
                <a:cubicBezTo>
                  <a:pt x="8776931" y="6164528"/>
                  <a:pt x="8908407" y="6164528"/>
                  <a:pt x="9042419" y="6164528"/>
                </a:cubicBezTo>
                <a:cubicBezTo>
                  <a:pt x="9042419" y="6030522"/>
                  <a:pt x="9042419" y="5896516"/>
                  <a:pt x="9042419" y="5765034"/>
                </a:cubicBezTo>
                <a:cubicBezTo>
                  <a:pt x="9022508" y="5762189"/>
                  <a:pt x="8965261" y="5760767"/>
                  <a:pt x="8900015" y="5760501"/>
                </a:cubicBezTo>
                <a:close/>
                <a:moveTo>
                  <a:pt x="6727951" y="5759345"/>
                </a:moveTo>
                <a:cubicBezTo>
                  <a:pt x="6635980" y="5759345"/>
                  <a:pt x="6545588" y="5761241"/>
                  <a:pt x="6531682" y="5765034"/>
                </a:cubicBezTo>
                <a:cubicBezTo>
                  <a:pt x="6524096" y="5820661"/>
                  <a:pt x="6526626" y="6134184"/>
                  <a:pt x="6534212" y="6161998"/>
                </a:cubicBezTo>
                <a:cubicBezTo>
                  <a:pt x="6665688" y="6161998"/>
                  <a:pt x="6797164" y="6161998"/>
                  <a:pt x="6931176" y="6161998"/>
                </a:cubicBezTo>
                <a:cubicBezTo>
                  <a:pt x="6933701" y="6030522"/>
                  <a:pt x="6933701" y="5896516"/>
                  <a:pt x="6933701" y="5765034"/>
                </a:cubicBezTo>
                <a:cubicBezTo>
                  <a:pt x="6913473" y="5761241"/>
                  <a:pt x="6819922" y="5759345"/>
                  <a:pt x="6727951" y="5759345"/>
                </a:cubicBezTo>
                <a:close/>
                <a:moveTo>
                  <a:pt x="11848467" y="5758641"/>
                </a:moveTo>
                <a:cubicBezTo>
                  <a:pt x="11741083" y="5758716"/>
                  <a:pt x="11616044" y="5761875"/>
                  <a:pt x="11598660" y="5765034"/>
                </a:cubicBezTo>
                <a:cubicBezTo>
                  <a:pt x="11598660" y="5896516"/>
                  <a:pt x="11598660" y="6027992"/>
                  <a:pt x="11598660" y="6161998"/>
                </a:cubicBezTo>
                <a:cubicBezTo>
                  <a:pt x="11735197" y="6164528"/>
                  <a:pt x="11866679" y="6164528"/>
                  <a:pt x="11998154" y="6164528"/>
                </a:cubicBezTo>
                <a:cubicBezTo>
                  <a:pt x="12005741" y="6121543"/>
                  <a:pt x="12005741" y="5790317"/>
                  <a:pt x="11995624" y="5762504"/>
                </a:cubicBezTo>
                <a:cubicBezTo>
                  <a:pt x="11970972" y="5759662"/>
                  <a:pt x="11912898" y="5758596"/>
                  <a:pt x="11848467" y="5758641"/>
                </a:cubicBezTo>
                <a:close/>
                <a:moveTo>
                  <a:pt x="440173" y="5758641"/>
                </a:moveTo>
                <a:cubicBezTo>
                  <a:pt x="332789" y="5758716"/>
                  <a:pt x="207750" y="5761875"/>
                  <a:pt x="190366" y="5765034"/>
                </a:cubicBezTo>
                <a:cubicBezTo>
                  <a:pt x="190366" y="5896516"/>
                  <a:pt x="190366" y="6027992"/>
                  <a:pt x="190366" y="6161998"/>
                </a:cubicBezTo>
                <a:cubicBezTo>
                  <a:pt x="326903" y="6164528"/>
                  <a:pt x="458385" y="6164528"/>
                  <a:pt x="589860" y="6164528"/>
                </a:cubicBezTo>
                <a:cubicBezTo>
                  <a:pt x="597446" y="6121543"/>
                  <a:pt x="597446" y="5790317"/>
                  <a:pt x="587330" y="5762504"/>
                </a:cubicBezTo>
                <a:cubicBezTo>
                  <a:pt x="562678" y="5759662"/>
                  <a:pt x="504603" y="5758596"/>
                  <a:pt x="440173" y="5758641"/>
                </a:cubicBezTo>
                <a:close/>
                <a:moveTo>
                  <a:pt x="10166448" y="5757973"/>
                </a:moveTo>
                <a:cubicBezTo>
                  <a:pt x="10058569" y="5757529"/>
                  <a:pt x="9929580" y="5760293"/>
                  <a:pt x="9912200" y="5765034"/>
                </a:cubicBezTo>
                <a:cubicBezTo>
                  <a:pt x="9912200" y="5896516"/>
                  <a:pt x="9912200" y="6027992"/>
                  <a:pt x="9912200" y="6161998"/>
                </a:cubicBezTo>
                <a:cubicBezTo>
                  <a:pt x="10046206" y="6164528"/>
                  <a:pt x="10177682" y="6164528"/>
                  <a:pt x="10309164" y="6164528"/>
                </a:cubicBezTo>
                <a:cubicBezTo>
                  <a:pt x="10316750" y="6124073"/>
                  <a:pt x="10316750" y="5790317"/>
                  <a:pt x="10309164" y="5762504"/>
                </a:cubicBezTo>
                <a:cubicBezTo>
                  <a:pt x="10288303" y="5759662"/>
                  <a:pt x="10231176" y="5758240"/>
                  <a:pt x="10166448" y="5757973"/>
                </a:cubicBezTo>
                <a:close/>
                <a:moveTo>
                  <a:pt x="2553638" y="5757973"/>
                </a:moveTo>
                <a:cubicBezTo>
                  <a:pt x="2446007" y="5757529"/>
                  <a:pt x="2318993" y="5760293"/>
                  <a:pt x="2301610" y="5765034"/>
                </a:cubicBezTo>
                <a:cubicBezTo>
                  <a:pt x="2301610" y="5896516"/>
                  <a:pt x="2301610" y="6027992"/>
                  <a:pt x="2301610" y="6161998"/>
                </a:cubicBezTo>
                <a:cubicBezTo>
                  <a:pt x="2438146" y="6164528"/>
                  <a:pt x="2569628" y="6164528"/>
                  <a:pt x="2701103" y="6164528"/>
                </a:cubicBezTo>
                <a:cubicBezTo>
                  <a:pt x="2711214" y="6121543"/>
                  <a:pt x="2708690" y="5790317"/>
                  <a:pt x="2698573" y="5762504"/>
                </a:cubicBezTo>
                <a:cubicBezTo>
                  <a:pt x="2675817" y="5759662"/>
                  <a:pt x="2618216" y="5758240"/>
                  <a:pt x="2553638" y="5757973"/>
                </a:cubicBezTo>
                <a:close/>
                <a:moveTo>
                  <a:pt x="9909669" y="5342788"/>
                </a:moveTo>
                <a:cubicBezTo>
                  <a:pt x="9909669" y="5474264"/>
                  <a:pt x="9909669" y="5608270"/>
                  <a:pt x="9909669" y="5742282"/>
                </a:cubicBezTo>
                <a:cubicBezTo>
                  <a:pt x="9975407" y="5749862"/>
                  <a:pt x="10283875" y="5747338"/>
                  <a:pt x="10311688" y="5739751"/>
                </a:cubicBezTo>
                <a:cubicBezTo>
                  <a:pt x="10311688" y="5608270"/>
                  <a:pt x="10311688" y="5474264"/>
                  <a:pt x="10311688" y="5342788"/>
                </a:cubicBezTo>
                <a:cubicBezTo>
                  <a:pt x="10177682" y="5342788"/>
                  <a:pt x="10043676" y="5342788"/>
                  <a:pt x="9909669" y="5342788"/>
                </a:cubicBezTo>
                <a:close/>
                <a:moveTo>
                  <a:pt x="10756693" y="5340257"/>
                </a:moveTo>
                <a:cubicBezTo>
                  <a:pt x="10756693" y="5474264"/>
                  <a:pt x="10756693" y="5605745"/>
                  <a:pt x="10756693" y="5742282"/>
                </a:cubicBezTo>
                <a:cubicBezTo>
                  <a:pt x="10890699" y="5742282"/>
                  <a:pt x="11022180" y="5742282"/>
                  <a:pt x="11153656" y="5742282"/>
                </a:cubicBezTo>
                <a:cubicBezTo>
                  <a:pt x="11161242" y="5709407"/>
                  <a:pt x="11161242" y="5373126"/>
                  <a:pt x="11153656" y="5340257"/>
                </a:cubicBezTo>
                <a:cubicBezTo>
                  <a:pt x="11022180" y="5340257"/>
                  <a:pt x="10890699" y="5340257"/>
                  <a:pt x="10756693" y="5340257"/>
                </a:cubicBezTo>
                <a:close/>
                <a:moveTo>
                  <a:pt x="10331916" y="5340257"/>
                </a:moveTo>
                <a:cubicBezTo>
                  <a:pt x="10331916" y="5474264"/>
                  <a:pt x="10331916" y="5605745"/>
                  <a:pt x="10331916" y="5742282"/>
                </a:cubicBezTo>
                <a:cubicBezTo>
                  <a:pt x="10468453" y="5742282"/>
                  <a:pt x="10599934" y="5742282"/>
                  <a:pt x="10731410" y="5742282"/>
                </a:cubicBezTo>
                <a:cubicBezTo>
                  <a:pt x="10738996" y="5691711"/>
                  <a:pt x="10736465" y="5365540"/>
                  <a:pt x="10728879" y="5340257"/>
                </a:cubicBezTo>
                <a:cubicBezTo>
                  <a:pt x="10597404" y="5340257"/>
                  <a:pt x="10465922" y="5340257"/>
                  <a:pt x="10331916" y="5340257"/>
                </a:cubicBezTo>
                <a:close/>
                <a:moveTo>
                  <a:pt x="9487423" y="5340257"/>
                </a:moveTo>
                <a:cubicBezTo>
                  <a:pt x="9487423" y="5476794"/>
                  <a:pt x="9487423" y="5608270"/>
                  <a:pt x="9487423" y="5742282"/>
                </a:cubicBezTo>
                <a:cubicBezTo>
                  <a:pt x="9621429" y="5742282"/>
                  <a:pt x="9755436" y="5742282"/>
                  <a:pt x="9886911" y="5742282"/>
                </a:cubicBezTo>
                <a:cubicBezTo>
                  <a:pt x="9894497" y="5699297"/>
                  <a:pt x="9894497" y="5368071"/>
                  <a:pt x="9884381" y="5340257"/>
                </a:cubicBezTo>
                <a:cubicBezTo>
                  <a:pt x="9752905" y="5340257"/>
                  <a:pt x="9621429" y="5340257"/>
                  <a:pt x="9487423" y="5340257"/>
                </a:cubicBezTo>
                <a:close/>
                <a:moveTo>
                  <a:pt x="8220673" y="5340257"/>
                </a:moveTo>
                <a:cubicBezTo>
                  <a:pt x="8220673" y="5474264"/>
                  <a:pt x="8220673" y="5608270"/>
                  <a:pt x="8220673" y="5739751"/>
                </a:cubicBezTo>
                <a:cubicBezTo>
                  <a:pt x="8283886" y="5747338"/>
                  <a:pt x="8594884" y="5744807"/>
                  <a:pt x="8622697" y="5737221"/>
                </a:cubicBezTo>
                <a:cubicBezTo>
                  <a:pt x="8622697" y="5605745"/>
                  <a:pt x="8622697" y="5474264"/>
                  <a:pt x="8622697" y="5340257"/>
                </a:cubicBezTo>
                <a:cubicBezTo>
                  <a:pt x="8488691" y="5340257"/>
                  <a:pt x="8354685" y="5340257"/>
                  <a:pt x="8220673" y="5340257"/>
                </a:cubicBezTo>
                <a:close/>
                <a:moveTo>
                  <a:pt x="7378705" y="5340257"/>
                </a:moveTo>
                <a:cubicBezTo>
                  <a:pt x="7368594" y="5383243"/>
                  <a:pt x="7371119" y="5714463"/>
                  <a:pt x="7381236" y="5742282"/>
                </a:cubicBezTo>
                <a:cubicBezTo>
                  <a:pt x="7436863" y="5749862"/>
                  <a:pt x="7750386" y="5747338"/>
                  <a:pt x="7778199" y="5739751"/>
                </a:cubicBezTo>
                <a:cubicBezTo>
                  <a:pt x="7778199" y="5608270"/>
                  <a:pt x="7778199" y="5476794"/>
                  <a:pt x="7778199" y="5342788"/>
                </a:cubicBezTo>
                <a:cubicBezTo>
                  <a:pt x="7641662" y="5340257"/>
                  <a:pt x="7510187" y="5340257"/>
                  <a:pt x="7378705" y="5340257"/>
                </a:cubicBezTo>
                <a:close/>
                <a:moveTo>
                  <a:pt x="6529151" y="5340257"/>
                </a:moveTo>
                <a:cubicBezTo>
                  <a:pt x="6529151" y="5474264"/>
                  <a:pt x="6529151" y="5605745"/>
                  <a:pt x="6529151" y="5742282"/>
                </a:cubicBezTo>
                <a:cubicBezTo>
                  <a:pt x="6665688" y="5742282"/>
                  <a:pt x="6797164" y="5742282"/>
                  <a:pt x="6931176" y="5742282"/>
                </a:cubicBezTo>
                <a:cubicBezTo>
                  <a:pt x="6938762" y="5681594"/>
                  <a:pt x="6936231" y="5368071"/>
                  <a:pt x="6928645" y="5340257"/>
                </a:cubicBezTo>
                <a:cubicBezTo>
                  <a:pt x="6797164" y="5340257"/>
                  <a:pt x="6663157" y="5340257"/>
                  <a:pt x="6529151" y="5340257"/>
                </a:cubicBezTo>
                <a:close/>
                <a:moveTo>
                  <a:pt x="6106905" y="5340257"/>
                </a:moveTo>
                <a:cubicBezTo>
                  <a:pt x="6096788" y="5390829"/>
                  <a:pt x="6099319" y="5716993"/>
                  <a:pt x="6109436" y="5742282"/>
                </a:cubicBezTo>
                <a:cubicBezTo>
                  <a:pt x="6243442" y="5742282"/>
                  <a:pt x="6372387" y="5742282"/>
                  <a:pt x="6508924" y="5742282"/>
                </a:cubicBezTo>
                <a:cubicBezTo>
                  <a:pt x="6508924" y="5605745"/>
                  <a:pt x="6508924" y="5474264"/>
                  <a:pt x="6508924" y="5340257"/>
                </a:cubicBezTo>
                <a:cubicBezTo>
                  <a:pt x="6372387" y="5340257"/>
                  <a:pt x="6240911" y="5340257"/>
                  <a:pt x="6106905" y="5340257"/>
                </a:cubicBezTo>
                <a:close/>
                <a:moveTo>
                  <a:pt x="5684653" y="5340257"/>
                </a:moveTo>
                <a:cubicBezTo>
                  <a:pt x="5677073" y="5383243"/>
                  <a:pt x="5677073" y="5714463"/>
                  <a:pt x="5687184" y="5742282"/>
                </a:cubicBezTo>
                <a:cubicBezTo>
                  <a:pt x="5740280" y="5749862"/>
                  <a:pt x="6056333" y="5747338"/>
                  <a:pt x="6084147" y="5739751"/>
                </a:cubicBezTo>
                <a:cubicBezTo>
                  <a:pt x="6084147" y="5608270"/>
                  <a:pt x="6084147" y="5476794"/>
                  <a:pt x="6084147" y="5342788"/>
                </a:cubicBezTo>
                <a:cubicBezTo>
                  <a:pt x="5950141" y="5340257"/>
                  <a:pt x="5816135" y="5340257"/>
                  <a:pt x="5684653" y="5340257"/>
                </a:cubicBezTo>
                <a:close/>
                <a:moveTo>
                  <a:pt x="5259876" y="5340257"/>
                </a:moveTo>
                <a:cubicBezTo>
                  <a:pt x="5259876" y="5474264"/>
                  <a:pt x="5259876" y="5608270"/>
                  <a:pt x="5259876" y="5739751"/>
                </a:cubicBezTo>
                <a:cubicBezTo>
                  <a:pt x="5302862" y="5747338"/>
                  <a:pt x="5634087" y="5747338"/>
                  <a:pt x="5661901" y="5737221"/>
                </a:cubicBezTo>
                <a:cubicBezTo>
                  <a:pt x="5661901" y="5605745"/>
                  <a:pt x="5661901" y="5474264"/>
                  <a:pt x="5661901" y="5340257"/>
                </a:cubicBezTo>
                <a:cubicBezTo>
                  <a:pt x="5525364" y="5340257"/>
                  <a:pt x="5393883" y="5340257"/>
                  <a:pt x="5259876" y="5340257"/>
                </a:cubicBezTo>
                <a:close/>
                <a:moveTo>
                  <a:pt x="4415383" y="5340257"/>
                </a:moveTo>
                <a:cubicBezTo>
                  <a:pt x="4415383" y="5476794"/>
                  <a:pt x="4415383" y="5608270"/>
                  <a:pt x="4415383" y="5742282"/>
                </a:cubicBezTo>
                <a:cubicBezTo>
                  <a:pt x="4549390" y="5742282"/>
                  <a:pt x="4680865" y="5742282"/>
                  <a:pt x="4812347" y="5742282"/>
                </a:cubicBezTo>
                <a:cubicBezTo>
                  <a:pt x="4819933" y="5699297"/>
                  <a:pt x="4819933" y="5368071"/>
                  <a:pt x="4809816" y="5340257"/>
                </a:cubicBezTo>
                <a:cubicBezTo>
                  <a:pt x="4680865" y="5340257"/>
                  <a:pt x="4549390" y="5340257"/>
                  <a:pt x="4415383" y="5340257"/>
                </a:cubicBezTo>
                <a:close/>
                <a:moveTo>
                  <a:pt x="3573410" y="5340257"/>
                </a:moveTo>
                <a:cubicBezTo>
                  <a:pt x="3565830" y="5388298"/>
                  <a:pt x="3568354" y="5711938"/>
                  <a:pt x="3575940" y="5739751"/>
                </a:cubicBezTo>
                <a:cubicBezTo>
                  <a:pt x="3616395" y="5747338"/>
                  <a:pt x="3945090" y="5744807"/>
                  <a:pt x="3972904" y="5737221"/>
                </a:cubicBezTo>
                <a:cubicBezTo>
                  <a:pt x="3972904" y="5605745"/>
                  <a:pt x="3972904" y="5474264"/>
                  <a:pt x="3972904" y="5340257"/>
                </a:cubicBezTo>
                <a:cubicBezTo>
                  <a:pt x="3836373" y="5340257"/>
                  <a:pt x="3704891" y="5340257"/>
                  <a:pt x="3573410" y="5340257"/>
                </a:cubicBezTo>
                <a:close/>
                <a:moveTo>
                  <a:pt x="2726387" y="5340257"/>
                </a:moveTo>
                <a:cubicBezTo>
                  <a:pt x="2726387" y="5476794"/>
                  <a:pt x="2726387" y="5608270"/>
                  <a:pt x="2726387" y="5742282"/>
                </a:cubicBezTo>
                <a:cubicBezTo>
                  <a:pt x="2860393" y="5742282"/>
                  <a:pt x="2994405" y="5742282"/>
                  <a:pt x="3125881" y="5742282"/>
                </a:cubicBezTo>
                <a:cubicBezTo>
                  <a:pt x="3133466" y="5699297"/>
                  <a:pt x="3133466" y="5368071"/>
                  <a:pt x="3123350" y="5340257"/>
                </a:cubicBezTo>
                <a:cubicBezTo>
                  <a:pt x="2991874" y="5340257"/>
                  <a:pt x="2860393" y="5340257"/>
                  <a:pt x="2726387" y="5340257"/>
                </a:cubicBezTo>
                <a:close/>
                <a:moveTo>
                  <a:pt x="2304140" y="5340257"/>
                </a:moveTo>
                <a:cubicBezTo>
                  <a:pt x="2304140" y="5476794"/>
                  <a:pt x="2304140" y="5608270"/>
                  <a:pt x="2304140" y="5742282"/>
                </a:cubicBezTo>
                <a:cubicBezTo>
                  <a:pt x="2438146" y="5742282"/>
                  <a:pt x="2569628" y="5742282"/>
                  <a:pt x="2701103" y="5742282"/>
                </a:cubicBezTo>
                <a:cubicBezTo>
                  <a:pt x="2711214" y="5699297"/>
                  <a:pt x="2708690" y="5368071"/>
                  <a:pt x="2698573" y="5340257"/>
                </a:cubicBezTo>
                <a:cubicBezTo>
                  <a:pt x="2569628" y="5340257"/>
                  <a:pt x="2438146" y="5340257"/>
                  <a:pt x="2304140" y="5340257"/>
                </a:cubicBezTo>
                <a:close/>
                <a:moveTo>
                  <a:pt x="1879363" y="5340257"/>
                </a:moveTo>
                <a:cubicBezTo>
                  <a:pt x="1879363" y="5476794"/>
                  <a:pt x="1879363" y="5608270"/>
                  <a:pt x="1879363" y="5742282"/>
                </a:cubicBezTo>
                <a:cubicBezTo>
                  <a:pt x="2013369" y="5742282"/>
                  <a:pt x="2144845" y="5742282"/>
                  <a:pt x="2276327" y="5742282"/>
                </a:cubicBezTo>
                <a:cubicBezTo>
                  <a:pt x="2283913" y="5701821"/>
                  <a:pt x="2283913" y="5368071"/>
                  <a:pt x="2276327" y="5340257"/>
                </a:cubicBezTo>
                <a:cubicBezTo>
                  <a:pt x="2144845" y="5340257"/>
                  <a:pt x="2013369" y="5340257"/>
                  <a:pt x="1879363" y="5340257"/>
                </a:cubicBezTo>
                <a:close/>
                <a:moveTo>
                  <a:pt x="1462172" y="5340257"/>
                </a:moveTo>
                <a:cubicBezTo>
                  <a:pt x="1452056" y="5388298"/>
                  <a:pt x="1454586" y="5716993"/>
                  <a:pt x="1464697" y="5742282"/>
                </a:cubicBezTo>
                <a:cubicBezTo>
                  <a:pt x="1593648" y="5742282"/>
                  <a:pt x="1725130" y="5742282"/>
                  <a:pt x="1859136" y="5742282"/>
                </a:cubicBezTo>
                <a:cubicBezTo>
                  <a:pt x="1859136" y="5605745"/>
                  <a:pt x="1859136" y="5474264"/>
                  <a:pt x="1859136" y="5340257"/>
                </a:cubicBezTo>
                <a:cubicBezTo>
                  <a:pt x="1725130" y="5340257"/>
                  <a:pt x="1593648" y="5340257"/>
                  <a:pt x="1462172" y="5340257"/>
                </a:cubicBezTo>
                <a:close/>
                <a:moveTo>
                  <a:pt x="615143" y="5340257"/>
                </a:moveTo>
                <a:cubicBezTo>
                  <a:pt x="607557" y="5385768"/>
                  <a:pt x="607557" y="5716993"/>
                  <a:pt x="617674" y="5742282"/>
                </a:cubicBezTo>
                <a:cubicBezTo>
                  <a:pt x="675826" y="5749862"/>
                  <a:pt x="986824" y="5747338"/>
                  <a:pt x="1014637" y="5739751"/>
                </a:cubicBezTo>
                <a:cubicBezTo>
                  <a:pt x="1014637" y="5608270"/>
                  <a:pt x="1014637" y="5476794"/>
                  <a:pt x="1014637" y="5340257"/>
                </a:cubicBezTo>
                <a:cubicBezTo>
                  <a:pt x="878100" y="5340257"/>
                  <a:pt x="746625" y="5340257"/>
                  <a:pt x="615143" y="5340257"/>
                </a:cubicBezTo>
                <a:close/>
                <a:moveTo>
                  <a:pt x="190366" y="5340257"/>
                </a:moveTo>
                <a:cubicBezTo>
                  <a:pt x="190366" y="5476794"/>
                  <a:pt x="190366" y="5608270"/>
                  <a:pt x="190366" y="5742282"/>
                </a:cubicBezTo>
                <a:cubicBezTo>
                  <a:pt x="324372" y="5742282"/>
                  <a:pt x="458385" y="5742282"/>
                  <a:pt x="592391" y="5742282"/>
                </a:cubicBezTo>
                <a:cubicBezTo>
                  <a:pt x="592391" y="5608270"/>
                  <a:pt x="592391" y="5476794"/>
                  <a:pt x="592391" y="5340257"/>
                </a:cubicBezTo>
                <a:cubicBezTo>
                  <a:pt x="458385" y="5340257"/>
                  <a:pt x="326903" y="5340257"/>
                  <a:pt x="190366" y="5340257"/>
                </a:cubicBezTo>
                <a:close/>
                <a:moveTo>
                  <a:pt x="11862676" y="5338255"/>
                </a:moveTo>
                <a:cubicBezTo>
                  <a:pt x="11752304" y="5337811"/>
                  <a:pt x="11616993" y="5340576"/>
                  <a:pt x="11601191" y="5345313"/>
                </a:cubicBezTo>
                <a:cubicBezTo>
                  <a:pt x="11593605" y="5411051"/>
                  <a:pt x="11596136" y="5714463"/>
                  <a:pt x="11606246" y="5742282"/>
                </a:cubicBezTo>
                <a:cubicBezTo>
                  <a:pt x="11737728" y="5742282"/>
                  <a:pt x="11869204" y="5742282"/>
                  <a:pt x="12003210" y="5742282"/>
                </a:cubicBezTo>
                <a:cubicBezTo>
                  <a:pt x="12003210" y="5608270"/>
                  <a:pt x="12003210" y="5476794"/>
                  <a:pt x="12003210" y="5342788"/>
                </a:cubicBezTo>
                <a:cubicBezTo>
                  <a:pt x="11986144" y="5339944"/>
                  <a:pt x="11928899" y="5338522"/>
                  <a:pt x="11862676" y="5338255"/>
                </a:cubicBezTo>
                <a:close/>
                <a:moveTo>
                  <a:pt x="7214304" y="5338255"/>
                </a:moveTo>
                <a:cubicBezTo>
                  <a:pt x="7104054" y="5337811"/>
                  <a:pt x="6969730" y="5340576"/>
                  <a:pt x="6953928" y="5345313"/>
                </a:cubicBezTo>
                <a:cubicBezTo>
                  <a:pt x="6946342" y="5413581"/>
                  <a:pt x="6948873" y="5714463"/>
                  <a:pt x="6958989" y="5742282"/>
                </a:cubicBezTo>
                <a:cubicBezTo>
                  <a:pt x="7007024" y="5749862"/>
                  <a:pt x="7328139" y="5747338"/>
                  <a:pt x="7355953" y="5739751"/>
                </a:cubicBezTo>
                <a:cubicBezTo>
                  <a:pt x="7355953" y="5608270"/>
                  <a:pt x="7355953" y="5476794"/>
                  <a:pt x="7355953" y="5342788"/>
                </a:cubicBezTo>
                <a:cubicBezTo>
                  <a:pt x="7337937" y="5339944"/>
                  <a:pt x="7280454" y="5338522"/>
                  <a:pt x="7214304" y="5338255"/>
                </a:cubicBezTo>
                <a:close/>
                <a:moveTo>
                  <a:pt x="5100893" y="5338255"/>
                </a:moveTo>
                <a:cubicBezTo>
                  <a:pt x="4990917" y="5337811"/>
                  <a:pt x="4855013" y="5340576"/>
                  <a:pt x="4837630" y="5345313"/>
                </a:cubicBezTo>
                <a:cubicBezTo>
                  <a:pt x="4837630" y="5476794"/>
                  <a:pt x="4837630" y="5608270"/>
                  <a:pt x="4837630" y="5739751"/>
                </a:cubicBezTo>
                <a:cubicBezTo>
                  <a:pt x="4888195" y="5747338"/>
                  <a:pt x="5211841" y="5744807"/>
                  <a:pt x="5239648" y="5737221"/>
                </a:cubicBezTo>
                <a:cubicBezTo>
                  <a:pt x="5239648" y="5605745"/>
                  <a:pt x="5239648" y="5474264"/>
                  <a:pt x="5239648" y="5342788"/>
                </a:cubicBezTo>
                <a:cubicBezTo>
                  <a:pt x="5223531" y="5339944"/>
                  <a:pt x="5166879" y="5338522"/>
                  <a:pt x="5100893" y="5338255"/>
                </a:cubicBezTo>
                <a:close/>
                <a:moveTo>
                  <a:pt x="7990588" y="5337414"/>
                </a:moveTo>
                <a:cubicBezTo>
                  <a:pt x="7899564" y="5337730"/>
                  <a:pt x="7811068" y="5340258"/>
                  <a:pt x="7798427" y="5345313"/>
                </a:cubicBezTo>
                <a:cubicBezTo>
                  <a:pt x="7790840" y="5398409"/>
                  <a:pt x="7793371" y="5714463"/>
                  <a:pt x="7800957" y="5742282"/>
                </a:cubicBezTo>
                <a:cubicBezTo>
                  <a:pt x="7932433" y="5742282"/>
                  <a:pt x="8063914" y="5742282"/>
                  <a:pt x="8197920" y="5742282"/>
                </a:cubicBezTo>
                <a:cubicBezTo>
                  <a:pt x="8197920" y="5605745"/>
                  <a:pt x="8197920" y="5474264"/>
                  <a:pt x="8197920" y="5342788"/>
                </a:cubicBezTo>
                <a:cubicBezTo>
                  <a:pt x="8175165" y="5338995"/>
                  <a:pt x="8081612" y="5337099"/>
                  <a:pt x="7990588" y="5337414"/>
                </a:cubicBezTo>
                <a:close/>
                <a:moveTo>
                  <a:pt x="9263338" y="5337099"/>
                </a:moveTo>
                <a:cubicBezTo>
                  <a:pt x="9171367" y="5337099"/>
                  <a:pt x="9080343" y="5338995"/>
                  <a:pt x="9065171" y="5342788"/>
                </a:cubicBezTo>
                <a:cubicBezTo>
                  <a:pt x="9065171" y="5474264"/>
                  <a:pt x="9065171" y="5605745"/>
                  <a:pt x="9065171" y="5742282"/>
                </a:cubicBezTo>
                <a:cubicBezTo>
                  <a:pt x="9201708" y="5742282"/>
                  <a:pt x="9333184" y="5742282"/>
                  <a:pt x="9467190" y="5742282"/>
                </a:cubicBezTo>
                <a:cubicBezTo>
                  <a:pt x="9467190" y="5608270"/>
                  <a:pt x="9467190" y="5476794"/>
                  <a:pt x="9467190" y="5342788"/>
                </a:cubicBezTo>
                <a:cubicBezTo>
                  <a:pt x="9448228" y="5338995"/>
                  <a:pt x="9355309" y="5337099"/>
                  <a:pt x="9263338" y="5337099"/>
                </a:cubicBezTo>
                <a:close/>
                <a:moveTo>
                  <a:pt x="3393690" y="5336525"/>
                </a:moveTo>
                <a:cubicBezTo>
                  <a:pt x="3286554" y="5336822"/>
                  <a:pt x="3163491" y="5340576"/>
                  <a:pt x="3146108" y="5345313"/>
                </a:cubicBezTo>
                <a:cubicBezTo>
                  <a:pt x="3146108" y="5476794"/>
                  <a:pt x="3146108" y="5608270"/>
                  <a:pt x="3146108" y="5742282"/>
                </a:cubicBezTo>
                <a:cubicBezTo>
                  <a:pt x="3282645" y="5742282"/>
                  <a:pt x="3414121" y="5742282"/>
                  <a:pt x="3545602" y="5742282"/>
                </a:cubicBezTo>
                <a:cubicBezTo>
                  <a:pt x="3553188" y="5699297"/>
                  <a:pt x="3553188" y="5365540"/>
                  <a:pt x="3543071" y="5340257"/>
                </a:cubicBezTo>
                <a:cubicBezTo>
                  <a:pt x="3516522" y="5337412"/>
                  <a:pt x="3457973" y="5336346"/>
                  <a:pt x="3393690" y="5336525"/>
                </a:cubicBezTo>
                <a:close/>
                <a:moveTo>
                  <a:pt x="8893839" y="5335857"/>
                </a:moveTo>
                <a:cubicBezTo>
                  <a:pt x="8786331" y="5335635"/>
                  <a:pt x="8660304" y="5338994"/>
                  <a:pt x="8642925" y="5345313"/>
                </a:cubicBezTo>
                <a:cubicBezTo>
                  <a:pt x="8642925" y="5476794"/>
                  <a:pt x="8642925" y="5608270"/>
                  <a:pt x="8642925" y="5742282"/>
                </a:cubicBezTo>
                <a:cubicBezTo>
                  <a:pt x="8779462" y="5742282"/>
                  <a:pt x="8908407" y="5742282"/>
                  <a:pt x="9039888" y="5742282"/>
                </a:cubicBezTo>
                <a:cubicBezTo>
                  <a:pt x="9049999" y="5704352"/>
                  <a:pt x="9047474" y="5370602"/>
                  <a:pt x="9039888" y="5340257"/>
                </a:cubicBezTo>
                <a:cubicBezTo>
                  <a:pt x="9016183" y="5337412"/>
                  <a:pt x="8958344" y="5335990"/>
                  <a:pt x="8893839" y="5335857"/>
                </a:cubicBezTo>
                <a:close/>
                <a:moveTo>
                  <a:pt x="4241697" y="5335857"/>
                </a:moveTo>
                <a:cubicBezTo>
                  <a:pt x="4134212" y="5335635"/>
                  <a:pt x="4009568" y="5338994"/>
                  <a:pt x="3990606" y="5345313"/>
                </a:cubicBezTo>
                <a:cubicBezTo>
                  <a:pt x="3990606" y="5476794"/>
                  <a:pt x="3990606" y="5608270"/>
                  <a:pt x="3990606" y="5742282"/>
                </a:cubicBezTo>
                <a:cubicBezTo>
                  <a:pt x="4127137" y="5742282"/>
                  <a:pt x="4261150" y="5742282"/>
                  <a:pt x="4392625" y="5742282"/>
                </a:cubicBezTo>
                <a:cubicBezTo>
                  <a:pt x="4400211" y="5696766"/>
                  <a:pt x="4397681" y="5368071"/>
                  <a:pt x="4390100" y="5340257"/>
                </a:cubicBezTo>
                <a:cubicBezTo>
                  <a:pt x="4364500" y="5337412"/>
                  <a:pt x="4306187" y="5335990"/>
                  <a:pt x="4241697" y="5335857"/>
                </a:cubicBezTo>
                <a:close/>
                <a:moveTo>
                  <a:pt x="11431776" y="5335724"/>
                </a:moveTo>
                <a:cubicBezTo>
                  <a:pt x="11323775" y="5335280"/>
                  <a:pt x="11193798" y="5338047"/>
                  <a:pt x="11176414" y="5342788"/>
                </a:cubicBezTo>
                <a:cubicBezTo>
                  <a:pt x="11168828" y="5403470"/>
                  <a:pt x="11171359" y="5711938"/>
                  <a:pt x="11178945" y="5739751"/>
                </a:cubicBezTo>
                <a:cubicBezTo>
                  <a:pt x="11312951" y="5742282"/>
                  <a:pt x="11444427" y="5742282"/>
                  <a:pt x="11573378" y="5742282"/>
                </a:cubicBezTo>
                <a:cubicBezTo>
                  <a:pt x="11580964" y="5709407"/>
                  <a:pt x="11580964" y="5370602"/>
                  <a:pt x="11573378" y="5340257"/>
                </a:cubicBezTo>
                <a:cubicBezTo>
                  <a:pt x="11553467" y="5337412"/>
                  <a:pt x="11496577" y="5335990"/>
                  <a:pt x="11431776" y="5335724"/>
                </a:cubicBezTo>
                <a:close/>
                <a:moveTo>
                  <a:pt x="1293066" y="5335724"/>
                </a:moveTo>
                <a:cubicBezTo>
                  <a:pt x="1184200" y="5335280"/>
                  <a:pt x="1052248" y="5338047"/>
                  <a:pt x="1034865" y="5342788"/>
                </a:cubicBezTo>
                <a:cubicBezTo>
                  <a:pt x="1034865" y="5476794"/>
                  <a:pt x="1034865" y="5605745"/>
                  <a:pt x="1034865" y="5739751"/>
                </a:cubicBezTo>
                <a:cubicBezTo>
                  <a:pt x="1082906" y="5747338"/>
                  <a:pt x="1409076" y="5744807"/>
                  <a:pt x="1434359" y="5737221"/>
                </a:cubicBezTo>
                <a:cubicBezTo>
                  <a:pt x="1434359" y="5605745"/>
                  <a:pt x="1434359" y="5471739"/>
                  <a:pt x="1434359" y="5340257"/>
                </a:cubicBezTo>
                <a:cubicBezTo>
                  <a:pt x="1415394" y="5337412"/>
                  <a:pt x="1358386" y="5335990"/>
                  <a:pt x="1293066" y="5335724"/>
                </a:cubicBezTo>
                <a:close/>
                <a:moveTo>
                  <a:pt x="11178945" y="4918011"/>
                </a:moveTo>
                <a:cubicBezTo>
                  <a:pt x="11178945" y="5052017"/>
                  <a:pt x="11178945" y="5186024"/>
                  <a:pt x="11178945" y="5317505"/>
                </a:cubicBezTo>
                <a:cubicBezTo>
                  <a:pt x="11312951" y="5317505"/>
                  <a:pt x="11444427" y="5317505"/>
                  <a:pt x="11578433" y="5317505"/>
                </a:cubicBezTo>
                <a:cubicBezTo>
                  <a:pt x="11578433" y="5183493"/>
                  <a:pt x="11578433" y="5052017"/>
                  <a:pt x="11578433" y="4918011"/>
                </a:cubicBezTo>
                <a:cubicBezTo>
                  <a:pt x="11444427" y="4918011"/>
                  <a:pt x="11312951" y="4918011"/>
                  <a:pt x="11178945" y="4918011"/>
                </a:cubicBezTo>
                <a:close/>
                <a:moveTo>
                  <a:pt x="10754168" y="4918011"/>
                </a:moveTo>
                <a:cubicBezTo>
                  <a:pt x="10754168" y="5052017"/>
                  <a:pt x="10754168" y="5183493"/>
                  <a:pt x="10754168" y="5317505"/>
                </a:cubicBezTo>
                <a:cubicBezTo>
                  <a:pt x="10890699" y="5317505"/>
                  <a:pt x="11022180" y="5317505"/>
                  <a:pt x="11156187" y="5317505"/>
                </a:cubicBezTo>
                <a:cubicBezTo>
                  <a:pt x="11156187" y="5183493"/>
                  <a:pt x="11156187" y="5052017"/>
                  <a:pt x="11156187" y="4918011"/>
                </a:cubicBezTo>
                <a:cubicBezTo>
                  <a:pt x="11022180" y="4918011"/>
                  <a:pt x="10890699" y="4918011"/>
                  <a:pt x="10754168" y="4918011"/>
                </a:cubicBezTo>
                <a:close/>
                <a:moveTo>
                  <a:pt x="10331916" y="4918011"/>
                </a:moveTo>
                <a:cubicBezTo>
                  <a:pt x="10331916" y="5052017"/>
                  <a:pt x="10331916" y="5183493"/>
                  <a:pt x="10331916" y="5317505"/>
                </a:cubicBezTo>
                <a:cubicBezTo>
                  <a:pt x="10465922" y="5317505"/>
                  <a:pt x="10599934" y="5317505"/>
                  <a:pt x="10733940" y="5317505"/>
                </a:cubicBezTo>
                <a:cubicBezTo>
                  <a:pt x="10733940" y="5183493"/>
                  <a:pt x="10733940" y="5052017"/>
                  <a:pt x="10733940" y="4918011"/>
                </a:cubicBezTo>
                <a:cubicBezTo>
                  <a:pt x="10599934" y="4918011"/>
                  <a:pt x="10468453" y="4918011"/>
                  <a:pt x="10331916" y="4918011"/>
                </a:cubicBezTo>
                <a:close/>
                <a:moveTo>
                  <a:pt x="7376180" y="4918011"/>
                </a:moveTo>
                <a:cubicBezTo>
                  <a:pt x="7376180" y="5052017"/>
                  <a:pt x="7376180" y="5183493"/>
                  <a:pt x="7376180" y="5320030"/>
                </a:cubicBezTo>
                <a:cubicBezTo>
                  <a:pt x="7510187" y="5320030"/>
                  <a:pt x="7644193" y="5320030"/>
                  <a:pt x="7778199" y="5320030"/>
                </a:cubicBezTo>
                <a:cubicBezTo>
                  <a:pt x="7778199" y="5183493"/>
                  <a:pt x="7778199" y="5052017"/>
                  <a:pt x="7778199" y="4918011"/>
                </a:cubicBezTo>
                <a:cubicBezTo>
                  <a:pt x="7644193" y="4918011"/>
                  <a:pt x="7512711" y="4918011"/>
                  <a:pt x="7376180" y="4918011"/>
                </a:cubicBezTo>
                <a:close/>
                <a:moveTo>
                  <a:pt x="6951403" y="4918011"/>
                </a:moveTo>
                <a:cubicBezTo>
                  <a:pt x="6951403" y="5052017"/>
                  <a:pt x="6951403" y="5183493"/>
                  <a:pt x="6951403" y="5314975"/>
                </a:cubicBezTo>
                <a:cubicBezTo>
                  <a:pt x="6989328" y="5322561"/>
                  <a:pt x="7323084" y="5322561"/>
                  <a:pt x="7353422" y="5314975"/>
                </a:cubicBezTo>
                <a:cubicBezTo>
                  <a:pt x="7353422" y="5183493"/>
                  <a:pt x="7353422" y="5052017"/>
                  <a:pt x="7353422" y="4918011"/>
                </a:cubicBezTo>
                <a:cubicBezTo>
                  <a:pt x="7219416" y="4918011"/>
                  <a:pt x="7087934" y="4918011"/>
                  <a:pt x="6951403" y="4918011"/>
                </a:cubicBezTo>
                <a:close/>
                <a:moveTo>
                  <a:pt x="4415383" y="4918011"/>
                </a:moveTo>
                <a:cubicBezTo>
                  <a:pt x="4415383" y="5052017"/>
                  <a:pt x="4415383" y="5183493"/>
                  <a:pt x="4415383" y="5317505"/>
                </a:cubicBezTo>
                <a:cubicBezTo>
                  <a:pt x="4549390" y="5317505"/>
                  <a:pt x="4680865" y="5317505"/>
                  <a:pt x="4814877" y="5317505"/>
                </a:cubicBezTo>
                <a:cubicBezTo>
                  <a:pt x="4814877" y="5183493"/>
                  <a:pt x="4814877" y="5052017"/>
                  <a:pt x="4814877" y="4918011"/>
                </a:cubicBezTo>
                <a:cubicBezTo>
                  <a:pt x="4680865" y="4918011"/>
                  <a:pt x="4549390" y="4918011"/>
                  <a:pt x="4415383" y="4918011"/>
                </a:cubicBezTo>
                <a:close/>
                <a:moveTo>
                  <a:pt x="3570885" y="4918011"/>
                </a:moveTo>
                <a:cubicBezTo>
                  <a:pt x="3570885" y="5052017"/>
                  <a:pt x="3570885" y="5183493"/>
                  <a:pt x="3570885" y="5314975"/>
                </a:cubicBezTo>
                <a:cubicBezTo>
                  <a:pt x="3611340" y="5322561"/>
                  <a:pt x="3940035" y="5320030"/>
                  <a:pt x="3970379" y="5314975"/>
                </a:cubicBezTo>
                <a:cubicBezTo>
                  <a:pt x="3977959" y="5266934"/>
                  <a:pt x="3975434" y="4945825"/>
                  <a:pt x="3967848" y="4918011"/>
                </a:cubicBezTo>
                <a:cubicBezTo>
                  <a:pt x="3836373" y="4918011"/>
                  <a:pt x="3704891" y="4918011"/>
                  <a:pt x="3570885" y="4918011"/>
                </a:cubicBezTo>
                <a:close/>
                <a:moveTo>
                  <a:pt x="1879363" y="4918011"/>
                </a:moveTo>
                <a:cubicBezTo>
                  <a:pt x="1879363" y="5052017"/>
                  <a:pt x="1879363" y="5183493"/>
                  <a:pt x="1879363" y="5317505"/>
                </a:cubicBezTo>
                <a:cubicBezTo>
                  <a:pt x="2013369" y="5317505"/>
                  <a:pt x="2144845" y="5317505"/>
                  <a:pt x="2278857" y="5317505"/>
                </a:cubicBezTo>
                <a:cubicBezTo>
                  <a:pt x="2278857" y="5183493"/>
                  <a:pt x="2278857" y="5052017"/>
                  <a:pt x="2278857" y="4918011"/>
                </a:cubicBezTo>
                <a:cubicBezTo>
                  <a:pt x="2147376" y="4918011"/>
                  <a:pt x="2015900" y="4918011"/>
                  <a:pt x="1879363" y="4918011"/>
                </a:cubicBezTo>
                <a:close/>
                <a:moveTo>
                  <a:pt x="1457117" y="4918011"/>
                </a:moveTo>
                <a:cubicBezTo>
                  <a:pt x="1457117" y="5052017"/>
                  <a:pt x="1457117" y="5183493"/>
                  <a:pt x="1457117" y="5317505"/>
                </a:cubicBezTo>
                <a:cubicBezTo>
                  <a:pt x="1593648" y="5317505"/>
                  <a:pt x="1725130" y="5317505"/>
                  <a:pt x="1859136" y="5317505"/>
                </a:cubicBezTo>
                <a:cubicBezTo>
                  <a:pt x="1859136" y="5183493"/>
                  <a:pt x="1859136" y="5052017"/>
                  <a:pt x="1859136" y="4918011"/>
                </a:cubicBezTo>
                <a:cubicBezTo>
                  <a:pt x="1725130" y="4918011"/>
                  <a:pt x="1593648" y="4918011"/>
                  <a:pt x="1457117" y="4918011"/>
                </a:cubicBezTo>
                <a:close/>
                <a:moveTo>
                  <a:pt x="612619" y="4918011"/>
                </a:moveTo>
                <a:cubicBezTo>
                  <a:pt x="612619" y="5052017"/>
                  <a:pt x="612619" y="5183493"/>
                  <a:pt x="612619" y="5314975"/>
                </a:cubicBezTo>
                <a:cubicBezTo>
                  <a:pt x="650543" y="5322561"/>
                  <a:pt x="984299" y="5322561"/>
                  <a:pt x="1014637" y="5314975"/>
                </a:cubicBezTo>
                <a:cubicBezTo>
                  <a:pt x="1014637" y="5183493"/>
                  <a:pt x="1014637" y="5052017"/>
                  <a:pt x="1014637" y="4918011"/>
                </a:cubicBezTo>
                <a:cubicBezTo>
                  <a:pt x="880631" y="4918011"/>
                  <a:pt x="746625" y="4918011"/>
                  <a:pt x="612619" y="4918011"/>
                </a:cubicBezTo>
                <a:close/>
                <a:moveTo>
                  <a:pt x="8908764" y="4916005"/>
                </a:moveTo>
                <a:cubicBezTo>
                  <a:pt x="8799923" y="4915561"/>
                  <a:pt x="8664415" y="4918325"/>
                  <a:pt x="8645449" y="4923067"/>
                </a:cubicBezTo>
                <a:cubicBezTo>
                  <a:pt x="8645449" y="5054542"/>
                  <a:pt x="8645449" y="5186024"/>
                  <a:pt x="8645449" y="5320030"/>
                </a:cubicBezTo>
                <a:cubicBezTo>
                  <a:pt x="8779462" y="5317505"/>
                  <a:pt x="8910937" y="5317505"/>
                  <a:pt x="9044944" y="5317505"/>
                </a:cubicBezTo>
                <a:cubicBezTo>
                  <a:pt x="9044944" y="5183493"/>
                  <a:pt x="9044944" y="5052017"/>
                  <a:pt x="9044944" y="4920536"/>
                </a:cubicBezTo>
                <a:cubicBezTo>
                  <a:pt x="9029773" y="4917694"/>
                  <a:pt x="8974069" y="4916272"/>
                  <a:pt x="8908764" y="4916005"/>
                </a:cubicBezTo>
                <a:close/>
                <a:moveTo>
                  <a:pt x="6370169" y="4916005"/>
                </a:moveTo>
                <a:cubicBezTo>
                  <a:pt x="6260192" y="4915561"/>
                  <a:pt x="6124288" y="4918325"/>
                  <a:pt x="6106905" y="4923067"/>
                </a:cubicBezTo>
                <a:cubicBezTo>
                  <a:pt x="6099319" y="4971108"/>
                  <a:pt x="6101850" y="5292216"/>
                  <a:pt x="6109436" y="5320030"/>
                </a:cubicBezTo>
                <a:cubicBezTo>
                  <a:pt x="6243442" y="5317505"/>
                  <a:pt x="6374917" y="5317505"/>
                  <a:pt x="6508924" y="5317505"/>
                </a:cubicBezTo>
                <a:cubicBezTo>
                  <a:pt x="6508924" y="5183493"/>
                  <a:pt x="6508924" y="5052017"/>
                  <a:pt x="6508924" y="4920536"/>
                </a:cubicBezTo>
                <a:cubicBezTo>
                  <a:pt x="6492807" y="4917694"/>
                  <a:pt x="6436155" y="4916272"/>
                  <a:pt x="6370169" y="4916005"/>
                </a:cubicBezTo>
                <a:close/>
                <a:moveTo>
                  <a:pt x="3409678" y="4916005"/>
                </a:moveTo>
                <a:cubicBezTo>
                  <a:pt x="3299949" y="4915561"/>
                  <a:pt x="3166022" y="4918325"/>
                  <a:pt x="3148639" y="4923067"/>
                </a:cubicBezTo>
                <a:cubicBezTo>
                  <a:pt x="3141053" y="4983749"/>
                  <a:pt x="3143577" y="5292216"/>
                  <a:pt x="3151163" y="5317505"/>
                </a:cubicBezTo>
                <a:cubicBezTo>
                  <a:pt x="3282645" y="5317505"/>
                  <a:pt x="3414121" y="5317505"/>
                  <a:pt x="3548127" y="5317505"/>
                </a:cubicBezTo>
                <a:cubicBezTo>
                  <a:pt x="3550657" y="5183493"/>
                  <a:pt x="3550657" y="5054542"/>
                  <a:pt x="3550657" y="4920536"/>
                </a:cubicBezTo>
                <a:cubicBezTo>
                  <a:pt x="3532642" y="4917694"/>
                  <a:pt x="3475516" y="4916272"/>
                  <a:pt x="3409678" y="4916005"/>
                </a:cubicBezTo>
                <a:close/>
                <a:moveTo>
                  <a:pt x="2562653" y="4916005"/>
                </a:moveTo>
                <a:cubicBezTo>
                  <a:pt x="2452922" y="4915561"/>
                  <a:pt x="2318993" y="4918325"/>
                  <a:pt x="2301610" y="4923067"/>
                </a:cubicBezTo>
                <a:cubicBezTo>
                  <a:pt x="2301610" y="5052017"/>
                  <a:pt x="2301610" y="5183493"/>
                  <a:pt x="2301610" y="5317505"/>
                </a:cubicBezTo>
                <a:cubicBezTo>
                  <a:pt x="2438146" y="5317505"/>
                  <a:pt x="2569628" y="5317505"/>
                  <a:pt x="2703634" y="5317505"/>
                </a:cubicBezTo>
                <a:cubicBezTo>
                  <a:pt x="2703634" y="5183493"/>
                  <a:pt x="2703634" y="5052017"/>
                  <a:pt x="2703634" y="4920536"/>
                </a:cubicBezTo>
                <a:cubicBezTo>
                  <a:pt x="2685619" y="4917694"/>
                  <a:pt x="2628492" y="4916272"/>
                  <a:pt x="2562653" y="4916005"/>
                </a:cubicBezTo>
                <a:close/>
                <a:moveTo>
                  <a:pt x="8192859" y="4915480"/>
                </a:moveTo>
                <a:cubicBezTo>
                  <a:pt x="8063914" y="4918011"/>
                  <a:pt x="7932433" y="4918011"/>
                  <a:pt x="7798427" y="4918011"/>
                </a:cubicBezTo>
                <a:cubicBezTo>
                  <a:pt x="7798427" y="5052017"/>
                  <a:pt x="7798427" y="5183493"/>
                  <a:pt x="7798427" y="5314975"/>
                </a:cubicBezTo>
                <a:cubicBezTo>
                  <a:pt x="7838881" y="5322561"/>
                  <a:pt x="8172637" y="5322561"/>
                  <a:pt x="8197920" y="5312444"/>
                </a:cubicBezTo>
                <a:cubicBezTo>
                  <a:pt x="8205506" y="5234065"/>
                  <a:pt x="8202976" y="4943294"/>
                  <a:pt x="8192859" y="4915480"/>
                </a:cubicBezTo>
                <a:close/>
                <a:moveTo>
                  <a:pt x="1039920" y="4915480"/>
                </a:moveTo>
                <a:cubicBezTo>
                  <a:pt x="1037395" y="5052017"/>
                  <a:pt x="1037395" y="5183493"/>
                  <a:pt x="1037395" y="5314975"/>
                </a:cubicBezTo>
                <a:cubicBezTo>
                  <a:pt x="1085436" y="5322561"/>
                  <a:pt x="1411601" y="5320030"/>
                  <a:pt x="1436884" y="5312444"/>
                </a:cubicBezTo>
                <a:cubicBezTo>
                  <a:pt x="1444470" y="5251761"/>
                  <a:pt x="1441945" y="4943294"/>
                  <a:pt x="1434359" y="4915480"/>
                </a:cubicBezTo>
                <a:cubicBezTo>
                  <a:pt x="1302877" y="4915480"/>
                  <a:pt x="1171402" y="4915480"/>
                  <a:pt x="1039920" y="4915480"/>
                </a:cubicBezTo>
                <a:close/>
                <a:moveTo>
                  <a:pt x="11793983" y="4915168"/>
                </a:moveTo>
                <a:cubicBezTo>
                  <a:pt x="11702327" y="4915484"/>
                  <a:pt x="11612567" y="4918012"/>
                  <a:pt x="11598660" y="4923067"/>
                </a:cubicBezTo>
                <a:cubicBezTo>
                  <a:pt x="11598660" y="5054542"/>
                  <a:pt x="11598660" y="5186024"/>
                  <a:pt x="11598660" y="5320030"/>
                </a:cubicBezTo>
                <a:cubicBezTo>
                  <a:pt x="11732673" y="5320030"/>
                  <a:pt x="11866679" y="5320030"/>
                  <a:pt x="12000685" y="5320030"/>
                </a:cubicBezTo>
                <a:cubicBezTo>
                  <a:pt x="12000685" y="5183493"/>
                  <a:pt x="12000685" y="5052017"/>
                  <a:pt x="12000685" y="4920536"/>
                </a:cubicBezTo>
                <a:cubicBezTo>
                  <a:pt x="11979192" y="4916746"/>
                  <a:pt x="11885640" y="4914851"/>
                  <a:pt x="11793983" y="4915168"/>
                </a:cubicBezTo>
                <a:close/>
                <a:moveTo>
                  <a:pt x="6727634" y="4915168"/>
                </a:moveTo>
                <a:cubicBezTo>
                  <a:pt x="6635347" y="4915484"/>
                  <a:pt x="6544323" y="4918012"/>
                  <a:pt x="6529151" y="4923067"/>
                </a:cubicBezTo>
                <a:cubicBezTo>
                  <a:pt x="6529151" y="5054542"/>
                  <a:pt x="6529151" y="5186024"/>
                  <a:pt x="6529151" y="5317505"/>
                </a:cubicBezTo>
                <a:cubicBezTo>
                  <a:pt x="6665688" y="5317505"/>
                  <a:pt x="6797164" y="5317505"/>
                  <a:pt x="6933701" y="5317505"/>
                </a:cubicBezTo>
                <a:cubicBezTo>
                  <a:pt x="6933701" y="5183493"/>
                  <a:pt x="6933701" y="5052017"/>
                  <a:pt x="6933701" y="4920536"/>
                </a:cubicBezTo>
                <a:cubicBezTo>
                  <a:pt x="6913473" y="4916746"/>
                  <a:pt x="6819922" y="4914851"/>
                  <a:pt x="6727634" y="4915168"/>
                </a:cubicBezTo>
                <a:close/>
                <a:moveTo>
                  <a:pt x="5455832" y="4915168"/>
                </a:moveTo>
                <a:cubicBezTo>
                  <a:pt x="5363544" y="4915484"/>
                  <a:pt x="5272520" y="4918012"/>
                  <a:pt x="5257351" y="4923067"/>
                </a:cubicBezTo>
                <a:cubicBezTo>
                  <a:pt x="5257351" y="5054542"/>
                  <a:pt x="5257351" y="5186024"/>
                  <a:pt x="5257351" y="5317505"/>
                </a:cubicBezTo>
                <a:cubicBezTo>
                  <a:pt x="5393883" y="5317505"/>
                  <a:pt x="5527894" y="5317505"/>
                  <a:pt x="5661901" y="5317505"/>
                </a:cubicBezTo>
                <a:cubicBezTo>
                  <a:pt x="5661901" y="5183493"/>
                  <a:pt x="5661901" y="5052017"/>
                  <a:pt x="5661901" y="4920536"/>
                </a:cubicBezTo>
                <a:cubicBezTo>
                  <a:pt x="5641673" y="4916746"/>
                  <a:pt x="5548121" y="4914851"/>
                  <a:pt x="5455832" y="4915168"/>
                </a:cubicBezTo>
                <a:close/>
                <a:moveTo>
                  <a:pt x="10107201" y="4914851"/>
                </a:moveTo>
                <a:cubicBezTo>
                  <a:pt x="10015862" y="4914851"/>
                  <a:pt x="9926104" y="4916746"/>
                  <a:pt x="9912200" y="4920536"/>
                </a:cubicBezTo>
                <a:cubicBezTo>
                  <a:pt x="9904614" y="4963521"/>
                  <a:pt x="9907139" y="5289692"/>
                  <a:pt x="9914725" y="5317505"/>
                </a:cubicBezTo>
                <a:cubicBezTo>
                  <a:pt x="10046206" y="5317505"/>
                  <a:pt x="10177682" y="5317505"/>
                  <a:pt x="10311688" y="5317505"/>
                </a:cubicBezTo>
                <a:cubicBezTo>
                  <a:pt x="10311688" y="5183493"/>
                  <a:pt x="10311688" y="5052017"/>
                  <a:pt x="10311688" y="4920536"/>
                </a:cubicBezTo>
                <a:cubicBezTo>
                  <a:pt x="10291461" y="4916746"/>
                  <a:pt x="10198541" y="4914851"/>
                  <a:pt x="10107201" y="4914851"/>
                </a:cubicBezTo>
                <a:close/>
                <a:moveTo>
                  <a:pt x="9264287" y="4914851"/>
                </a:moveTo>
                <a:cubicBezTo>
                  <a:pt x="9171999" y="4914851"/>
                  <a:pt x="9080343" y="4916746"/>
                  <a:pt x="9065171" y="4920536"/>
                </a:cubicBezTo>
                <a:cubicBezTo>
                  <a:pt x="9065171" y="5052017"/>
                  <a:pt x="9065171" y="5183493"/>
                  <a:pt x="9065171" y="5314975"/>
                </a:cubicBezTo>
                <a:cubicBezTo>
                  <a:pt x="9123323" y="5322561"/>
                  <a:pt x="9441907" y="5320030"/>
                  <a:pt x="9467190" y="5312444"/>
                </a:cubicBezTo>
                <a:cubicBezTo>
                  <a:pt x="9467190" y="5180968"/>
                  <a:pt x="9467190" y="5052017"/>
                  <a:pt x="9467190" y="4920536"/>
                </a:cubicBezTo>
                <a:cubicBezTo>
                  <a:pt x="9449493" y="4916746"/>
                  <a:pt x="9356574" y="4914851"/>
                  <a:pt x="9264287" y="4914851"/>
                </a:cubicBezTo>
                <a:close/>
                <a:moveTo>
                  <a:pt x="5880293" y="4914851"/>
                </a:moveTo>
                <a:cubicBezTo>
                  <a:pt x="5788321" y="4914851"/>
                  <a:pt x="5697297" y="4916746"/>
                  <a:pt x="5682128" y="4920536"/>
                </a:cubicBezTo>
                <a:cubicBezTo>
                  <a:pt x="5682128" y="5052017"/>
                  <a:pt x="5682128" y="5183493"/>
                  <a:pt x="5682128" y="5317505"/>
                </a:cubicBezTo>
                <a:cubicBezTo>
                  <a:pt x="5818665" y="5317505"/>
                  <a:pt x="5950141" y="5317505"/>
                  <a:pt x="6084147" y="5317505"/>
                </a:cubicBezTo>
                <a:cubicBezTo>
                  <a:pt x="6084147" y="5183493"/>
                  <a:pt x="6084147" y="5052017"/>
                  <a:pt x="6084147" y="4920536"/>
                </a:cubicBezTo>
                <a:cubicBezTo>
                  <a:pt x="6065185" y="4916746"/>
                  <a:pt x="5972264" y="4914851"/>
                  <a:pt x="5880293" y="4914851"/>
                </a:cubicBezTo>
                <a:close/>
                <a:moveTo>
                  <a:pt x="5035797" y="4914851"/>
                </a:moveTo>
                <a:cubicBezTo>
                  <a:pt x="4943826" y="4914851"/>
                  <a:pt x="4852802" y="4916746"/>
                  <a:pt x="4837630" y="4920536"/>
                </a:cubicBezTo>
                <a:cubicBezTo>
                  <a:pt x="4837630" y="5052017"/>
                  <a:pt x="4837630" y="5183493"/>
                  <a:pt x="4837630" y="5317505"/>
                </a:cubicBezTo>
                <a:cubicBezTo>
                  <a:pt x="4974166" y="5317505"/>
                  <a:pt x="5105642" y="5317505"/>
                  <a:pt x="5239648" y="5317505"/>
                </a:cubicBezTo>
                <a:cubicBezTo>
                  <a:pt x="5239648" y="5183493"/>
                  <a:pt x="5239648" y="5052017"/>
                  <a:pt x="5239648" y="4920536"/>
                </a:cubicBezTo>
                <a:cubicBezTo>
                  <a:pt x="5220686" y="4916746"/>
                  <a:pt x="5127768" y="4914851"/>
                  <a:pt x="5035797" y="4914851"/>
                </a:cubicBezTo>
                <a:close/>
                <a:moveTo>
                  <a:pt x="2922973" y="4914851"/>
                </a:moveTo>
                <a:cubicBezTo>
                  <a:pt x="2830686" y="4914851"/>
                  <a:pt x="2739031" y="4916746"/>
                  <a:pt x="2723862" y="4920536"/>
                </a:cubicBezTo>
                <a:cubicBezTo>
                  <a:pt x="2723862" y="5052017"/>
                  <a:pt x="2723862" y="5183493"/>
                  <a:pt x="2723862" y="5314975"/>
                </a:cubicBezTo>
                <a:cubicBezTo>
                  <a:pt x="2779483" y="5322561"/>
                  <a:pt x="3100598" y="5320030"/>
                  <a:pt x="3125881" y="5312444"/>
                </a:cubicBezTo>
                <a:cubicBezTo>
                  <a:pt x="3125881" y="5180968"/>
                  <a:pt x="3125881" y="5052017"/>
                  <a:pt x="3125881" y="4920536"/>
                </a:cubicBezTo>
                <a:cubicBezTo>
                  <a:pt x="3108181" y="4916746"/>
                  <a:pt x="3015261" y="4914851"/>
                  <a:pt x="2922973" y="4914851"/>
                </a:cubicBezTo>
                <a:close/>
                <a:moveTo>
                  <a:pt x="388534" y="4914851"/>
                </a:moveTo>
                <a:cubicBezTo>
                  <a:pt x="296562" y="4914851"/>
                  <a:pt x="205538" y="4916746"/>
                  <a:pt x="190366" y="4920536"/>
                </a:cubicBezTo>
                <a:cubicBezTo>
                  <a:pt x="190366" y="5052017"/>
                  <a:pt x="190366" y="5183493"/>
                  <a:pt x="190366" y="5317505"/>
                </a:cubicBezTo>
                <a:cubicBezTo>
                  <a:pt x="326903" y="5317505"/>
                  <a:pt x="458385" y="5317505"/>
                  <a:pt x="592391" y="5317505"/>
                </a:cubicBezTo>
                <a:cubicBezTo>
                  <a:pt x="592391" y="5183493"/>
                  <a:pt x="592391" y="5052017"/>
                  <a:pt x="592391" y="4920536"/>
                </a:cubicBezTo>
                <a:cubicBezTo>
                  <a:pt x="573426" y="4916746"/>
                  <a:pt x="480506" y="4914851"/>
                  <a:pt x="388534" y="4914851"/>
                </a:cubicBezTo>
                <a:close/>
                <a:moveTo>
                  <a:pt x="9741313" y="4913611"/>
                </a:moveTo>
                <a:cubicBezTo>
                  <a:pt x="9632053" y="4913389"/>
                  <a:pt x="9500694" y="4916748"/>
                  <a:pt x="9484893" y="4923067"/>
                </a:cubicBezTo>
                <a:cubicBezTo>
                  <a:pt x="9484893" y="5054542"/>
                  <a:pt x="9484893" y="5183493"/>
                  <a:pt x="9484893" y="5317505"/>
                </a:cubicBezTo>
                <a:cubicBezTo>
                  <a:pt x="9621429" y="5317505"/>
                  <a:pt x="9752905" y="5317505"/>
                  <a:pt x="9884381" y="5317505"/>
                </a:cubicBezTo>
                <a:cubicBezTo>
                  <a:pt x="9891973" y="5287161"/>
                  <a:pt x="9891973" y="4950880"/>
                  <a:pt x="9884381" y="4918011"/>
                </a:cubicBezTo>
                <a:cubicBezTo>
                  <a:pt x="9864470" y="4915167"/>
                  <a:pt x="9806869" y="4913745"/>
                  <a:pt x="9741313" y="4913611"/>
                </a:cubicBezTo>
                <a:close/>
                <a:moveTo>
                  <a:pt x="4239423" y="4913611"/>
                </a:moveTo>
                <a:cubicBezTo>
                  <a:pt x="4131052" y="4913389"/>
                  <a:pt x="4007990" y="4916748"/>
                  <a:pt x="3990606" y="4923067"/>
                </a:cubicBezTo>
                <a:cubicBezTo>
                  <a:pt x="3990606" y="5054542"/>
                  <a:pt x="3990606" y="5183493"/>
                  <a:pt x="3990606" y="5314975"/>
                </a:cubicBezTo>
                <a:cubicBezTo>
                  <a:pt x="4028531" y="5322561"/>
                  <a:pt x="4364812" y="5322561"/>
                  <a:pt x="4392625" y="5314975"/>
                </a:cubicBezTo>
                <a:cubicBezTo>
                  <a:pt x="4392625" y="5183493"/>
                  <a:pt x="4392625" y="5052017"/>
                  <a:pt x="4392625" y="4918011"/>
                </a:cubicBezTo>
                <a:cubicBezTo>
                  <a:pt x="4364180" y="4915167"/>
                  <a:pt x="4304446" y="4913745"/>
                  <a:pt x="4239423" y="4913611"/>
                </a:cubicBezTo>
                <a:close/>
                <a:moveTo>
                  <a:pt x="8477147" y="4913478"/>
                </a:moveTo>
                <a:cubicBezTo>
                  <a:pt x="8369022" y="4913034"/>
                  <a:pt x="8238056" y="4915799"/>
                  <a:pt x="8220673" y="4920536"/>
                </a:cubicBezTo>
                <a:cubicBezTo>
                  <a:pt x="8220673" y="5052017"/>
                  <a:pt x="8220673" y="5183493"/>
                  <a:pt x="8220673" y="5317505"/>
                </a:cubicBezTo>
                <a:cubicBezTo>
                  <a:pt x="8357209" y="5317505"/>
                  <a:pt x="8488691" y="5317505"/>
                  <a:pt x="8620167" y="5317505"/>
                </a:cubicBezTo>
                <a:cubicBezTo>
                  <a:pt x="8627753" y="5264403"/>
                  <a:pt x="8625222" y="4943294"/>
                  <a:pt x="8617636" y="4918011"/>
                </a:cubicBezTo>
                <a:cubicBezTo>
                  <a:pt x="8598674" y="4915167"/>
                  <a:pt x="8542021" y="4913745"/>
                  <a:pt x="8477147" y="4913478"/>
                </a:cubicBezTo>
                <a:close/>
                <a:moveTo>
                  <a:pt x="11601191" y="4495759"/>
                </a:moveTo>
                <a:cubicBezTo>
                  <a:pt x="11601191" y="4629771"/>
                  <a:pt x="11601191" y="4763777"/>
                  <a:pt x="11601191" y="4895253"/>
                </a:cubicBezTo>
                <a:cubicBezTo>
                  <a:pt x="11651757" y="4902839"/>
                  <a:pt x="11977927" y="4900308"/>
                  <a:pt x="12003210" y="4892722"/>
                </a:cubicBezTo>
                <a:cubicBezTo>
                  <a:pt x="12003210" y="4761247"/>
                  <a:pt x="12003210" y="4629771"/>
                  <a:pt x="12003210" y="4495759"/>
                </a:cubicBezTo>
                <a:cubicBezTo>
                  <a:pt x="11866679" y="4495759"/>
                  <a:pt x="11735197" y="4495759"/>
                  <a:pt x="11601191" y="4495759"/>
                </a:cubicBezTo>
                <a:close/>
                <a:moveTo>
                  <a:pt x="11178945" y="4495759"/>
                </a:moveTo>
                <a:cubicBezTo>
                  <a:pt x="11178945" y="4629771"/>
                  <a:pt x="11178945" y="4763777"/>
                  <a:pt x="11178945" y="4895253"/>
                </a:cubicBezTo>
                <a:cubicBezTo>
                  <a:pt x="11312951" y="4895253"/>
                  <a:pt x="11444427" y="4895253"/>
                  <a:pt x="11580964" y="4895253"/>
                </a:cubicBezTo>
                <a:cubicBezTo>
                  <a:pt x="11580964" y="4761247"/>
                  <a:pt x="11580964" y="4629771"/>
                  <a:pt x="11580964" y="4495759"/>
                </a:cubicBezTo>
                <a:cubicBezTo>
                  <a:pt x="11444427" y="4495759"/>
                  <a:pt x="11310420" y="4495759"/>
                  <a:pt x="11178945" y="4495759"/>
                </a:cubicBezTo>
                <a:close/>
                <a:moveTo>
                  <a:pt x="9487423" y="4495759"/>
                </a:moveTo>
                <a:cubicBezTo>
                  <a:pt x="9487423" y="4629771"/>
                  <a:pt x="9487423" y="4761247"/>
                  <a:pt x="9487423" y="4895253"/>
                </a:cubicBezTo>
                <a:cubicBezTo>
                  <a:pt x="9621429" y="4895253"/>
                  <a:pt x="9752905" y="4895253"/>
                  <a:pt x="9889442" y="4895253"/>
                </a:cubicBezTo>
                <a:cubicBezTo>
                  <a:pt x="9889442" y="4758716"/>
                  <a:pt x="9889442" y="4629771"/>
                  <a:pt x="9889442" y="4495759"/>
                </a:cubicBezTo>
                <a:cubicBezTo>
                  <a:pt x="9755436" y="4495759"/>
                  <a:pt x="9621429" y="4495759"/>
                  <a:pt x="9487423" y="4495759"/>
                </a:cubicBezTo>
                <a:close/>
                <a:moveTo>
                  <a:pt x="8645449" y="4495759"/>
                </a:moveTo>
                <a:cubicBezTo>
                  <a:pt x="8645449" y="4629771"/>
                  <a:pt x="8645449" y="4763777"/>
                  <a:pt x="8645449" y="4895253"/>
                </a:cubicBezTo>
                <a:cubicBezTo>
                  <a:pt x="8779462" y="4895253"/>
                  <a:pt x="8910937" y="4895253"/>
                  <a:pt x="9044944" y="4895253"/>
                </a:cubicBezTo>
                <a:cubicBezTo>
                  <a:pt x="9044944" y="4761247"/>
                  <a:pt x="9044944" y="4629771"/>
                  <a:pt x="9044944" y="4495759"/>
                </a:cubicBezTo>
                <a:cubicBezTo>
                  <a:pt x="8908407" y="4495759"/>
                  <a:pt x="8776931" y="4495759"/>
                  <a:pt x="8645449" y="4495759"/>
                </a:cubicBezTo>
                <a:close/>
                <a:moveTo>
                  <a:pt x="6531682" y="4495759"/>
                </a:moveTo>
                <a:cubicBezTo>
                  <a:pt x="6531682" y="4629771"/>
                  <a:pt x="6531682" y="4763777"/>
                  <a:pt x="6531682" y="4895253"/>
                </a:cubicBezTo>
                <a:cubicBezTo>
                  <a:pt x="6584778" y="4902839"/>
                  <a:pt x="6908418" y="4900308"/>
                  <a:pt x="6933701" y="4892722"/>
                </a:cubicBezTo>
                <a:cubicBezTo>
                  <a:pt x="6933701" y="4761247"/>
                  <a:pt x="6933701" y="4629771"/>
                  <a:pt x="6933701" y="4498290"/>
                </a:cubicBezTo>
                <a:cubicBezTo>
                  <a:pt x="6797164" y="4495759"/>
                  <a:pt x="6665688" y="4495759"/>
                  <a:pt x="6531682" y="4495759"/>
                </a:cubicBezTo>
                <a:close/>
                <a:moveTo>
                  <a:pt x="5259876" y="4495759"/>
                </a:moveTo>
                <a:cubicBezTo>
                  <a:pt x="5259876" y="4629771"/>
                  <a:pt x="5259876" y="4763777"/>
                  <a:pt x="5259876" y="4895253"/>
                </a:cubicBezTo>
                <a:cubicBezTo>
                  <a:pt x="5312978" y="4902839"/>
                  <a:pt x="5636618" y="4900308"/>
                  <a:pt x="5661901" y="4892722"/>
                </a:cubicBezTo>
                <a:cubicBezTo>
                  <a:pt x="5661901" y="4761247"/>
                  <a:pt x="5661901" y="4629771"/>
                  <a:pt x="5661901" y="4498290"/>
                </a:cubicBezTo>
                <a:cubicBezTo>
                  <a:pt x="5527894" y="4495759"/>
                  <a:pt x="5393883" y="4495759"/>
                  <a:pt x="5259876" y="4495759"/>
                </a:cubicBezTo>
                <a:close/>
                <a:moveTo>
                  <a:pt x="4840160" y="4495759"/>
                </a:moveTo>
                <a:cubicBezTo>
                  <a:pt x="4832575" y="4536214"/>
                  <a:pt x="4832575" y="4869970"/>
                  <a:pt x="4842685" y="4895253"/>
                </a:cubicBezTo>
                <a:cubicBezTo>
                  <a:pt x="4974166" y="4895253"/>
                  <a:pt x="5108173" y="4895253"/>
                  <a:pt x="5239648" y="4895253"/>
                </a:cubicBezTo>
                <a:cubicBezTo>
                  <a:pt x="5239648" y="4761247"/>
                  <a:pt x="5239648" y="4629771"/>
                  <a:pt x="5239648" y="4495759"/>
                </a:cubicBezTo>
                <a:cubicBezTo>
                  <a:pt x="5103117" y="4495759"/>
                  <a:pt x="4971636" y="4495759"/>
                  <a:pt x="4840160" y="4495759"/>
                </a:cubicBezTo>
                <a:close/>
                <a:moveTo>
                  <a:pt x="3990606" y="4495759"/>
                </a:moveTo>
                <a:cubicBezTo>
                  <a:pt x="3990606" y="4566558"/>
                  <a:pt x="3990606" y="4632296"/>
                  <a:pt x="3990606" y="4698034"/>
                </a:cubicBezTo>
                <a:cubicBezTo>
                  <a:pt x="3990606" y="4763777"/>
                  <a:pt x="3985551" y="4832046"/>
                  <a:pt x="3993131" y="4897784"/>
                </a:cubicBezTo>
                <a:cubicBezTo>
                  <a:pt x="4129668" y="4897784"/>
                  <a:pt x="4261150" y="4897784"/>
                  <a:pt x="4392625" y="4897784"/>
                </a:cubicBezTo>
                <a:cubicBezTo>
                  <a:pt x="4392625" y="4763777"/>
                  <a:pt x="4392625" y="4632296"/>
                  <a:pt x="4392625" y="4495759"/>
                </a:cubicBezTo>
                <a:cubicBezTo>
                  <a:pt x="4258619" y="4495759"/>
                  <a:pt x="4127137" y="4495759"/>
                  <a:pt x="3990606" y="4495759"/>
                </a:cubicBezTo>
                <a:close/>
                <a:moveTo>
                  <a:pt x="3570885" y="4495759"/>
                </a:moveTo>
                <a:cubicBezTo>
                  <a:pt x="3570885" y="4629771"/>
                  <a:pt x="3570885" y="4763777"/>
                  <a:pt x="3570885" y="4895253"/>
                </a:cubicBezTo>
                <a:cubicBezTo>
                  <a:pt x="3704891" y="4895253"/>
                  <a:pt x="3836373" y="4895253"/>
                  <a:pt x="3970379" y="4895253"/>
                </a:cubicBezTo>
                <a:cubicBezTo>
                  <a:pt x="3970379" y="4761247"/>
                  <a:pt x="3970379" y="4629771"/>
                  <a:pt x="3970379" y="4495759"/>
                </a:cubicBezTo>
                <a:cubicBezTo>
                  <a:pt x="3836373" y="4495759"/>
                  <a:pt x="3704891" y="4495759"/>
                  <a:pt x="3570885" y="4495759"/>
                </a:cubicBezTo>
                <a:close/>
                <a:moveTo>
                  <a:pt x="1879363" y="4495759"/>
                </a:moveTo>
                <a:cubicBezTo>
                  <a:pt x="1879363" y="4632296"/>
                  <a:pt x="1879363" y="4763777"/>
                  <a:pt x="1879363" y="4897784"/>
                </a:cubicBezTo>
                <a:cubicBezTo>
                  <a:pt x="2013369" y="4897784"/>
                  <a:pt x="2144845" y="4897784"/>
                  <a:pt x="2278857" y="4897784"/>
                </a:cubicBezTo>
                <a:cubicBezTo>
                  <a:pt x="2278857" y="4763777"/>
                  <a:pt x="2278857" y="4632296"/>
                  <a:pt x="2278857" y="4495759"/>
                </a:cubicBezTo>
                <a:cubicBezTo>
                  <a:pt x="2147376" y="4495759"/>
                  <a:pt x="2015900" y="4495759"/>
                  <a:pt x="1879363" y="4495759"/>
                </a:cubicBezTo>
                <a:close/>
                <a:moveTo>
                  <a:pt x="1454586" y="4495759"/>
                </a:moveTo>
                <a:cubicBezTo>
                  <a:pt x="1454586" y="4566558"/>
                  <a:pt x="1454586" y="4632296"/>
                  <a:pt x="1454586" y="4698034"/>
                </a:cubicBezTo>
                <a:cubicBezTo>
                  <a:pt x="1454586" y="4763777"/>
                  <a:pt x="1449525" y="4832046"/>
                  <a:pt x="1457117" y="4897784"/>
                </a:cubicBezTo>
                <a:cubicBezTo>
                  <a:pt x="1593648" y="4897784"/>
                  <a:pt x="1725130" y="4897784"/>
                  <a:pt x="1856605" y="4897784"/>
                </a:cubicBezTo>
                <a:cubicBezTo>
                  <a:pt x="1856605" y="4763777"/>
                  <a:pt x="1856605" y="4632296"/>
                  <a:pt x="1856605" y="4495759"/>
                </a:cubicBezTo>
                <a:cubicBezTo>
                  <a:pt x="1725130" y="4495759"/>
                  <a:pt x="1593648" y="4495759"/>
                  <a:pt x="1454586" y="4495759"/>
                </a:cubicBezTo>
                <a:close/>
                <a:moveTo>
                  <a:pt x="6364800" y="4493757"/>
                </a:moveTo>
                <a:cubicBezTo>
                  <a:pt x="6255687" y="4493312"/>
                  <a:pt x="6121758" y="4496077"/>
                  <a:pt x="6104374" y="4500814"/>
                </a:cubicBezTo>
                <a:cubicBezTo>
                  <a:pt x="6104374" y="4629771"/>
                  <a:pt x="6104374" y="4761247"/>
                  <a:pt x="6104374" y="4895253"/>
                </a:cubicBezTo>
                <a:cubicBezTo>
                  <a:pt x="6157471" y="4902839"/>
                  <a:pt x="6481110" y="4900308"/>
                  <a:pt x="6506399" y="4892722"/>
                </a:cubicBezTo>
                <a:cubicBezTo>
                  <a:pt x="6513985" y="4844687"/>
                  <a:pt x="6511454" y="4523572"/>
                  <a:pt x="6503868" y="4498290"/>
                </a:cubicBezTo>
                <a:cubicBezTo>
                  <a:pt x="6486802" y="4495446"/>
                  <a:pt x="6430268" y="4494023"/>
                  <a:pt x="6364800" y="4493757"/>
                </a:cubicBezTo>
                <a:close/>
                <a:moveTo>
                  <a:pt x="10756693" y="4493234"/>
                </a:moveTo>
                <a:cubicBezTo>
                  <a:pt x="10756693" y="4629771"/>
                  <a:pt x="10756693" y="4761247"/>
                  <a:pt x="10756693" y="4895253"/>
                </a:cubicBezTo>
                <a:cubicBezTo>
                  <a:pt x="10890699" y="4895253"/>
                  <a:pt x="11022180" y="4895253"/>
                  <a:pt x="11153656" y="4895253"/>
                </a:cubicBezTo>
                <a:cubicBezTo>
                  <a:pt x="11161242" y="4854798"/>
                  <a:pt x="11161242" y="4521048"/>
                  <a:pt x="11151131" y="4493234"/>
                </a:cubicBezTo>
                <a:cubicBezTo>
                  <a:pt x="11022180" y="4493234"/>
                  <a:pt x="10890699" y="4493234"/>
                  <a:pt x="10756693" y="4493234"/>
                </a:cubicBezTo>
                <a:close/>
                <a:moveTo>
                  <a:pt x="8220673" y="4493234"/>
                </a:moveTo>
                <a:cubicBezTo>
                  <a:pt x="8220673" y="4629771"/>
                  <a:pt x="8220673" y="4761247"/>
                  <a:pt x="8220673" y="4895253"/>
                </a:cubicBezTo>
                <a:cubicBezTo>
                  <a:pt x="8354685" y="4895253"/>
                  <a:pt x="8486160" y="4895253"/>
                  <a:pt x="8617636" y="4895253"/>
                </a:cubicBezTo>
                <a:cubicBezTo>
                  <a:pt x="8625222" y="4854798"/>
                  <a:pt x="8625222" y="4521048"/>
                  <a:pt x="8615111" y="4493234"/>
                </a:cubicBezTo>
                <a:cubicBezTo>
                  <a:pt x="8486160" y="4493234"/>
                  <a:pt x="8357209" y="4493234"/>
                  <a:pt x="8220673" y="4493234"/>
                </a:cubicBezTo>
                <a:close/>
                <a:moveTo>
                  <a:pt x="7803482" y="4493234"/>
                </a:moveTo>
                <a:cubicBezTo>
                  <a:pt x="7793371" y="4518517"/>
                  <a:pt x="7790840" y="4847212"/>
                  <a:pt x="7800957" y="4892722"/>
                </a:cubicBezTo>
                <a:cubicBezTo>
                  <a:pt x="7836351" y="4900308"/>
                  <a:pt x="8172637" y="4897784"/>
                  <a:pt x="8200445" y="4892722"/>
                </a:cubicBezTo>
                <a:cubicBezTo>
                  <a:pt x="8200445" y="4761247"/>
                  <a:pt x="8200445" y="4629771"/>
                  <a:pt x="8200445" y="4495759"/>
                </a:cubicBezTo>
                <a:cubicBezTo>
                  <a:pt x="8063914" y="4493234"/>
                  <a:pt x="7934963" y="4493234"/>
                  <a:pt x="7803482" y="4493234"/>
                </a:cubicBezTo>
                <a:close/>
                <a:moveTo>
                  <a:pt x="7778199" y="4493234"/>
                </a:moveTo>
                <a:cubicBezTo>
                  <a:pt x="7641662" y="4495759"/>
                  <a:pt x="7510187" y="4495759"/>
                  <a:pt x="7376180" y="4495759"/>
                </a:cubicBezTo>
                <a:cubicBezTo>
                  <a:pt x="7376180" y="4629771"/>
                  <a:pt x="7376180" y="4761247"/>
                  <a:pt x="7376180" y="4892722"/>
                </a:cubicBezTo>
                <a:cubicBezTo>
                  <a:pt x="7419160" y="4900308"/>
                  <a:pt x="7750386" y="4897784"/>
                  <a:pt x="7778199" y="4890198"/>
                </a:cubicBezTo>
                <a:cubicBezTo>
                  <a:pt x="7778199" y="4758716"/>
                  <a:pt x="7778199" y="4627240"/>
                  <a:pt x="7778199" y="4493234"/>
                </a:cubicBezTo>
                <a:close/>
                <a:moveTo>
                  <a:pt x="5682128" y="4493234"/>
                </a:moveTo>
                <a:cubicBezTo>
                  <a:pt x="5682128" y="4627240"/>
                  <a:pt x="5682128" y="4758716"/>
                  <a:pt x="5682128" y="4895253"/>
                </a:cubicBezTo>
                <a:cubicBezTo>
                  <a:pt x="5816135" y="4895253"/>
                  <a:pt x="5950141" y="4895253"/>
                  <a:pt x="6084147" y="4895253"/>
                </a:cubicBezTo>
                <a:cubicBezTo>
                  <a:pt x="6084147" y="4758716"/>
                  <a:pt x="6084147" y="4627240"/>
                  <a:pt x="6084147" y="4493234"/>
                </a:cubicBezTo>
                <a:cubicBezTo>
                  <a:pt x="5950141" y="4493234"/>
                  <a:pt x="5816135" y="4493234"/>
                  <a:pt x="5682128" y="4493234"/>
                </a:cubicBezTo>
                <a:close/>
                <a:moveTo>
                  <a:pt x="612619" y="4493234"/>
                </a:moveTo>
                <a:cubicBezTo>
                  <a:pt x="612619" y="4627240"/>
                  <a:pt x="612619" y="4761247"/>
                  <a:pt x="612619" y="4895253"/>
                </a:cubicBezTo>
                <a:cubicBezTo>
                  <a:pt x="746625" y="4895253"/>
                  <a:pt x="880631" y="4895253"/>
                  <a:pt x="1014637" y="4895253"/>
                </a:cubicBezTo>
                <a:cubicBezTo>
                  <a:pt x="1014637" y="4758716"/>
                  <a:pt x="1014637" y="4627240"/>
                  <a:pt x="1014637" y="4493234"/>
                </a:cubicBezTo>
                <a:cubicBezTo>
                  <a:pt x="880631" y="4493234"/>
                  <a:pt x="746625" y="4493234"/>
                  <a:pt x="612619" y="4493234"/>
                </a:cubicBezTo>
                <a:close/>
                <a:moveTo>
                  <a:pt x="10106887" y="4492916"/>
                </a:moveTo>
                <a:cubicBezTo>
                  <a:pt x="10014600" y="4493232"/>
                  <a:pt x="9923576" y="4495759"/>
                  <a:pt x="9909669" y="4500814"/>
                </a:cubicBezTo>
                <a:cubicBezTo>
                  <a:pt x="9909669" y="4629771"/>
                  <a:pt x="9909669" y="4761247"/>
                  <a:pt x="9909669" y="4895253"/>
                </a:cubicBezTo>
                <a:cubicBezTo>
                  <a:pt x="10046206" y="4895253"/>
                  <a:pt x="10177682" y="4895253"/>
                  <a:pt x="10311688" y="4895253"/>
                </a:cubicBezTo>
                <a:cubicBezTo>
                  <a:pt x="10311688" y="4761247"/>
                  <a:pt x="10311688" y="4629771"/>
                  <a:pt x="10311688" y="4498290"/>
                </a:cubicBezTo>
                <a:cubicBezTo>
                  <a:pt x="10292726" y="4494497"/>
                  <a:pt x="10199175" y="4492601"/>
                  <a:pt x="10106887" y="4492916"/>
                </a:cubicBezTo>
                <a:close/>
                <a:moveTo>
                  <a:pt x="7149251" y="4492916"/>
                </a:moveTo>
                <a:cubicBezTo>
                  <a:pt x="7057595" y="4493232"/>
                  <a:pt x="6967835" y="4495759"/>
                  <a:pt x="6953928" y="4500814"/>
                </a:cubicBezTo>
                <a:cubicBezTo>
                  <a:pt x="6946342" y="4561503"/>
                  <a:pt x="6948873" y="4869970"/>
                  <a:pt x="6956459" y="4897784"/>
                </a:cubicBezTo>
                <a:cubicBezTo>
                  <a:pt x="7087934" y="4897784"/>
                  <a:pt x="7221947" y="4897784"/>
                  <a:pt x="7355953" y="4897784"/>
                </a:cubicBezTo>
                <a:cubicBezTo>
                  <a:pt x="7355953" y="4761247"/>
                  <a:pt x="7355953" y="4629771"/>
                  <a:pt x="7355953" y="4498290"/>
                </a:cubicBezTo>
                <a:cubicBezTo>
                  <a:pt x="7334460" y="4494497"/>
                  <a:pt x="7240907" y="4492601"/>
                  <a:pt x="7149251" y="4492916"/>
                </a:cubicBezTo>
                <a:close/>
                <a:moveTo>
                  <a:pt x="9263338" y="4492601"/>
                </a:moveTo>
                <a:cubicBezTo>
                  <a:pt x="9171367" y="4492601"/>
                  <a:pt x="9080343" y="4494497"/>
                  <a:pt x="9065171" y="4498290"/>
                </a:cubicBezTo>
                <a:cubicBezTo>
                  <a:pt x="9065171" y="4629771"/>
                  <a:pt x="9065171" y="4761247"/>
                  <a:pt x="9065171" y="4895253"/>
                </a:cubicBezTo>
                <a:cubicBezTo>
                  <a:pt x="9201708" y="4895253"/>
                  <a:pt x="9333184" y="4895253"/>
                  <a:pt x="9467190" y="4895253"/>
                </a:cubicBezTo>
                <a:cubicBezTo>
                  <a:pt x="9467190" y="4761247"/>
                  <a:pt x="9467190" y="4629771"/>
                  <a:pt x="9467190" y="4498290"/>
                </a:cubicBezTo>
                <a:cubicBezTo>
                  <a:pt x="9448228" y="4494497"/>
                  <a:pt x="9355309" y="4492601"/>
                  <a:pt x="9263338" y="4492601"/>
                </a:cubicBezTo>
                <a:close/>
                <a:moveTo>
                  <a:pt x="3347750" y="4492601"/>
                </a:moveTo>
                <a:cubicBezTo>
                  <a:pt x="3255463" y="4492601"/>
                  <a:pt x="3163808" y="4494497"/>
                  <a:pt x="3148639" y="4498290"/>
                </a:cubicBezTo>
                <a:cubicBezTo>
                  <a:pt x="3148639" y="4629771"/>
                  <a:pt x="3148639" y="4761247"/>
                  <a:pt x="3148639" y="4892722"/>
                </a:cubicBezTo>
                <a:cubicBezTo>
                  <a:pt x="3201735" y="4900308"/>
                  <a:pt x="3525375" y="4897784"/>
                  <a:pt x="3550657" y="4890198"/>
                </a:cubicBezTo>
                <a:cubicBezTo>
                  <a:pt x="3550657" y="4758716"/>
                  <a:pt x="3550657" y="4627240"/>
                  <a:pt x="3550657" y="4498290"/>
                </a:cubicBezTo>
                <a:cubicBezTo>
                  <a:pt x="3532958" y="4494497"/>
                  <a:pt x="3440037" y="4492601"/>
                  <a:pt x="3347750" y="4492601"/>
                </a:cubicBezTo>
                <a:close/>
                <a:moveTo>
                  <a:pt x="2922973" y="4492601"/>
                </a:moveTo>
                <a:cubicBezTo>
                  <a:pt x="2830686" y="4492601"/>
                  <a:pt x="2739031" y="4494497"/>
                  <a:pt x="2723862" y="4498290"/>
                </a:cubicBezTo>
                <a:cubicBezTo>
                  <a:pt x="2723862" y="4629771"/>
                  <a:pt x="2723862" y="4761247"/>
                  <a:pt x="2723862" y="4895253"/>
                </a:cubicBezTo>
                <a:cubicBezTo>
                  <a:pt x="2860393" y="4895253"/>
                  <a:pt x="2991874" y="4895253"/>
                  <a:pt x="3125881" y="4895253"/>
                </a:cubicBezTo>
                <a:cubicBezTo>
                  <a:pt x="3125881" y="4761247"/>
                  <a:pt x="3125881" y="4629771"/>
                  <a:pt x="3125881" y="4498290"/>
                </a:cubicBezTo>
                <a:cubicBezTo>
                  <a:pt x="3108181" y="4494497"/>
                  <a:pt x="3015261" y="4492601"/>
                  <a:pt x="2922973" y="4492601"/>
                </a:cubicBezTo>
                <a:close/>
                <a:moveTo>
                  <a:pt x="386638" y="4492601"/>
                </a:moveTo>
                <a:cubicBezTo>
                  <a:pt x="294665" y="4492601"/>
                  <a:pt x="204273" y="4494497"/>
                  <a:pt x="190366" y="4498290"/>
                </a:cubicBezTo>
                <a:cubicBezTo>
                  <a:pt x="182780" y="4551386"/>
                  <a:pt x="185311" y="4867439"/>
                  <a:pt x="192897" y="4895253"/>
                </a:cubicBezTo>
                <a:cubicBezTo>
                  <a:pt x="324372" y="4895253"/>
                  <a:pt x="455854" y="4895253"/>
                  <a:pt x="592391" y="4895253"/>
                </a:cubicBezTo>
                <a:cubicBezTo>
                  <a:pt x="592391" y="4761247"/>
                  <a:pt x="592391" y="4632296"/>
                  <a:pt x="592391" y="4498290"/>
                </a:cubicBezTo>
                <a:cubicBezTo>
                  <a:pt x="572164" y="4494497"/>
                  <a:pt x="478611" y="4492601"/>
                  <a:pt x="386638" y="4492601"/>
                </a:cubicBezTo>
                <a:close/>
                <a:moveTo>
                  <a:pt x="2496932" y="4491967"/>
                </a:moveTo>
                <a:cubicBezTo>
                  <a:pt x="2405276" y="4492599"/>
                  <a:pt x="2315516" y="4495759"/>
                  <a:pt x="2301610" y="4500814"/>
                </a:cubicBezTo>
                <a:cubicBezTo>
                  <a:pt x="2301610" y="4629771"/>
                  <a:pt x="2301610" y="4761247"/>
                  <a:pt x="2301610" y="4895253"/>
                </a:cubicBezTo>
                <a:cubicBezTo>
                  <a:pt x="2438146" y="4895253"/>
                  <a:pt x="2569628" y="4895253"/>
                  <a:pt x="2703634" y="4895253"/>
                </a:cubicBezTo>
                <a:cubicBezTo>
                  <a:pt x="2703634" y="4761247"/>
                  <a:pt x="2703634" y="4629771"/>
                  <a:pt x="2703634" y="4498290"/>
                </a:cubicBezTo>
                <a:cubicBezTo>
                  <a:pt x="2682141" y="4493232"/>
                  <a:pt x="2588589" y="4491335"/>
                  <a:pt x="2496932" y="4491967"/>
                </a:cubicBezTo>
                <a:close/>
                <a:moveTo>
                  <a:pt x="1234297" y="4491652"/>
                </a:moveTo>
                <a:cubicBezTo>
                  <a:pt x="1142326" y="4491968"/>
                  <a:pt x="1051302" y="4494497"/>
                  <a:pt x="1037395" y="4498290"/>
                </a:cubicBezTo>
                <a:cubicBezTo>
                  <a:pt x="1029809" y="4553917"/>
                  <a:pt x="1032334" y="4867439"/>
                  <a:pt x="1039920" y="4895253"/>
                </a:cubicBezTo>
                <a:cubicBezTo>
                  <a:pt x="1171402" y="4895253"/>
                  <a:pt x="1302877" y="4895253"/>
                  <a:pt x="1436884" y="4895253"/>
                </a:cubicBezTo>
                <a:cubicBezTo>
                  <a:pt x="1436884" y="4758716"/>
                  <a:pt x="1436884" y="4627240"/>
                  <a:pt x="1436884" y="4498290"/>
                </a:cubicBezTo>
                <a:cubicBezTo>
                  <a:pt x="1419187" y="4493232"/>
                  <a:pt x="1326268" y="4491335"/>
                  <a:pt x="1234297" y="4491652"/>
                </a:cubicBezTo>
                <a:close/>
                <a:moveTo>
                  <a:pt x="10594869" y="4491226"/>
                </a:moveTo>
                <a:cubicBezTo>
                  <a:pt x="10485756" y="4490782"/>
                  <a:pt x="10351830" y="4493549"/>
                  <a:pt x="10334446" y="4498290"/>
                </a:cubicBezTo>
                <a:cubicBezTo>
                  <a:pt x="10334446" y="4629771"/>
                  <a:pt x="10334446" y="4761247"/>
                  <a:pt x="10334446" y="4895253"/>
                </a:cubicBezTo>
                <a:cubicBezTo>
                  <a:pt x="10465922" y="4895253"/>
                  <a:pt x="10599934" y="4895253"/>
                  <a:pt x="10733940" y="4895253"/>
                </a:cubicBezTo>
                <a:cubicBezTo>
                  <a:pt x="10733940" y="4758716"/>
                  <a:pt x="10733940" y="4627240"/>
                  <a:pt x="10733940" y="4495759"/>
                </a:cubicBezTo>
                <a:cubicBezTo>
                  <a:pt x="10716872" y="4492914"/>
                  <a:pt x="10660337" y="4491492"/>
                  <a:pt x="10594869" y="4491226"/>
                </a:cubicBezTo>
                <a:close/>
                <a:moveTo>
                  <a:pt x="4669767" y="4491226"/>
                </a:moveTo>
                <a:cubicBezTo>
                  <a:pt x="4562111" y="4490782"/>
                  <a:pt x="4433714" y="4493549"/>
                  <a:pt x="4417908" y="4498290"/>
                </a:cubicBezTo>
                <a:cubicBezTo>
                  <a:pt x="4410328" y="4556441"/>
                  <a:pt x="4412853" y="4867439"/>
                  <a:pt x="4420439" y="4895253"/>
                </a:cubicBezTo>
                <a:cubicBezTo>
                  <a:pt x="4549390" y="4895253"/>
                  <a:pt x="4680865" y="4895253"/>
                  <a:pt x="4814877" y="4895253"/>
                </a:cubicBezTo>
                <a:cubicBezTo>
                  <a:pt x="4822457" y="4821929"/>
                  <a:pt x="4819933" y="4521048"/>
                  <a:pt x="4812347" y="4495759"/>
                </a:cubicBezTo>
                <a:cubicBezTo>
                  <a:pt x="4791487" y="4492914"/>
                  <a:pt x="4734360" y="4491492"/>
                  <a:pt x="4669767" y="4491226"/>
                </a:cubicBezTo>
                <a:close/>
                <a:moveTo>
                  <a:pt x="6951403" y="4073513"/>
                </a:moveTo>
                <a:cubicBezTo>
                  <a:pt x="6951403" y="4204994"/>
                  <a:pt x="6951403" y="4336470"/>
                  <a:pt x="6951403" y="4473007"/>
                </a:cubicBezTo>
                <a:cubicBezTo>
                  <a:pt x="7012086" y="4480593"/>
                  <a:pt x="7328139" y="4478062"/>
                  <a:pt x="7353422" y="4470476"/>
                </a:cubicBezTo>
                <a:cubicBezTo>
                  <a:pt x="7353422" y="4339000"/>
                  <a:pt x="7353422" y="4207519"/>
                  <a:pt x="7353422" y="4073513"/>
                </a:cubicBezTo>
                <a:cubicBezTo>
                  <a:pt x="7219416" y="4073513"/>
                  <a:pt x="7085410" y="4073513"/>
                  <a:pt x="6951403" y="4073513"/>
                </a:cubicBezTo>
                <a:close/>
                <a:moveTo>
                  <a:pt x="3570885" y="4073513"/>
                </a:moveTo>
                <a:cubicBezTo>
                  <a:pt x="3570885" y="4204994"/>
                  <a:pt x="3570885" y="4339000"/>
                  <a:pt x="3570885" y="4473007"/>
                </a:cubicBezTo>
                <a:cubicBezTo>
                  <a:pt x="3623981" y="4480593"/>
                  <a:pt x="3942565" y="4478062"/>
                  <a:pt x="3970379" y="4470476"/>
                </a:cubicBezTo>
                <a:cubicBezTo>
                  <a:pt x="3970379" y="4339000"/>
                  <a:pt x="3970379" y="4204994"/>
                  <a:pt x="3970379" y="4073513"/>
                </a:cubicBezTo>
                <a:cubicBezTo>
                  <a:pt x="3836373" y="4073513"/>
                  <a:pt x="3704891" y="4073513"/>
                  <a:pt x="3570885" y="4073513"/>
                </a:cubicBezTo>
                <a:close/>
                <a:moveTo>
                  <a:pt x="1037395" y="4073513"/>
                </a:moveTo>
                <a:cubicBezTo>
                  <a:pt x="1037395" y="4204994"/>
                  <a:pt x="1037395" y="4339000"/>
                  <a:pt x="1037395" y="4473007"/>
                </a:cubicBezTo>
                <a:cubicBezTo>
                  <a:pt x="1090492" y="4480593"/>
                  <a:pt x="1411601" y="4478062"/>
                  <a:pt x="1436884" y="4470476"/>
                </a:cubicBezTo>
                <a:cubicBezTo>
                  <a:pt x="1436884" y="4339000"/>
                  <a:pt x="1436884" y="4204994"/>
                  <a:pt x="1436884" y="4073513"/>
                </a:cubicBezTo>
                <a:cubicBezTo>
                  <a:pt x="1302877" y="4073513"/>
                  <a:pt x="1171402" y="4073513"/>
                  <a:pt x="1037395" y="4073513"/>
                </a:cubicBezTo>
                <a:close/>
                <a:moveTo>
                  <a:pt x="11603716" y="4070982"/>
                </a:moveTo>
                <a:cubicBezTo>
                  <a:pt x="11596136" y="4113968"/>
                  <a:pt x="11596136" y="4445193"/>
                  <a:pt x="11606246" y="4473007"/>
                </a:cubicBezTo>
                <a:cubicBezTo>
                  <a:pt x="11737728" y="4473007"/>
                  <a:pt x="11869204" y="4473007"/>
                  <a:pt x="12000685" y="4473007"/>
                </a:cubicBezTo>
                <a:cubicBezTo>
                  <a:pt x="12008265" y="4430021"/>
                  <a:pt x="12008265" y="4098796"/>
                  <a:pt x="11998154" y="4070982"/>
                </a:cubicBezTo>
                <a:cubicBezTo>
                  <a:pt x="11866679" y="4070982"/>
                  <a:pt x="11735197" y="4070982"/>
                  <a:pt x="11603716" y="4070982"/>
                </a:cubicBezTo>
                <a:close/>
                <a:moveTo>
                  <a:pt x="11181470" y="4070982"/>
                </a:moveTo>
                <a:cubicBezTo>
                  <a:pt x="11173884" y="4108912"/>
                  <a:pt x="11173884" y="4445193"/>
                  <a:pt x="11181470" y="4473007"/>
                </a:cubicBezTo>
                <a:cubicBezTo>
                  <a:pt x="11312951" y="4473007"/>
                  <a:pt x="11444427" y="4473007"/>
                  <a:pt x="11573378" y="4473007"/>
                </a:cubicBezTo>
                <a:cubicBezTo>
                  <a:pt x="11580964" y="4435077"/>
                  <a:pt x="11580964" y="4098796"/>
                  <a:pt x="11573378" y="4070982"/>
                </a:cubicBezTo>
                <a:cubicBezTo>
                  <a:pt x="11444427" y="4070982"/>
                  <a:pt x="11312951" y="4070982"/>
                  <a:pt x="11181470" y="4070982"/>
                </a:cubicBezTo>
                <a:close/>
                <a:moveTo>
                  <a:pt x="10759223" y="4070982"/>
                </a:moveTo>
                <a:cubicBezTo>
                  <a:pt x="10751637" y="4124084"/>
                  <a:pt x="10754168" y="4447718"/>
                  <a:pt x="10761754" y="4473007"/>
                </a:cubicBezTo>
                <a:cubicBezTo>
                  <a:pt x="10893230" y="4473007"/>
                  <a:pt x="11024711" y="4473007"/>
                  <a:pt x="11153656" y="4473007"/>
                </a:cubicBezTo>
                <a:cubicBezTo>
                  <a:pt x="11161242" y="4440138"/>
                  <a:pt x="11161242" y="4101326"/>
                  <a:pt x="11153656" y="4070982"/>
                </a:cubicBezTo>
                <a:cubicBezTo>
                  <a:pt x="11022180" y="4070982"/>
                  <a:pt x="10890699" y="4070982"/>
                  <a:pt x="10759223" y="4070982"/>
                </a:cubicBezTo>
                <a:close/>
                <a:moveTo>
                  <a:pt x="10336971" y="4070982"/>
                </a:moveTo>
                <a:cubicBezTo>
                  <a:pt x="10329391" y="4106382"/>
                  <a:pt x="10329391" y="4442663"/>
                  <a:pt x="10336971" y="4473007"/>
                </a:cubicBezTo>
                <a:cubicBezTo>
                  <a:pt x="10465922" y="4473007"/>
                  <a:pt x="10597404" y="4473007"/>
                  <a:pt x="10733940" y="4473007"/>
                </a:cubicBezTo>
                <a:cubicBezTo>
                  <a:pt x="10733940" y="4336470"/>
                  <a:pt x="10733940" y="4204994"/>
                  <a:pt x="10733940" y="4070982"/>
                </a:cubicBezTo>
                <a:cubicBezTo>
                  <a:pt x="10599934" y="4070982"/>
                  <a:pt x="10468453" y="4070982"/>
                  <a:pt x="10336971" y="4070982"/>
                </a:cubicBezTo>
                <a:close/>
                <a:moveTo>
                  <a:pt x="9909669" y="4070982"/>
                </a:moveTo>
                <a:cubicBezTo>
                  <a:pt x="9909669" y="4204994"/>
                  <a:pt x="9909669" y="4339000"/>
                  <a:pt x="9909669" y="4470476"/>
                </a:cubicBezTo>
                <a:cubicBezTo>
                  <a:pt x="9952655" y="4478062"/>
                  <a:pt x="10283875" y="4478062"/>
                  <a:pt x="10311688" y="4467945"/>
                </a:cubicBezTo>
                <a:cubicBezTo>
                  <a:pt x="10311688" y="4336470"/>
                  <a:pt x="10311688" y="4207519"/>
                  <a:pt x="10311688" y="4070982"/>
                </a:cubicBezTo>
                <a:cubicBezTo>
                  <a:pt x="10175151" y="4070982"/>
                  <a:pt x="10043676" y="4070982"/>
                  <a:pt x="9909669" y="4070982"/>
                </a:cubicBezTo>
                <a:close/>
                <a:moveTo>
                  <a:pt x="9487423" y="4070982"/>
                </a:moveTo>
                <a:cubicBezTo>
                  <a:pt x="9487423" y="4207519"/>
                  <a:pt x="9487423" y="4339000"/>
                  <a:pt x="9487423" y="4473007"/>
                </a:cubicBezTo>
                <a:cubicBezTo>
                  <a:pt x="9623954" y="4473007"/>
                  <a:pt x="9755436" y="4473007"/>
                  <a:pt x="9886911" y="4473007"/>
                </a:cubicBezTo>
                <a:cubicBezTo>
                  <a:pt x="9894497" y="4417380"/>
                  <a:pt x="9891973" y="4096265"/>
                  <a:pt x="9884381" y="4070982"/>
                </a:cubicBezTo>
                <a:cubicBezTo>
                  <a:pt x="9752905" y="4070982"/>
                  <a:pt x="9621429" y="4070982"/>
                  <a:pt x="9487423" y="4070982"/>
                </a:cubicBezTo>
                <a:close/>
                <a:moveTo>
                  <a:pt x="8647980" y="4070982"/>
                </a:moveTo>
                <a:cubicBezTo>
                  <a:pt x="8645449" y="4204994"/>
                  <a:pt x="8645449" y="4339000"/>
                  <a:pt x="8645449" y="4473007"/>
                </a:cubicBezTo>
                <a:cubicBezTo>
                  <a:pt x="8779462" y="4473007"/>
                  <a:pt x="8910937" y="4473007"/>
                  <a:pt x="9042419" y="4473007"/>
                </a:cubicBezTo>
                <a:cubicBezTo>
                  <a:pt x="9049999" y="4435077"/>
                  <a:pt x="9049999" y="4098796"/>
                  <a:pt x="9042419" y="4070982"/>
                </a:cubicBezTo>
                <a:cubicBezTo>
                  <a:pt x="8910937" y="4070982"/>
                  <a:pt x="8779462" y="4070982"/>
                  <a:pt x="8647980" y="4070982"/>
                </a:cubicBezTo>
                <a:close/>
                <a:moveTo>
                  <a:pt x="8220673" y="4070982"/>
                </a:moveTo>
                <a:cubicBezTo>
                  <a:pt x="8220673" y="4204994"/>
                  <a:pt x="8220673" y="4339000"/>
                  <a:pt x="8220673" y="4473007"/>
                </a:cubicBezTo>
                <a:cubicBezTo>
                  <a:pt x="8357209" y="4473007"/>
                  <a:pt x="8488691" y="4473007"/>
                  <a:pt x="8622697" y="4473007"/>
                </a:cubicBezTo>
                <a:cubicBezTo>
                  <a:pt x="8622697" y="4339000"/>
                  <a:pt x="8622697" y="4204994"/>
                  <a:pt x="8622697" y="4070982"/>
                </a:cubicBezTo>
                <a:cubicBezTo>
                  <a:pt x="8488691" y="4070982"/>
                  <a:pt x="8354685" y="4070982"/>
                  <a:pt x="8220673" y="4070982"/>
                </a:cubicBezTo>
                <a:close/>
                <a:moveTo>
                  <a:pt x="7800957" y="4070982"/>
                </a:moveTo>
                <a:cubicBezTo>
                  <a:pt x="7793371" y="4113968"/>
                  <a:pt x="7793371" y="4445193"/>
                  <a:pt x="7803482" y="4473007"/>
                </a:cubicBezTo>
                <a:cubicBezTo>
                  <a:pt x="7861640" y="4480593"/>
                  <a:pt x="8172637" y="4478062"/>
                  <a:pt x="8200445" y="4470476"/>
                </a:cubicBezTo>
                <a:cubicBezTo>
                  <a:pt x="8200445" y="4339000"/>
                  <a:pt x="8200445" y="4207519"/>
                  <a:pt x="8200445" y="4070982"/>
                </a:cubicBezTo>
                <a:cubicBezTo>
                  <a:pt x="8063914" y="4070982"/>
                  <a:pt x="7934963" y="4070982"/>
                  <a:pt x="7800957" y="4070982"/>
                </a:cubicBezTo>
                <a:close/>
                <a:moveTo>
                  <a:pt x="6534212" y="4070982"/>
                </a:moveTo>
                <a:cubicBezTo>
                  <a:pt x="6526626" y="4126609"/>
                  <a:pt x="6529151" y="4447718"/>
                  <a:pt x="6536737" y="4470476"/>
                </a:cubicBezTo>
                <a:cubicBezTo>
                  <a:pt x="6668219" y="4470476"/>
                  <a:pt x="6799694" y="4470476"/>
                  <a:pt x="6933701" y="4470476"/>
                </a:cubicBezTo>
                <a:cubicBezTo>
                  <a:pt x="6933701" y="4339000"/>
                  <a:pt x="6933701" y="4204994"/>
                  <a:pt x="6933701" y="4070982"/>
                </a:cubicBezTo>
                <a:cubicBezTo>
                  <a:pt x="6797164" y="4070982"/>
                  <a:pt x="6665688" y="4070982"/>
                  <a:pt x="6534212" y="4070982"/>
                </a:cubicBezTo>
                <a:close/>
                <a:moveTo>
                  <a:pt x="6109436" y="4070982"/>
                </a:moveTo>
                <a:cubicBezTo>
                  <a:pt x="6101850" y="4101326"/>
                  <a:pt x="6099319" y="4437607"/>
                  <a:pt x="6109436" y="4473007"/>
                </a:cubicBezTo>
                <a:cubicBezTo>
                  <a:pt x="6240911" y="4473007"/>
                  <a:pt x="6369862" y="4473007"/>
                  <a:pt x="6508924" y="4473007"/>
                </a:cubicBezTo>
                <a:cubicBezTo>
                  <a:pt x="6508924" y="4339000"/>
                  <a:pt x="6508924" y="4204994"/>
                  <a:pt x="6508924" y="4070982"/>
                </a:cubicBezTo>
                <a:cubicBezTo>
                  <a:pt x="6374917" y="4070982"/>
                  <a:pt x="6240911" y="4070982"/>
                  <a:pt x="6109436" y="4070982"/>
                </a:cubicBezTo>
                <a:close/>
                <a:moveTo>
                  <a:pt x="5684653" y="4070982"/>
                </a:moveTo>
                <a:cubicBezTo>
                  <a:pt x="5677073" y="4113968"/>
                  <a:pt x="5677073" y="4445193"/>
                  <a:pt x="5684653" y="4473007"/>
                </a:cubicBezTo>
                <a:cubicBezTo>
                  <a:pt x="5816135" y="4473007"/>
                  <a:pt x="5947616" y="4473007"/>
                  <a:pt x="6079091" y="4473007"/>
                </a:cubicBezTo>
                <a:cubicBezTo>
                  <a:pt x="6086677" y="4430021"/>
                  <a:pt x="6086677" y="4098796"/>
                  <a:pt x="6076561" y="4070982"/>
                </a:cubicBezTo>
                <a:cubicBezTo>
                  <a:pt x="5950141" y="4070982"/>
                  <a:pt x="5818665" y="4070982"/>
                  <a:pt x="5684653" y="4070982"/>
                </a:cubicBezTo>
                <a:close/>
                <a:moveTo>
                  <a:pt x="5262406" y="4070982"/>
                </a:moveTo>
                <a:cubicBezTo>
                  <a:pt x="5254821" y="4113968"/>
                  <a:pt x="5254821" y="4445193"/>
                  <a:pt x="5264938" y="4473007"/>
                </a:cubicBezTo>
                <a:cubicBezTo>
                  <a:pt x="5396413" y="4473007"/>
                  <a:pt x="5527894" y="4473007"/>
                  <a:pt x="5659370" y="4473007"/>
                </a:cubicBezTo>
                <a:cubicBezTo>
                  <a:pt x="5666956" y="4430021"/>
                  <a:pt x="5666956" y="4098796"/>
                  <a:pt x="5656845" y="4070982"/>
                </a:cubicBezTo>
                <a:cubicBezTo>
                  <a:pt x="5527894" y="4070982"/>
                  <a:pt x="5396413" y="4070982"/>
                  <a:pt x="5262406" y="4070982"/>
                </a:cubicBezTo>
                <a:close/>
                <a:moveTo>
                  <a:pt x="4837630" y="4070982"/>
                </a:moveTo>
                <a:cubicBezTo>
                  <a:pt x="4837630" y="4204994"/>
                  <a:pt x="4837630" y="4336470"/>
                  <a:pt x="4837630" y="4473007"/>
                </a:cubicBezTo>
                <a:cubicBezTo>
                  <a:pt x="4974166" y="4473007"/>
                  <a:pt x="5105642" y="4473007"/>
                  <a:pt x="5239648" y="4473007"/>
                </a:cubicBezTo>
                <a:cubicBezTo>
                  <a:pt x="5239648" y="4339000"/>
                  <a:pt x="5239648" y="4204994"/>
                  <a:pt x="5239648" y="4070982"/>
                </a:cubicBezTo>
                <a:cubicBezTo>
                  <a:pt x="5105642" y="4070982"/>
                  <a:pt x="4974166" y="4070982"/>
                  <a:pt x="4837630" y="4070982"/>
                </a:cubicBezTo>
                <a:close/>
                <a:moveTo>
                  <a:pt x="3995662" y="4070982"/>
                </a:moveTo>
                <a:cubicBezTo>
                  <a:pt x="3988076" y="4111437"/>
                  <a:pt x="3988076" y="4445193"/>
                  <a:pt x="3995662" y="4473007"/>
                </a:cubicBezTo>
                <a:cubicBezTo>
                  <a:pt x="4048758" y="4480593"/>
                  <a:pt x="4364812" y="4478062"/>
                  <a:pt x="4392625" y="4470476"/>
                </a:cubicBezTo>
                <a:cubicBezTo>
                  <a:pt x="4392625" y="4339000"/>
                  <a:pt x="4392625" y="4207519"/>
                  <a:pt x="4392625" y="4070982"/>
                </a:cubicBezTo>
                <a:cubicBezTo>
                  <a:pt x="4258619" y="4070982"/>
                  <a:pt x="4129668" y="4070982"/>
                  <a:pt x="3995662" y="4070982"/>
                </a:cubicBezTo>
                <a:close/>
                <a:moveTo>
                  <a:pt x="2726387" y="4070982"/>
                </a:moveTo>
                <a:cubicBezTo>
                  <a:pt x="2718800" y="4126609"/>
                  <a:pt x="2721331" y="4447718"/>
                  <a:pt x="2728917" y="4473007"/>
                </a:cubicBezTo>
                <a:cubicBezTo>
                  <a:pt x="2860393" y="4473007"/>
                  <a:pt x="2991874" y="4473007"/>
                  <a:pt x="3125881" y="4473007"/>
                </a:cubicBezTo>
                <a:cubicBezTo>
                  <a:pt x="3133466" y="4414849"/>
                  <a:pt x="3130936" y="4096265"/>
                  <a:pt x="3123350" y="4070982"/>
                </a:cubicBezTo>
                <a:cubicBezTo>
                  <a:pt x="2991874" y="4070982"/>
                  <a:pt x="2860393" y="4070982"/>
                  <a:pt x="2726387" y="4070982"/>
                </a:cubicBezTo>
                <a:close/>
                <a:moveTo>
                  <a:pt x="1884418" y="4070982"/>
                </a:moveTo>
                <a:cubicBezTo>
                  <a:pt x="1876832" y="4113968"/>
                  <a:pt x="1879363" y="4445193"/>
                  <a:pt x="1886949" y="4473007"/>
                </a:cubicBezTo>
                <a:cubicBezTo>
                  <a:pt x="1942570" y="4480593"/>
                  <a:pt x="2256099" y="4478062"/>
                  <a:pt x="2283913" y="4470476"/>
                </a:cubicBezTo>
                <a:cubicBezTo>
                  <a:pt x="2281382" y="4336470"/>
                  <a:pt x="2281382" y="4204994"/>
                  <a:pt x="2281382" y="4070982"/>
                </a:cubicBezTo>
                <a:cubicBezTo>
                  <a:pt x="2147376" y="4070982"/>
                  <a:pt x="2015900" y="4070982"/>
                  <a:pt x="1884418" y="4070982"/>
                </a:cubicBezTo>
                <a:close/>
                <a:moveTo>
                  <a:pt x="1454586" y="4070982"/>
                </a:moveTo>
                <a:cubicBezTo>
                  <a:pt x="1454586" y="4204994"/>
                  <a:pt x="1454586" y="4339000"/>
                  <a:pt x="1454586" y="4473007"/>
                </a:cubicBezTo>
                <a:cubicBezTo>
                  <a:pt x="1591123" y="4473007"/>
                  <a:pt x="1725130" y="4473007"/>
                  <a:pt x="1856605" y="4473007"/>
                </a:cubicBezTo>
                <a:cubicBezTo>
                  <a:pt x="1864191" y="4430021"/>
                  <a:pt x="1861666" y="4098796"/>
                  <a:pt x="1854075" y="4070982"/>
                </a:cubicBezTo>
                <a:cubicBezTo>
                  <a:pt x="1722599" y="4070982"/>
                  <a:pt x="1591123" y="4070982"/>
                  <a:pt x="1454586" y="4070982"/>
                </a:cubicBezTo>
                <a:close/>
                <a:moveTo>
                  <a:pt x="615143" y="4070982"/>
                </a:moveTo>
                <a:cubicBezTo>
                  <a:pt x="607557" y="4108912"/>
                  <a:pt x="607557" y="4442663"/>
                  <a:pt x="615143" y="4473007"/>
                </a:cubicBezTo>
                <a:cubicBezTo>
                  <a:pt x="670770" y="4480593"/>
                  <a:pt x="989354" y="4478062"/>
                  <a:pt x="1012107" y="4470476"/>
                </a:cubicBezTo>
                <a:cubicBezTo>
                  <a:pt x="1012107" y="4339000"/>
                  <a:pt x="1012107" y="4207519"/>
                  <a:pt x="1012107" y="4073513"/>
                </a:cubicBezTo>
                <a:cubicBezTo>
                  <a:pt x="878100" y="4070982"/>
                  <a:pt x="746625" y="4070982"/>
                  <a:pt x="615143" y="4070982"/>
                </a:cubicBezTo>
                <a:close/>
                <a:moveTo>
                  <a:pt x="9324435" y="4068980"/>
                </a:moveTo>
                <a:cubicBezTo>
                  <a:pt x="9214312" y="4068536"/>
                  <a:pt x="9080977" y="4071302"/>
                  <a:pt x="9065171" y="4076043"/>
                </a:cubicBezTo>
                <a:cubicBezTo>
                  <a:pt x="9065171" y="4207519"/>
                  <a:pt x="9065171" y="4339000"/>
                  <a:pt x="9065171" y="4473007"/>
                </a:cubicBezTo>
                <a:cubicBezTo>
                  <a:pt x="9201708" y="4473007"/>
                  <a:pt x="9333184" y="4473007"/>
                  <a:pt x="9467190" y="4473007"/>
                </a:cubicBezTo>
                <a:cubicBezTo>
                  <a:pt x="9467190" y="4336470"/>
                  <a:pt x="9467190" y="4204994"/>
                  <a:pt x="9467190" y="4073513"/>
                </a:cubicBezTo>
                <a:cubicBezTo>
                  <a:pt x="9448228" y="4070668"/>
                  <a:pt x="9390510" y="4069246"/>
                  <a:pt x="9324435" y="4068980"/>
                </a:cubicBezTo>
                <a:close/>
                <a:moveTo>
                  <a:pt x="3409011" y="4068980"/>
                </a:moveTo>
                <a:cubicBezTo>
                  <a:pt x="3298763" y="4068536"/>
                  <a:pt x="3164440" y="4071302"/>
                  <a:pt x="3148639" y="4076043"/>
                </a:cubicBezTo>
                <a:cubicBezTo>
                  <a:pt x="3148639" y="4207519"/>
                  <a:pt x="3148639" y="4339000"/>
                  <a:pt x="3148639" y="4470476"/>
                </a:cubicBezTo>
                <a:cubicBezTo>
                  <a:pt x="3194149" y="4478062"/>
                  <a:pt x="3522844" y="4475531"/>
                  <a:pt x="3550657" y="4467945"/>
                </a:cubicBezTo>
                <a:cubicBezTo>
                  <a:pt x="3550657" y="4339000"/>
                  <a:pt x="3550657" y="4207519"/>
                  <a:pt x="3550657" y="4073513"/>
                </a:cubicBezTo>
                <a:cubicBezTo>
                  <a:pt x="3532642" y="4070668"/>
                  <a:pt x="3475160" y="4069246"/>
                  <a:pt x="3409011" y="4068980"/>
                </a:cubicBezTo>
                <a:close/>
                <a:moveTo>
                  <a:pt x="7567074" y="4068140"/>
                </a:moveTo>
                <a:cubicBezTo>
                  <a:pt x="7475418" y="4068456"/>
                  <a:pt x="7386291" y="4070985"/>
                  <a:pt x="7373650" y="4076043"/>
                </a:cubicBezTo>
                <a:cubicBezTo>
                  <a:pt x="7366064" y="4131664"/>
                  <a:pt x="7368594" y="4445193"/>
                  <a:pt x="7376180" y="4473007"/>
                </a:cubicBezTo>
                <a:cubicBezTo>
                  <a:pt x="7510187" y="4473007"/>
                  <a:pt x="7641662" y="4473007"/>
                  <a:pt x="7775668" y="4473007"/>
                </a:cubicBezTo>
                <a:cubicBezTo>
                  <a:pt x="7775668" y="4336470"/>
                  <a:pt x="7775668" y="4204994"/>
                  <a:pt x="7775668" y="4073513"/>
                </a:cubicBezTo>
                <a:cubicBezTo>
                  <a:pt x="7752913" y="4069720"/>
                  <a:pt x="7658729" y="4067824"/>
                  <a:pt x="7567074" y="4068140"/>
                </a:cubicBezTo>
                <a:close/>
                <a:moveTo>
                  <a:pt x="2496932" y="4068140"/>
                </a:moveTo>
                <a:cubicBezTo>
                  <a:pt x="2405276" y="4068456"/>
                  <a:pt x="2315516" y="4070985"/>
                  <a:pt x="2301610" y="4076043"/>
                </a:cubicBezTo>
                <a:cubicBezTo>
                  <a:pt x="2301610" y="4207519"/>
                  <a:pt x="2301610" y="4341525"/>
                  <a:pt x="2301610" y="4475531"/>
                </a:cubicBezTo>
                <a:cubicBezTo>
                  <a:pt x="2438146" y="4473007"/>
                  <a:pt x="2569628" y="4473007"/>
                  <a:pt x="2703634" y="4473007"/>
                </a:cubicBezTo>
                <a:cubicBezTo>
                  <a:pt x="2703634" y="4336470"/>
                  <a:pt x="2703634" y="4204994"/>
                  <a:pt x="2703634" y="4073513"/>
                </a:cubicBezTo>
                <a:cubicBezTo>
                  <a:pt x="2682141" y="4069720"/>
                  <a:pt x="2588589" y="4067824"/>
                  <a:pt x="2496932" y="4068140"/>
                </a:cubicBezTo>
                <a:close/>
                <a:moveTo>
                  <a:pt x="385689" y="4068140"/>
                </a:moveTo>
                <a:cubicBezTo>
                  <a:pt x="294033" y="4068456"/>
                  <a:pt x="204273" y="4070985"/>
                  <a:pt x="190366" y="4076043"/>
                </a:cubicBezTo>
                <a:cubicBezTo>
                  <a:pt x="190366" y="4207519"/>
                  <a:pt x="190366" y="4339000"/>
                  <a:pt x="190366" y="4473007"/>
                </a:cubicBezTo>
                <a:cubicBezTo>
                  <a:pt x="324372" y="4473007"/>
                  <a:pt x="455854" y="4473007"/>
                  <a:pt x="592391" y="4473007"/>
                </a:cubicBezTo>
                <a:cubicBezTo>
                  <a:pt x="592391" y="4336470"/>
                  <a:pt x="592391" y="4204994"/>
                  <a:pt x="592391" y="4073513"/>
                </a:cubicBezTo>
                <a:cubicBezTo>
                  <a:pt x="570898" y="4069720"/>
                  <a:pt x="477345" y="4067824"/>
                  <a:pt x="385689" y="4068140"/>
                </a:cubicBezTo>
                <a:close/>
                <a:moveTo>
                  <a:pt x="4667412" y="4066582"/>
                </a:moveTo>
                <a:cubicBezTo>
                  <a:pt x="4559781" y="4066361"/>
                  <a:pt x="4432767" y="4069721"/>
                  <a:pt x="4415383" y="4076043"/>
                </a:cubicBezTo>
                <a:cubicBezTo>
                  <a:pt x="4415383" y="4207519"/>
                  <a:pt x="4415383" y="4339000"/>
                  <a:pt x="4415383" y="4473007"/>
                </a:cubicBezTo>
                <a:cubicBezTo>
                  <a:pt x="4551914" y="4473007"/>
                  <a:pt x="4683396" y="4473007"/>
                  <a:pt x="4814877" y="4473007"/>
                </a:cubicBezTo>
                <a:cubicBezTo>
                  <a:pt x="4822457" y="4424966"/>
                  <a:pt x="4819933" y="4098796"/>
                  <a:pt x="4812347" y="4070982"/>
                </a:cubicBezTo>
                <a:cubicBezTo>
                  <a:pt x="4789591" y="4068137"/>
                  <a:pt x="4731990" y="4066715"/>
                  <a:pt x="4667412" y="4066582"/>
                </a:cubicBezTo>
                <a:close/>
                <a:moveTo>
                  <a:pt x="11181470" y="3651266"/>
                </a:moveTo>
                <a:cubicBezTo>
                  <a:pt x="11173884" y="3694246"/>
                  <a:pt x="11173884" y="4025472"/>
                  <a:pt x="11184000" y="4053285"/>
                </a:cubicBezTo>
                <a:cubicBezTo>
                  <a:pt x="11315482" y="4053285"/>
                  <a:pt x="11446957" y="4053285"/>
                  <a:pt x="11575908" y="4053285"/>
                </a:cubicBezTo>
                <a:cubicBezTo>
                  <a:pt x="11583494" y="4012830"/>
                  <a:pt x="11583494" y="3679074"/>
                  <a:pt x="11573378" y="3651266"/>
                </a:cubicBezTo>
                <a:cubicBezTo>
                  <a:pt x="11441902" y="3651266"/>
                  <a:pt x="11312951" y="3651266"/>
                  <a:pt x="11181470" y="3651266"/>
                </a:cubicBezTo>
                <a:close/>
                <a:moveTo>
                  <a:pt x="9912200" y="3651266"/>
                </a:moveTo>
                <a:cubicBezTo>
                  <a:pt x="9902083" y="3694246"/>
                  <a:pt x="9904614" y="4025472"/>
                  <a:pt x="9914725" y="4053285"/>
                </a:cubicBezTo>
                <a:cubicBezTo>
                  <a:pt x="9975407" y="4060871"/>
                  <a:pt x="10283875" y="4058341"/>
                  <a:pt x="10311688" y="4050755"/>
                </a:cubicBezTo>
                <a:cubicBezTo>
                  <a:pt x="10311688" y="3919279"/>
                  <a:pt x="10311688" y="3787797"/>
                  <a:pt x="10311688" y="3653791"/>
                </a:cubicBezTo>
                <a:cubicBezTo>
                  <a:pt x="10175151" y="3651266"/>
                  <a:pt x="10043676" y="3651266"/>
                  <a:pt x="9912200" y="3651266"/>
                </a:cubicBezTo>
                <a:close/>
                <a:moveTo>
                  <a:pt x="8223203" y="3651266"/>
                </a:moveTo>
                <a:cubicBezTo>
                  <a:pt x="8215617" y="3701832"/>
                  <a:pt x="8218148" y="4028002"/>
                  <a:pt x="8225734" y="4053285"/>
                </a:cubicBezTo>
                <a:cubicBezTo>
                  <a:pt x="8357209" y="4053285"/>
                  <a:pt x="8488691" y="4053285"/>
                  <a:pt x="8620167" y="4053285"/>
                </a:cubicBezTo>
                <a:cubicBezTo>
                  <a:pt x="8622697" y="3916748"/>
                  <a:pt x="8622697" y="3785273"/>
                  <a:pt x="8622697" y="3651266"/>
                </a:cubicBezTo>
                <a:cubicBezTo>
                  <a:pt x="8488691" y="3651266"/>
                  <a:pt x="8354685" y="3651266"/>
                  <a:pt x="8223203" y="3651266"/>
                </a:cubicBezTo>
                <a:close/>
                <a:moveTo>
                  <a:pt x="7376180" y="3651266"/>
                </a:moveTo>
                <a:cubicBezTo>
                  <a:pt x="7376180" y="3785273"/>
                  <a:pt x="7376180" y="3919279"/>
                  <a:pt x="7376180" y="4050755"/>
                </a:cubicBezTo>
                <a:cubicBezTo>
                  <a:pt x="7421691" y="4058341"/>
                  <a:pt x="7752916" y="4055816"/>
                  <a:pt x="7778199" y="4048230"/>
                </a:cubicBezTo>
                <a:cubicBezTo>
                  <a:pt x="7778199" y="3916748"/>
                  <a:pt x="7778199" y="3785273"/>
                  <a:pt x="7778199" y="3651266"/>
                </a:cubicBezTo>
                <a:cubicBezTo>
                  <a:pt x="7641662" y="3651266"/>
                  <a:pt x="7510187" y="3651266"/>
                  <a:pt x="7376180" y="3651266"/>
                </a:cubicBezTo>
                <a:close/>
                <a:moveTo>
                  <a:pt x="6534212" y="3651266"/>
                </a:moveTo>
                <a:cubicBezTo>
                  <a:pt x="6526626" y="3696777"/>
                  <a:pt x="6526626" y="4025472"/>
                  <a:pt x="6536737" y="4053285"/>
                </a:cubicBezTo>
                <a:cubicBezTo>
                  <a:pt x="6605006" y="4060871"/>
                  <a:pt x="6905887" y="4055816"/>
                  <a:pt x="6933701" y="4050755"/>
                </a:cubicBezTo>
                <a:cubicBezTo>
                  <a:pt x="6941287" y="4002719"/>
                  <a:pt x="6938762" y="3681605"/>
                  <a:pt x="6931176" y="3653791"/>
                </a:cubicBezTo>
                <a:cubicBezTo>
                  <a:pt x="6797164" y="3651266"/>
                  <a:pt x="6665688" y="3651266"/>
                  <a:pt x="6534212" y="3651266"/>
                </a:cubicBezTo>
                <a:close/>
                <a:moveTo>
                  <a:pt x="5682128" y="3651266"/>
                </a:moveTo>
                <a:cubicBezTo>
                  <a:pt x="5682128" y="3785273"/>
                  <a:pt x="5682128" y="3919279"/>
                  <a:pt x="5682128" y="4050755"/>
                </a:cubicBezTo>
                <a:cubicBezTo>
                  <a:pt x="5727639" y="4058341"/>
                  <a:pt x="6058864" y="4055816"/>
                  <a:pt x="6084147" y="4048230"/>
                </a:cubicBezTo>
                <a:cubicBezTo>
                  <a:pt x="6084147" y="3916748"/>
                  <a:pt x="6084147" y="3785273"/>
                  <a:pt x="6084147" y="3651266"/>
                </a:cubicBezTo>
                <a:cubicBezTo>
                  <a:pt x="5947616" y="3651266"/>
                  <a:pt x="5816135" y="3651266"/>
                  <a:pt x="5682128" y="3651266"/>
                </a:cubicBezTo>
                <a:close/>
                <a:moveTo>
                  <a:pt x="5262406" y="3651266"/>
                </a:moveTo>
                <a:cubicBezTo>
                  <a:pt x="5254821" y="3694246"/>
                  <a:pt x="5254821" y="4025472"/>
                  <a:pt x="5264938" y="4050755"/>
                </a:cubicBezTo>
                <a:cubicBezTo>
                  <a:pt x="5396413" y="4050755"/>
                  <a:pt x="5530419" y="4050755"/>
                  <a:pt x="5661901" y="4050755"/>
                </a:cubicBezTo>
                <a:cubicBezTo>
                  <a:pt x="5661901" y="3916748"/>
                  <a:pt x="5661901" y="3782742"/>
                  <a:pt x="5661901" y="3651266"/>
                </a:cubicBezTo>
                <a:cubicBezTo>
                  <a:pt x="5525364" y="3651266"/>
                  <a:pt x="5393883" y="3651266"/>
                  <a:pt x="5262406" y="3651266"/>
                </a:cubicBezTo>
                <a:close/>
                <a:moveTo>
                  <a:pt x="3993131" y="3651266"/>
                </a:moveTo>
                <a:cubicBezTo>
                  <a:pt x="3993131" y="3785273"/>
                  <a:pt x="3993131" y="3919279"/>
                  <a:pt x="3993131" y="4053285"/>
                </a:cubicBezTo>
                <a:cubicBezTo>
                  <a:pt x="4127137" y="4053285"/>
                  <a:pt x="4258619" y="4053285"/>
                  <a:pt x="4390100" y="4053285"/>
                </a:cubicBezTo>
                <a:cubicBezTo>
                  <a:pt x="4397681" y="4000189"/>
                  <a:pt x="4395156" y="3676549"/>
                  <a:pt x="4387570" y="3651266"/>
                </a:cubicBezTo>
                <a:cubicBezTo>
                  <a:pt x="4256088" y="3651266"/>
                  <a:pt x="4124613" y="3651266"/>
                  <a:pt x="3993131" y="3651266"/>
                </a:cubicBezTo>
                <a:close/>
                <a:moveTo>
                  <a:pt x="3151163" y="3651266"/>
                </a:moveTo>
                <a:cubicBezTo>
                  <a:pt x="3143577" y="3694246"/>
                  <a:pt x="3143577" y="4025472"/>
                  <a:pt x="3153694" y="4053285"/>
                </a:cubicBezTo>
                <a:cubicBezTo>
                  <a:pt x="3219432" y="4060871"/>
                  <a:pt x="3522844" y="4055816"/>
                  <a:pt x="3550657" y="4048230"/>
                </a:cubicBezTo>
                <a:cubicBezTo>
                  <a:pt x="3550657" y="3916748"/>
                  <a:pt x="3550657" y="3785273"/>
                  <a:pt x="3550657" y="3651266"/>
                </a:cubicBezTo>
                <a:cubicBezTo>
                  <a:pt x="3414121" y="3651266"/>
                  <a:pt x="3282645" y="3651266"/>
                  <a:pt x="3151163" y="3651266"/>
                </a:cubicBezTo>
                <a:close/>
                <a:moveTo>
                  <a:pt x="2306665" y="3651266"/>
                </a:moveTo>
                <a:cubicBezTo>
                  <a:pt x="2299085" y="3694246"/>
                  <a:pt x="2299085" y="4025472"/>
                  <a:pt x="2309196" y="4053285"/>
                </a:cubicBezTo>
                <a:cubicBezTo>
                  <a:pt x="2372409" y="4060871"/>
                  <a:pt x="2678346" y="4058341"/>
                  <a:pt x="2706159" y="4050755"/>
                </a:cubicBezTo>
                <a:cubicBezTo>
                  <a:pt x="2706159" y="3919279"/>
                  <a:pt x="2706159" y="3787797"/>
                  <a:pt x="2706159" y="3653791"/>
                </a:cubicBezTo>
                <a:cubicBezTo>
                  <a:pt x="2569628" y="3651266"/>
                  <a:pt x="2438146" y="3651266"/>
                  <a:pt x="2306665" y="3651266"/>
                </a:cubicBezTo>
                <a:close/>
                <a:moveTo>
                  <a:pt x="1881894" y="3651266"/>
                </a:moveTo>
                <a:cubicBezTo>
                  <a:pt x="1881894" y="3785273"/>
                  <a:pt x="1881894" y="3916748"/>
                  <a:pt x="1881894" y="4053285"/>
                </a:cubicBezTo>
                <a:cubicBezTo>
                  <a:pt x="2015900" y="4053285"/>
                  <a:pt x="2147376" y="4053285"/>
                  <a:pt x="2281382" y="4053285"/>
                </a:cubicBezTo>
                <a:cubicBezTo>
                  <a:pt x="2281382" y="3916748"/>
                  <a:pt x="2281382" y="3785273"/>
                  <a:pt x="2281382" y="3651266"/>
                </a:cubicBezTo>
                <a:cubicBezTo>
                  <a:pt x="2147376" y="3651266"/>
                  <a:pt x="2015900" y="3651266"/>
                  <a:pt x="1881894" y="3651266"/>
                </a:cubicBezTo>
                <a:close/>
                <a:moveTo>
                  <a:pt x="1459642" y="3651266"/>
                </a:moveTo>
                <a:cubicBezTo>
                  <a:pt x="1459642" y="3785273"/>
                  <a:pt x="1459642" y="3919279"/>
                  <a:pt x="1459642" y="4053285"/>
                </a:cubicBezTo>
                <a:cubicBezTo>
                  <a:pt x="1591123" y="4053285"/>
                  <a:pt x="1722599" y="4053285"/>
                  <a:pt x="1859136" y="4053285"/>
                </a:cubicBezTo>
                <a:cubicBezTo>
                  <a:pt x="1859136" y="3916748"/>
                  <a:pt x="1859136" y="3785273"/>
                  <a:pt x="1859136" y="3651266"/>
                </a:cubicBezTo>
                <a:cubicBezTo>
                  <a:pt x="1725130" y="3651266"/>
                  <a:pt x="1593648" y="3651266"/>
                  <a:pt x="1459642" y="3651266"/>
                </a:cubicBezTo>
                <a:close/>
                <a:moveTo>
                  <a:pt x="9747795" y="3649258"/>
                </a:moveTo>
                <a:cubicBezTo>
                  <a:pt x="9637547" y="3648814"/>
                  <a:pt x="9503225" y="3651581"/>
                  <a:pt x="9487423" y="3656322"/>
                </a:cubicBezTo>
                <a:cubicBezTo>
                  <a:pt x="9479831" y="3727115"/>
                  <a:pt x="9482362" y="4025472"/>
                  <a:pt x="9492479" y="4053285"/>
                </a:cubicBezTo>
                <a:cubicBezTo>
                  <a:pt x="9621429" y="4053285"/>
                  <a:pt x="9752905" y="4053285"/>
                  <a:pt x="9889442" y="4053285"/>
                </a:cubicBezTo>
                <a:cubicBezTo>
                  <a:pt x="9889442" y="3916748"/>
                  <a:pt x="9889442" y="3785273"/>
                  <a:pt x="9889442" y="3653791"/>
                </a:cubicBezTo>
                <a:cubicBezTo>
                  <a:pt x="9871427" y="3650946"/>
                  <a:pt x="9813944" y="3649524"/>
                  <a:pt x="9747795" y="3649258"/>
                </a:cubicBezTo>
                <a:close/>
                <a:moveTo>
                  <a:pt x="3833087" y="3649258"/>
                </a:moveTo>
                <a:cubicBezTo>
                  <a:pt x="3724370" y="3648814"/>
                  <a:pt x="3589850" y="3651581"/>
                  <a:pt x="3570885" y="3656322"/>
                </a:cubicBezTo>
                <a:cubicBezTo>
                  <a:pt x="3570885" y="3787797"/>
                  <a:pt x="3570885" y="3919279"/>
                  <a:pt x="3570885" y="4053285"/>
                </a:cubicBezTo>
                <a:cubicBezTo>
                  <a:pt x="3704891" y="4053285"/>
                  <a:pt x="3836373" y="4053285"/>
                  <a:pt x="3970379" y="4053285"/>
                </a:cubicBezTo>
                <a:cubicBezTo>
                  <a:pt x="3970379" y="3916748"/>
                  <a:pt x="3970379" y="3785273"/>
                  <a:pt x="3970379" y="3653791"/>
                </a:cubicBezTo>
                <a:cubicBezTo>
                  <a:pt x="3954259" y="3650946"/>
                  <a:pt x="3898318" y="3649524"/>
                  <a:pt x="3833087" y="3649258"/>
                </a:cubicBezTo>
                <a:close/>
                <a:moveTo>
                  <a:pt x="10759223" y="3648736"/>
                </a:moveTo>
                <a:cubicBezTo>
                  <a:pt x="10751637" y="3694246"/>
                  <a:pt x="10754168" y="4022947"/>
                  <a:pt x="10761754" y="4050755"/>
                </a:cubicBezTo>
                <a:cubicBezTo>
                  <a:pt x="10893230" y="4050755"/>
                  <a:pt x="11024711" y="4050755"/>
                  <a:pt x="11158717" y="4050755"/>
                </a:cubicBezTo>
                <a:cubicBezTo>
                  <a:pt x="11158717" y="3916748"/>
                  <a:pt x="11158717" y="3782742"/>
                  <a:pt x="11158717" y="3648736"/>
                </a:cubicBezTo>
                <a:cubicBezTo>
                  <a:pt x="11022180" y="3648736"/>
                  <a:pt x="10893230" y="3648736"/>
                  <a:pt x="10759223" y="3648736"/>
                </a:cubicBezTo>
                <a:close/>
                <a:moveTo>
                  <a:pt x="10334446" y="3648736"/>
                </a:moveTo>
                <a:cubicBezTo>
                  <a:pt x="10324330" y="3691715"/>
                  <a:pt x="10326860" y="4022947"/>
                  <a:pt x="10336971" y="4050755"/>
                </a:cubicBezTo>
                <a:cubicBezTo>
                  <a:pt x="10397659" y="4058341"/>
                  <a:pt x="10706127" y="4055816"/>
                  <a:pt x="10733940" y="4048230"/>
                </a:cubicBezTo>
                <a:cubicBezTo>
                  <a:pt x="10733940" y="3916748"/>
                  <a:pt x="10733940" y="3785273"/>
                  <a:pt x="10733940" y="3651266"/>
                </a:cubicBezTo>
                <a:cubicBezTo>
                  <a:pt x="10599934" y="3648736"/>
                  <a:pt x="10468453" y="3648736"/>
                  <a:pt x="10334446" y="3648736"/>
                </a:cubicBezTo>
                <a:close/>
                <a:moveTo>
                  <a:pt x="9067702" y="3648736"/>
                </a:moveTo>
                <a:cubicBezTo>
                  <a:pt x="9065171" y="3785273"/>
                  <a:pt x="9065171" y="3916748"/>
                  <a:pt x="9065171" y="4045699"/>
                </a:cubicBezTo>
                <a:cubicBezTo>
                  <a:pt x="9095515" y="4055816"/>
                  <a:pt x="9436852" y="4055816"/>
                  <a:pt x="9467190" y="4045699"/>
                </a:cubicBezTo>
                <a:cubicBezTo>
                  <a:pt x="9474776" y="3982486"/>
                  <a:pt x="9472251" y="3676549"/>
                  <a:pt x="9464665" y="3648736"/>
                </a:cubicBezTo>
                <a:cubicBezTo>
                  <a:pt x="9333184" y="3648736"/>
                  <a:pt x="9201708" y="3648736"/>
                  <a:pt x="9067702" y="3648736"/>
                </a:cubicBezTo>
                <a:close/>
                <a:moveTo>
                  <a:pt x="8645449" y="3648736"/>
                </a:moveTo>
                <a:cubicBezTo>
                  <a:pt x="8645449" y="3785273"/>
                  <a:pt x="8645449" y="3916748"/>
                  <a:pt x="8645449" y="4050755"/>
                </a:cubicBezTo>
                <a:cubicBezTo>
                  <a:pt x="8781986" y="4050755"/>
                  <a:pt x="8910937" y="4050755"/>
                  <a:pt x="9042419" y="4050755"/>
                </a:cubicBezTo>
                <a:cubicBezTo>
                  <a:pt x="9049999" y="4010300"/>
                  <a:pt x="9049999" y="3676549"/>
                  <a:pt x="9039888" y="3648736"/>
                </a:cubicBezTo>
                <a:cubicBezTo>
                  <a:pt x="8908407" y="3648736"/>
                  <a:pt x="8776931" y="3648736"/>
                  <a:pt x="8645449" y="3648736"/>
                </a:cubicBezTo>
                <a:close/>
                <a:moveTo>
                  <a:pt x="6104374" y="3648736"/>
                </a:moveTo>
                <a:cubicBezTo>
                  <a:pt x="6104374" y="3782742"/>
                  <a:pt x="6101850" y="3916748"/>
                  <a:pt x="6104374" y="4050755"/>
                </a:cubicBezTo>
                <a:cubicBezTo>
                  <a:pt x="6240911" y="4050755"/>
                  <a:pt x="6374917" y="4050755"/>
                  <a:pt x="6511454" y="4050755"/>
                </a:cubicBezTo>
                <a:cubicBezTo>
                  <a:pt x="6511454" y="3916748"/>
                  <a:pt x="6513985" y="3782742"/>
                  <a:pt x="6511454" y="3648736"/>
                </a:cubicBezTo>
                <a:cubicBezTo>
                  <a:pt x="6372387" y="3648736"/>
                  <a:pt x="6240911" y="3648736"/>
                  <a:pt x="6104374" y="3648736"/>
                </a:cubicBezTo>
                <a:close/>
                <a:moveTo>
                  <a:pt x="4415383" y="3648736"/>
                </a:moveTo>
                <a:cubicBezTo>
                  <a:pt x="4415383" y="3782742"/>
                  <a:pt x="4415383" y="3914224"/>
                  <a:pt x="4415383" y="4050755"/>
                </a:cubicBezTo>
                <a:cubicBezTo>
                  <a:pt x="4549390" y="4050755"/>
                  <a:pt x="4678340" y="4050755"/>
                  <a:pt x="4814877" y="4050755"/>
                </a:cubicBezTo>
                <a:cubicBezTo>
                  <a:pt x="4814877" y="3916748"/>
                  <a:pt x="4814877" y="3782742"/>
                  <a:pt x="4814877" y="3648736"/>
                </a:cubicBezTo>
                <a:cubicBezTo>
                  <a:pt x="4680865" y="3648736"/>
                  <a:pt x="4549390" y="3648736"/>
                  <a:pt x="4415383" y="3648736"/>
                </a:cubicBezTo>
                <a:close/>
                <a:moveTo>
                  <a:pt x="2726387" y="3648736"/>
                </a:moveTo>
                <a:cubicBezTo>
                  <a:pt x="2726387" y="3785273"/>
                  <a:pt x="2726387" y="3916748"/>
                  <a:pt x="2726387" y="4048230"/>
                </a:cubicBezTo>
                <a:cubicBezTo>
                  <a:pt x="2769372" y="4055816"/>
                  <a:pt x="3100598" y="4055816"/>
                  <a:pt x="3128411" y="4045699"/>
                </a:cubicBezTo>
                <a:cubicBezTo>
                  <a:pt x="3135991" y="3987547"/>
                  <a:pt x="3133466" y="3676549"/>
                  <a:pt x="3125881" y="3648736"/>
                </a:cubicBezTo>
                <a:cubicBezTo>
                  <a:pt x="2991874" y="3648736"/>
                  <a:pt x="2860393" y="3648736"/>
                  <a:pt x="2726387" y="3648736"/>
                </a:cubicBezTo>
                <a:close/>
                <a:moveTo>
                  <a:pt x="1034865" y="3648736"/>
                </a:moveTo>
                <a:cubicBezTo>
                  <a:pt x="1034865" y="3782742"/>
                  <a:pt x="1032334" y="3916748"/>
                  <a:pt x="1034865" y="4048230"/>
                </a:cubicBezTo>
                <a:cubicBezTo>
                  <a:pt x="1087961" y="4055816"/>
                  <a:pt x="1409076" y="4053285"/>
                  <a:pt x="1436884" y="4045699"/>
                </a:cubicBezTo>
                <a:cubicBezTo>
                  <a:pt x="1436884" y="3916748"/>
                  <a:pt x="1436884" y="3785273"/>
                  <a:pt x="1436884" y="3648736"/>
                </a:cubicBezTo>
                <a:cubicBezTo>
                  <a:pt x="1302877" y="3648736"/>
                  <a:pt x="1171402" y="3648736"/>
                  <a:pt x="1034865" y="3648736"/>
                </a:cubicBezTo>
                <a:close/>
                <a:moveTo>
                  <a:pt x="808885" y="3648418"/>
                </a:moveTo>
                <a:cubicBezTo>
                  <a:pt x="716913" y="3648734"/>
                  <a:pt x="626522" y="3651264"/>
                  <a:pt x="612619" y="3656322"/>
                </a:cubicBezTo>
                <a:cubicBezTo>
                  <a:pt x="612619" y="3787797"/>
                  <a:pt x="612619" y="3919279"/>
                  <a:pt x="612619" y="4053285"/>
                </a:cubicBezTo>
                <a:cubicBezTo>
                  <a:pt x="746625" y="4053285"/>
                  <a:pt x="878100" y="4053285"/>
                  <a:pt x="1014637" y="4053285"/>
                </a:cubicBezTo>
                <a:cubicBezTo>
                  <a:pt x="1014637" y="3916748"/>
                  <a:pt x="1014637" y="3785273"/>
                  <a:pt x="1014637" y="3653791"/>
                </a:cubicBezTo>
                <a:cubicBezTo>
                  <a:pt x="994410" y="3649998"/>
                  <a:pt x="900857" y="3648102"/>
                  <a:pt x="808885" y="3648418"/>
                </a:cubicBezTo>
                <a:close/>
                <a:moveTo>
                  <a:pt x="11794932" y="3648102"/>
                </a:moveTo>
                <a:cubicBezTo>
                  <a:pt x="11702960" y="3648102"/>
                  <a:pt x="11612567" y="3649998"/>
                  <a:pt x="11598660" y="3653791"/>
                </a:cubicBezTo>
                <a:cubicBezTo>
                  <a:pt x="11598660" y="3785273"/>
                  <a:pt x="11598660" y="3916748"/>
                  <a:pt x="11598660" y="4050755"/>
                </a:cubicBezTo>
                <a:cubicBezTo>
                  <a:pt x="11735197" y="4053285"/>
                  <a:pt x="11866679" y="4053285"/>
                  <a:pt x="12000685" y="4053285"/>
                </a:cubicBezTo>
                <a:cubicBezTo>
                  <a:pt x="12000685" y="3916748"/>
                  <a:pt x="12000685" y="3785273"/>
                  <a:pt x="12000685" y="3653791"/>
                </a:cubicBezTo>
                <a:cubicBezTo>
                  <a:pt x="11980458" y="3649998"/>
                  <a:pt x="11886905" y="3648102"/>
                  <a:pt x="11794932" y="3648102"/>
                </a:cubicBezTo>
                <a:close/>
                <a:moveTo>
                  <a:pt x="7146721" y="3648102"/>
                </a:moveTo>
                <a:cubicBezTo>
                  <a:pt x="7055065" y="3648102"/>
                  <a:pt x="6965307" y="3649998"/>
                  <a:pt x="6951403" y="3653791"/>
                </a:cubicBezTo>
                <a:cubicBezTo>
                  <a:pt x="6951403" y="3785273"/>
                  <a:pt x="6951403" y="3916748"/>
                  <a:pt x="6951403" y="4050755"/>
                </a:cubicBezTo>
                <a:cubicBezTo>
                  <a:pt x="7087934" y="4053285"/>
                  <a:pt x="7219416" y="4053285"/>
                  <a:pt x="7353422" y="4053285"/>
                </a:cubicBezTo>
                <a:cubicBezTo>
                  <a:pt x="7353422" y="3916748"/>
                  <a:pt x="7353422" y="3785273"/>
                  <a:pt x="7353422" y="3653791"/>
                </a:cubicBezTo>
                <a:cubicBezTo>
                  <a:pt x="7331929" y="3649998"/>
                  <a:pt x="7238377" y="3648102"/>
                  <a:pt x="7146721" y="3648102"/>
                </a:cubicBezTo>
                <a:close/>
                <a:moveTo>
                  <a:pt x="5033901" y="3648102"/>
                </a:moveTo>
                <a:cubicBezTo>
                  <a:pt x="4941929" y="3648102"/>
                  <a:pt x="4851537" y="3649998"/>
                  <a:pt x="4837630" y="3653791"/>
                </a:cubicBezTo>
                <a:cubicBezTo>
                  <a:pt x="4837630" y="3785273"/>
                  <a:pt x="4837630" y="3916748"/>
                  <a:pt x="4837630" y="4050755"/>
                </a:cubicBezTo>
                <a:cubicBezTo>
                  <a:pt x="4971636" y="4053285"/>
                  <a:pt x="5103117" y="4053285"/>
                  <a:pt x="5239648" y="4053285"/>
                </a:cubicBezTo>
                <a:cubicBezTo>
                  <a:pt x="5239648" y="3916748"/>
                  <a:pt x="5239648" y="3785273"/>
                  <a:pt x="5239648" y="3653791"/>
                </a:cubicBezTo>
                <a:cubicBezTo>
                  <a:pt x="5219424" y="3649998"/>
                  <a:pt x="5125873" y="3648102"/>
                  <a:pt x="5033901" y="3648102"/>
                </a:cubicBezTo>
                <a:close/>
                <a:moveTo>
                  <a:pt x="8049296" y="3646731"/>
                </a:moveTo>
                <a:cubicBezTo>
                  <a:pt x="7940652" y="3646286"/>
                  <a:pt x="7814228" y="3649050"/>
                  <a:pt x="7798427" y="3653791"/>
                </a:cubicBezTo>
                <a:cubicBezTo>
                  <a:pt x="7798427" y="3785273"/>
                  <a:pt x="7798427" y="3916748"/>
                  <a:pt x="7798427" y="4050755"/>
                </a:cubicBezTo>
                <a:cubicBezTo>
                  <a:pt x="7932433" y="4050755"/>
                  <a:pt x="8063914" y="4050755"/>
                  <a:pt x="8197920" y="4050755"/>
                </a:cubicBezTo>
                <a:cubicBezTo>
                  <a:pt x="8197920" y="3916748"/>
                  <a:pt x="8197920" y="3785273"/>
                  <a:pt x="8197920" y="3651266"/>
                </a:cubicBezTo>
                <a:cubicBezTo>
                  <a:pt x="8173269" y="3648421"/>
                  <a:pt x="8114483" y="3646999"/>
                  <a:pt x="8049296" y="3646731"/>
                </a:cubicBezTo>
                <a:close/>
                <a:moveTo>
                  <a:pt x="441285" y="3645002"/>
                </a:moveTo>
                <a:cubicBezTo>
                  <a:pt x="333777" y="3645297"/>
                  <a:pt x="207750" y="3649050"/>
                  <a:pt x="190366" y="3653791"/>
                </a:cubicBezTo>
                <a:cubicBezTo>
                  <a:pt x="190366" y="3785273"/>
                  <a:pt x="190366" y="3916748"/>
                  <a:pt x="190366" y="4050755"/>
                </a:cubicBezTo>
                <a:cubicBezTo>
                  <a:pt x="326903" y="4050755"/>
                  <a:pt x="458385" y="4050755"/>
                  <a:pt x="589860" y="4050755"/>
                </a:cubicBezTo>
                <a:cubicBezTo>
                  <a:pt x="597446" y="4007775"/>
                  <a:pt x="597446" y="3676549"/>
                  <a:pt x="587330" y="3648736"/>
                </a:cubicBezTo>
                <a:cubicBezTo>
                  <a:pt x="563627" y="3645891"/>
                  <a:pt x="505790" y="3644824"/>
                  <a:pt x="441285" y="3645002"/>
                </a:cubicBezTo>
                <a:close/>
                <a:moveTo>
                  <a:pt x="10334446" y="3229014"/>
                </a:moveTo>
                <a:cubicBezTo>
                  <a:pt x="10324330" y="3279586"/>
                  <a:pt x="10326860" y="3605750"/>
                  <a:pt x="10336971" y="3631039"/>
                </a:cubicBezTo>
                <a:cubicBezTo>
                  <a:pt x="10412826" y="3638619"/>
                  <a:pt x="10706127" y="3636094"/>
                  <a:pt x="10731410" y="3625978"/>
                </a:cubicBezTo>
                <a:cubicBezTo>
                  <a:pt x="10736465" y="3567826"/>
                  <a:pt x="10733940" y="3256828"/>
                  <a:pt x="10728879" y="3229014"/>
                </a:cubicBezTo>
                <a:cubicBezTo>
                  <a:pt x="10599934" y="3229014"/>
                  <a:pt x="10468453" y="3229014"/>
                  <a:pt x="10334446" y="3229014"/>
                </a:cubicBezTo>
                <a:close/>
                <a:moveTo>
                  <a:pt x="7800957" y="3229014"/>
                </a:moveTo>
                <a:cubicBezTo>
                  <a:pt x="7790840" y="3279586"/>
                  <a:pt x="7793371" y="3605750"/>
                  <a:pt x="7803482" y="3631039"/>
                </a:cubicBezTo>
                <a:cubicBezTo>
                  <a:pt x="7879336" y="3638619"/>
                  <a:pt x="8172637" y="3636094"/>
                  <a:pt x="8197920" y="3625978"/>
                </a:cubicBezTo>
                <a:cubicBezTo>
                  <a:pt x="8197920" y="3494502"/>
                  <a:pt x="8197920" y="3363020"/>
                  <a:pt x="8197920" y="3229014"/>
                </a:cubicBezTo>
                <a:cubicBezTo>
                  <a:pt x="8063914" y="3229014"/>
                  <a:pt x="7932433" y="3229014"/>
                  <a:pt x="7800957" y="3229014"/>
                </a:cubicBezTo>
                <a:close/>
                <a:moveTo>
                  <a:pt x="7378705" y="3229014"/>
                </a:moveTo>
                <a:cubicBezTo>
                  <a:pt x="7371119" y="3269469"/>
                  <a:pt x="7371119" y="3603225"/>
                  <a:pt x="7381236" y="3631039"/>
                </a:cubicBezTo>
                <a:cubicBezTo>
                  <a:pt x="7439387" y="3638619"/>
                  <a:pt x="7750386" y="3636094"/>
                  <a:pt x="7778199" y="3628508"/>
                </a:cubicBezTo>
                <a:cubicBezTo>
                  <a:pt x="7778199" y="3497033"/>
                  <a:pt x="7778199" y="3365551"/>
                  <a:pt x="7778199" y="3231545"/>
                </a:cubicBezTo>
                <a:cubicBezTo>
                  <a:pt x="7641662" y="3229014"/>
                  <a:pt x="7510187" y="3229014"/>
                  <a:pt x="7378705" y="3229014"/>
                </a:cubicBezTo>
                <a:close/>
                <a:moveTo>
                  <a:pt x="6951403" y="3229014"/>
                </a:moveTo>
                <a:cubicBezTo>
                  <a:pt x="6951403" y="3365551"/>
                  <a:pt x="6951403" y="3497033"/>
                  <a:pt x="6951403" y="3628508"/>
                </a:cubicBezTo>
                <a:cubicBezTo>
                  <a:pt x="6994383" y="3636094"/>
                  <a:pt x="7325609" y="3636094"/>
                  <a:pt x="7353422" y="3625978"/>
                </a:cubicBezTo>
                <a:cubicBezTo>
                  <a:pt x="7361008" y="3570356"/>
                  <a:pt x="7358478" y="3256828"/>
                  <a:pt x="7350892" y="3229014"/>
                </a:cubicBezTo>
                <a:cubicBezTo>
                  <a:pt x="7219416" y="3229014"/>
                  <a:pt x="7087934" y="3229014"/>
                  <a:pt x="6951403" y="3229014"/>
                </a:cubicBezTo>
                <a:close/>
                <a:moveTo>
                  <a:pt x="5682128" y="3229014"/>
                </a:moveTo>
                <a:cubicBezTo>
                  <a:pt x="5682128" y="3363020"/>
                  <a:pt x="5682128" y="3497033"/>
                  <a:pt x="5682128" y="3628508"/>
                </a:cubicBezTo>
                <a:cubicBezTo>
                  <a:pt x="5818665" y="3628508"/>
                  <a:pt x="5950141" y="3628508"/>
                  <a:pt x="6081622" y="3628508"/>
                </a:cubicBezTo>
                <a:cubicBezTo>
                  <a:pt x="6089202" y="3585523"/>
                  <a:pt x="6089202" y="3254297"/>
                  <a:pt x="6079091" y="3229014"/>
                </a:cubicBezTo>
                <a:cubicBezTo>
                  <a:pt x="5947616" y="3229014"/>
                  <a:pt x="5813604" y="3229014"/>
                  <a:pt x="5682128" y="3229014"/>
                </a:cubicBezTo>
                <a:close/>
                <a:moveTo>
                  <a:pt x="4840160" y="3229014"/>
                </a:moveTo>
                <a:cubicBezTo>
                  <a:pt x="4837630" y="3363020"/>
                  <a:pt x="4837630" y="3494502"/>
                  <a:pt x="4837630" y="3628508"/>
                </a:cubicBezTo>
                <a:cubicBezTo>
                  <a:pt x="4974166" y="3628508"/>
                  <a:pt x="5105642" y="3628508"/>
                  <a:pt x="5237124" y="3628508"/>
                </a:cubicBezTo>
                <a:cubicBezTo>
                  <a:pt x="5244710" y="3588053"/>
                  <a:pt x="5244710" y="3254297"/>
                  <a:pt x="5237124" y="3229014"/>
                </a:cubicBezTo>
                <a:cubicBezTo>
                  <a:pt x="5105642" y="3229014"/>
                  <a:pt x="4971636" y="3229014"/>
                  <a:pt x="4840160" y="3229014"/>
                </a:cubicBezTo>
                <a:close/>
                <a:moveTo>
                  <a:pt x="4417908" y="3229014"/>
                </a:moveTo>
                <a:cubicBezTo>
                  <a:pt x="4407797" y="3269469"/>
                  <a:pt x="4410328" y="3603225"/>
                  <a:pt x="4420439" y="3631039"/>
                </a:cubicBezTo>
                <a:cubicBezTo>
                  <a:pt x="4551914" y="3631039"/>
                  <a:pt x="4683396" y="3631039"/>
                  <a:pt x="4814877" y="3631039"/>
                </a:cubicBezTo>
                <a:cubicBezTo>
                  <a:pt x="4814877" y="3494502"/>
                  <a:pt x="4814877" y="3363020"/>
                  <a:pt x="4814877" y="3229014"/>
                </a:cubicBezTo>
                <a:cubicBezTo>
                  <a:pt x="4680865" y="3229014"/>
                  <a:pt x="4549390" y="3229014"/>
                  <a:pt x="4417908" y="3229014"/>
                </a:cubicBezTo>
                <a:close/>
                <a:moveTo>
                  <a:pt x="3995662" y="3229014"/>
                </a:moveTo>
                <a:cubicBezTo>
                  <a:pt x="3988076" y="3264414"/>
                  <a:pt x="3988076" y="3600695"/>
                  <a:pt x="3995662" y="3631039"/>
                </a:cubicBezTo>
                <a:cubicBezTo>
                  <a:pt x="4127137" y="3631039"/>
                  <a:pt x="4258619" y="3631039"/>
                  <a:pt x="4390100" y="3631039"/>
                </a:cubicBezTo>
                <a:cubicBezTo>
                  <a:pt x="4397681" y="3577937"/>
                  <a:pt x="4395156" y="3254297"/>
                  <a:pt x="4387570" y="3229014"/>
                </a:cubicBezTo>
                <a:cubicBezTo>
                  <a:pt x="4256088" y="3229014"/>
                  <a:pt x="4127137" y="3229014"/>
                  <a:pt x="3995662" y="3229014"/>
                </a:cubicBezTo>
                <a:close/>
                <a:moveTo>
                  <a:pt x="3570885" y="3229014"/>
                </a:moveTo>
                <a:cubicBezTo>
                  <a:pt x="3570885" y="3363020"/>
                  <a:pt x="3570885" y="3494502"/>
                  <a:pt x="3570885" y="3628508"/>
                </a:cubicBezTo>
                <a:cubicBezTo>
                  <a:pt x="3621451" y="3636094"/>
                  <a:pt x="3942565" y="3633564"/>
                  <a:pt x="3970379" y="3625978"/>
                </a:cubicBezTo>
                <a:cubicBezTo>
                  <a:pt x="3970379" y="3494502"/>
                  <a:pt x="3970379" y="3363020"/>
                  <a:pt x="3970379" y="3229014"/>
                </a:cubicBezTo>
                <a:cubicBezTo>
                  <a:pt x="3836373" y="3229014"/>
                  <a:pt x="3704891" y="3229014"/>
                  <a:pt x="3570885" y="3229014"/>
                </a:cubicBezTo>
                <a:close/>
                <a:moveTo>
                  <a:pt x="3151163" y="3229014"/>
                </a:moveTo>
                <a:cubicBezTo>
                  <a:pt x="3143577" y="3272000"/>
                  <a:pt x="3143577" y="3603225"/>
                  <a:pt x="3153694" y="3631039"/>
                </a:cubicBezTo>
                <a:cubicBezTo>
                  <a:pt x="3216901" y="3638619"/>
                  <a:pt x="3522844" y="3633564"/>
                  <a:pt x="3550657" y="3625978"/>
                </a:cubicBezTo>
                <a:cubicBezTo>
                  <a:pt x="3550657" y="3494502"/>
                  <a:pt x="3550657" y="3363020"/>
                  <a:pt x="3550657" y="3229014"/>
                </a:cubicBezTo>
                <a:cubicBezTo>
                  <a:pt x="3414121" y="3229014"/>
                  <a:pt x="3282645" y="3229014"/>
                  <a:pt x="3151163" y="3229014"/>
                </a:cubicBezTo>
                <a:close/>
                <a:moveTo>
                  <a:pt x="2723862" y="3229014"/>
                </a:moveTo>
                <a:cubicBezTo>
                  <a:pt x="2723862" y="3363020"/>
                  <a:pt x="2723862" y="3497033"/>
                  <a:pt x="2723862" y="3628508"/>
                </a:cubicBezTo>
                <a:cubicBezTo>
                  <a:pt x="2860393" y="3628508"/>
                  <a:pt x="2991874" y="3628508"/>
                  <a:pt x="3125881" y="3628508"/>
                </a:cubicBezTo>
                <a:cubicBezTo>
                  <a:pt x="3133466" y="3545068"/>
                  <a:pt x="3130936" y="3254297"/>
                  <a:pt x="3120825" y="3229014"/>
                </a:cubicBezTo>
                <a:cubicBezTo>
                  <a:pt x="2989344" y="3229014"/>
                  <a:pt x="2855337" y="3229014"/>
                  <a:pt x="2723862" y="3229014"/>
                </a:cubicBezTo>
                <a:close/>
                <a:moveTo>
                  <a:pt x="2304140" y="3229014"/>
                </a:moveTo>
                <a:cubicBezTo>
                  <a:pt x="2304140" y="3365551"/>
                  <a:pt x="2304140" y="3497033"/>
                  <a:pt x="2304140" y="3628508"/>
                </a:cubicBezTo>
                <a:cubicBezTo>
                  <a:pt x="2344595" y="3636094"/>
                  <a:pt x="2678346" y="3636094"/>
                  <a:pt x="2706159" y="3625978"/>
                </a:cubicBezTo>
                <a:cubicBezTo>
                  <a:pt x="2713745" y="3575412"/>
                  <a:pt x="2711214" y="3256828"/>
                  <a:pt x="2703634" y="3229014"/>
                </a:cubicBezTo>
                <a:cubicBezTo>
                  <a:pt x="2569628" y="3229014"/>
                  <a:pt x="2438146" y="3229014"/>
                  <a:pt x="2304140" y="3229014"/>
                </a:cubicBezTo>
                <a:close/>
                <a:moveTo>
                  <a:pt x="1037395" y="3229014"/>
                </a:moveTo>
                <a:cubicBezTo>
                  <a:pt x="1037395" y="3363020"/>
                  <a:pt x="1037395" y="3497033"/>
                  <a:pt x="1037395" y="3628508"/>
                </a:cubicBezTo>
                <a:cubicBezTo>
                  <a:pt x="1171402" y="3628508"/>
                  <a:pt x="1302877" y="3628508"/>
                  <a:pt x="1436884" y="3628508"/>
                </a:cubicBezTo>
                <a:cubicBezTo>
                  <a:pt x="1436884" y="3494502"/>
                  <a:pt x="1436884" y="3360496"/>
                  <a:pt x="1436884" y="3229014"/>
                </a:cubicBezTo>
                <a:cubicBezTo>
                  <a:pt x="1302877" y="3229014"/>
                  <a:pt x="1171402" y="3229014"/>
                  <a:pt x="1037395" y="3229014"/>
                </a:cubicBezTo>
                <a:close/>
                <a:moveTo>
                  <a:pt x="612619" y="3229014"/>
                </a:moveTo>
                <a:cubicBezTo>
                  <a:pt x="612619" y="3363020"/>
                  <a:pt x="612619" y="3497033"/>
                  <a:pt x="612619" y="3628508"/>
                </a:cubicBezTo>
                <a:cubicBezTo>
                  <a:pt x="749155" y="3628508"/>
                  <a:pt x="880631" y="3628508"/>
                  <a:pt x="1012107" y="3628508"/>
                </a:cubicBezTo>
                <a:cubicBezTo>
                  <a:pt x="1019693" y="3585523"/>
                  <a:pt x="1019693" y="3254297"/>
                  <a:pt x="1009582" y="3229014"/>
                </a:cubicBezTo>
                <a:cubicBezTo>
                  <a:pt x="878100" y="3229014"/>
                  <a:pt x="744094" y="3229014"/>
                  <a:pt x="612619" y="3229014"/>
                </a:cubicBezTo>
                <a:close/>
                <a:moveTo>
                  <a:pt x="11436528" y="3227011"/>
                </a:moveTo>
                <a:cubicBezTo>
                  <a:pt x="11328280" y="3226567"/>
                  <a:pt x="11196328" y="3229332"/>
                  <a:pt x="11178945" y="3234070"/>
                </a:cubicBezTo>
                <a:cubicBezTo>
                  <a:pt x="11178945" y="3363020"/>
                  <a:pt x="11178945" y="3494502"/>
                  <a:pt x="11178945" y="3631039"/>
                </a:cubicBezTo>
                <a:cubicBezTo>
                  <a:pt x="11312951" y="3631039"/>
                  <a:pt x="11444427" y="3631039"/>
                  <a:pt x="11575908" y="3631039"/>
                </a:cubicBezTo>
                <a:cubicBezTo>
                  <a:pt x="11583494" y="3598170"/>
                  <a:pt x="11583494" y="3261883"/>
                  <a:pt x="11575908" y="3231545"/>
                </a:cubicBezTo>
                <a:cubicBezTo>
                  <a:pt x="11557893" y="3228700"/>
                  <a:pt x="11501477" y="3227278"/>
                  <a:pt x="11436528" y="3227011"/>
                </a:cubicBezTo>
                <a:close/>
                <a:moveTo>
                  <a:pt x="10759223" y="3226489"/>
                </a:moveTo>
                <a:cubicBezTo>
                  <a:pt x="10751637" y="3279586"/>
                  <a:pt x="10754168" y="3603225"/>
                  <a:pt x="10761754" y="3628508"/>
                </a:cubicBezTo>
                <a:cubicBezTo>
                  <a:pt x="10893230" y="3628508"/>
                  <a:pt x="11024711" y="3628508"/>
                  <a:pt x="11156187" y="3628508"/>
                </a:cubicBezTo>
                <a:cubicBezTo>
                  <a:pt x="11156187" y="3494502"/>
                  <a:pt x="11156187" y="3360496"/>
                  <a:pt x="11156187" y="3226489"/>
                </a:cubicBezTo>
                <a:cubicBezTo>
                  <a:pt x="11022180" y="3226489"/>
                  <a:pt x="10890699" y="3226489"/>
                  <a:pt x="10759223" y="3226489"/>
                </a:cubicBezTo>
                <a:close/>
                <a:moveTo>
                  <a:pt x="9912200" y="3226489"/>
                </a:moveTo>
                <a:cubicBezTo>
                  <a:pt x="9912200" y="3360496"/>
                  <a:pt x="9912200" y="3491971"/>
                  <a:pt x="9912200" y="3628508"/>
                </a:cubicBezTo>
                <a:cubicBezTo>
                  <a:pt x="10043676" y="3628508"/>
                  <a:pt x="10175151" y="3628508"/>
                  <a:pt x="10311688" y="3628508"/>
                </a:cubicBezTo>
                <a:cubicBezTo>
                  <a:pt x="10319274" y="3567826"/>
                  <a:pt x="10316750" y="3254297"/>
                  <a:pt x="10309164" y="3226489"/>
                </a:cubicBezTo>
                <a:cubicBezTo>
                  <a:pt x="10177682" y="3226489"/>
                  <a:pt x="10046206" y="3226489"/>
                  <a:pt x="9912200" y="3226489"/>
                </a:cubicBezTo>
                <a:close/>
                <a:moveTo>
                  <a:pt x="9489948" y="3226489"/>
                </a:moveTo>
                <a:cubicBezTo>
                  <a:pt x="9489948" y="3360496"/>
                  <a:pt x="9489948" y="3491971"/>
                  <a:pt x="9489948" y="3628508"/>
                </a:cubicBezTo>
                <a:cubicBezTo>
                  <a:pt x="9621429" y="3628508"/>
                  <a:pt x="9752905" y="3628508"/>
                  <a:pt x="9889442" y="3628508"/>
                </a:cubicBezTo>
                <a:cubicBezTo>
                  <a:pt x="9897028" y="3562770"/>
                  <a:pt x="9894497" y="3254297"/>
                  <a:pt x="9886911" y="3226489"/>
                </a:cubicBezTo>
                <a:cubicBezTo>
                  <a:pt x="9755436" y="3226489"/>
                  <a:pt x="9623954" y="3226489"/>
                  <a:pt x="9489948" y="3226489"/>
                </a:cubicBezTo>
                <a:close/>
                <a:moveTo>
                  <a:pt x="9067702" y="3226489"/>
                </a:moveTo>
                <a:cubicBezTo>
                  <a:pt x="9067702" y="3360496"/>
                  <a:pt x="9067702" y="3491971"/>
                  <a:pt x="9067702" y="3628508"/>
                </a:cubicBezTo>
                <a:cubicBezTo>
                  <a:pt x="9199177" y="3628508"/>
                  <a:pt x="9333184" y="3628508"/>
                  <a:pt x="9467190" y="3628508"/>
                </a:cubicBezTo>
                <a:cubicBezTo>
                  <a:pt x="9474776" y="3567826"/>
                  <a:pt x="9472251" y="3254297"/>
                  <a:pt x="9464665" y="3226489"/>
                </a:cubicBezTo>
                <a:cubicBezTo>
                  <a:pt x="9333184" y="3226489"/>
                  <a:pt x="9201708" y="3226489"/>
                  <a:pt x="9067702" y="3226489"/>
                </a:cubicBezTo>
                <a:close/>
                <a:moveTo>
                  <a:pt x="8642925" y="3226489"/>
                </a:moveTo>
                <a:cubicBezTo>
                  <a:pt x="8642925" y="3363020"/>
                  <a:pt x="8642925" y="3494502"/>
                  <a:pt x="8642925" y="3628508"/>
                </a:cubicBezTo>
                <a:cubicBezTo>
                  <a:pt x="8779462" y="3628508"/>
                  <a:pt x="8908407" y="3628508"/>
                  <a:pt x="9039888" y="3628508"/>
                </a:cubicBezTo>
                <a:cubicBezTo>
                  <a:pt x="9049999" y="3585523"/>
                  <a:pt x="9047474" y="3254297"/>
                  <a:pt x="9037357" y="3226489"/>
                </a:cubicBezTo>
                <a:cubicBezTo>
                  <a:pt x="8905882" y="3226489"/>
                  <a:pt x="8774400" y="3226489"/>
                  <a:pt x="8642925" y="3226489"/>
                </a:cubicBezTo>
                <a:close/>
                <a:moveTo>
                  <a:pt x="6101850" y="3226489"/>
                </a:moveTo>
                <a:cubicBezTo>
                  <a:pt x="6104374" y="3363020"/>
                  <a:pt x="6104374" y="3494502"/>
                  <a:pt x="6104374" y="3628508"/>
                </a:cubicBezTo>
                <a:cubicBezTo>
                  <a:pt x="6240911" y="3628508"/>
                  <a:pt x="6372387" y="3628508"/>
                  <a:pt x="6503868" y="3628508"/>
                </a:cubicBezTo>
                <a:cubicBezTo>
                  <a:pt x="6513985" y="3585523"/>
                  <a:pt x="6511454" y="3254297"/>
                  <a:pt x="6501338" y="3226489"/>
                </a:cubicBezTo>
                <a:cubicBezTo>
                  <a:pt x="6369862" y="3226489"/>
                  <a:pt x="6235856" y="3226489"/>
                  <a:pt x="6101850" y="3226489"/>
                </a:cubicBezTo>
                <a:close/>
                <a:moveTo>
                  <a:pt x="1879363" y="3226489"/>
                </a:moveTo>
                <a:cubicBezTo>
                  <a:pt x="1879363" y="3363020"/>
                  <a:pt x="1879363" y="3494502"/>
                  <a:pt x="1879363" y="3628508"/>
                </a:cubicBezTo>
                <a:cubicBezTo>
                  <a:pt x="2013369" y="3628508"/>
                  <a:pt x="2144845" y="3628508"/>
                  <a:pt x="2278857" y="3628508"/>
                </a:cubicBezTo>
                <a:cubicBezTo>
                  <a:pt x="2278857" y="3494502"/>
                  <a:pt x="2278857" y="3363020"/>
                  <a:pt x="2278857" y="3226489"/>
                </a:cubicBezTo>
                <a:cubicBezTo>
                  <a:pt x="2144845" y="3226489"/>
                  <a:pt x="2013369" y="3226489"/>
                  <a:pt x="1879363" y="3226489"/>
                </a:cubicBezTo>
                <a:close/>
                <a:moveTo>
                  <a:pt x="1457117" y="3226489"/>
                </a:moveTo>
                <a:cubicBezTo>
                  <a:pt x="1457117" y="3363020"/>
                  <a:pt x="1457117" y="3494502"/>
                  <a:pt x="1457117" y="3628508"/>
                </a:cubicBezTo>
                <a:cubicBezTo>
                  <a:pt x="1593648" y="3628508"/>
                  <a:pt x="1725130" y="3628508"/>
                  <a:pt x="1856605" y="3628508"/>
                </a:cubicBezTo>
                <a:cubicBezTo>
                  <a:pt x="1856605" y="3494502"/>
                  <a:pt x="1856605" y="3360496"/>
                  <a:pt x="1856605" y="3226489"/>
                </a:cubicBezTo>
                <a:cubicBezTo>
                  <a:pt x="1722599" y="3226489"/>
                  <a:pt x="1591123" y="3226489"/>
                  <a:pt x="1457117" y="3226489"/>
                </a:cubicBezTo>
                <a:close/>
                <a:moveTo>
                  <a:pt x="6727951" y="3225856"/>
                </a:moveTo>
                <a:cubicBezTo>
                  <a:pt x="6635980" y="3225856"/>
                  <a:pt x="6545588" y="3227752"/>
                  <a:pt x="6531682" y="3231545"/>
                </a:cubicBezTo>
                <a:cubicBezTo>
                  <a:pt x="6524096" y="3287166"/>
                  <a:pt x="6526626" y="3600695"/>
                  <a:pt x="6534212" y="3628508"/>
                </a:cubicBezTo>
                <a:cubicBezTo>
                  <a:pt x="6665688" y="3628508"/>
                  <a:pt x="6797164" y="3628508"/>
                  <a:pt x="6931176" y="3628508"/>
                </a:cubicBezTo>
                <a:cubicBezTo>
                  <a:pt x="6933701" y="3494502"/>
                  <a:pt x="6933701" y="3363020"/>
                  <a:pt x="6933701" y="3231545"/>
                </a:cubicBezTo>
                <a:cubicBezTo>
                  <a:pt x="6913473" y="3227752"/>
                  <a:pt x="6819922" y="3225856"/>
                  <a:pt x="6727951" y="3225856"/>
                </a:cubicBezTo>
                <a:close/>
                <a:moveTo>
                  <a:pt x="386638" y="3225856"/>
                </a:moveTo>
                <a:cubicBezTo>
                  <a:pt x="294665" y="3225856"/>
                  <a:pt x="204273" y="3227752"/>
                  <a:pt x="190366" y="3231545"/>
                </a:cubicBezTo>
                <a:cubicBezTo>
                  <a:pt x="182780" y="3287166"/>
                  <a:pt x="185311" y="3600695"/>
                  <a:pt x="192897" y="3628508"/>
                </a:cubicBezTo>
                <a:cubicBezTo>
                  <a:pt x="324372" y="3628508"/>
                  <a:pt x="455854" y="3628508"/>
                  <a:pt x="589860" y="3628508"/>
                </a:cubicBezTo>
                <a:cubicBezTo>
                  <a:pt x="592391" y="3494502"/>
                  <a:pt x="592391" y="3363020"/>
                  <a:pt x="592391" y="3231545"/>
                </a:cubicBezTo>
                <a:cubicBezTo>
                  <a:pt x="572164" y="3227752"/>
                  <a:pt x="478611" y="3225856"/>
                  <a:pt x="386638" y="3225856"/>
                </a:cubicBezTo>
                <a:close/>
                <a:moveTo>
                  <a:pt x="11849703" y="3224481"/>
                </a:moveTo>
                <a:cubicBezTo>
                  <a:pt x="11741083" y="3224037"/>
                  <a:pt x="11616044" y="3226804"/>
                  <a:pt x="11598660" y="3231545"/>
                </a:cubicBezTo>
                <a:cubicBezTo>
                  <a:pt x="11598660" y="3363020"/>
                  <a:pt x="11598660" y="3494502"/>
                  <a:pt x="11598660" y="3628508"/>
                </a:cubicBezTo>
                <a:cubicBezTo>
                  <a:pt x="11732673" y="3628508"/>
                  <a:pt x="11866679" y="3628508"/>
                  <a:pt x="12000685" y="3628508"/>
                </a:cubicBezTo>
                <a:cubicBezTo>
                  <a:pt x="12000685" y="3494502"/>
                  <a:pt x="12000685" y="3363020"/>
                  <a:pt x="12000685" y="3229014"/>
                </a:cubicBezTo>
                <a:cubicBezTo>
                  <a:pt x="11974135" y="3226169"/>
                  <a:pt x="11914875" y="3224747"/>
                  <a:pt x="11849703" y="3224481"/>
                </a:cubicBezTo>
                <a:close/>
                <a:moveTo>
                  <a:pt x="5509684" y="3222621"/>
                </a:moveTo>
                <a:cubicBezTo>
                  <a:pt x="5402298" y="3222695"/>
                  <a:pt x="5277259" y="3225855"/>
                  <a:pt x="5259876" y="3229014"/>
                </a:cubicBezTo>
                <a:cubicBezTo>
                  <a:pt x="5259876" y="3360496"/>
                  <a:pt x="5259876" y="3491971"/>
                  <a:pt x="5259876" y="3625978"/>
                </a:cubicBezTo>
                <a:cubicBezTo>
                  <a:pt x="5393883" y="3628508"/>
                  <a:pt x="5527894" y="3628508"/>
                  <a:pt x="5659370" y="3628508"/>
                </a:cubicBezTo>
                <a:cubicBezTo>
                  <a:pt x="5666956" y="3585523"/>
                  <a:pt x="5666956" y="3254297"/>
                  <a:pt x="5656845" y="3226489"/>
                </a:cubicBezTo>
                <a:cubicBezTo>
                  <a:pt x="5632191" y="3223644"/>
                  <a:pt x="5574115" y="3222577"/>
                  <a:pt x="5509684" y="3222621"/>
                </a:cubicBezTo>
                <a:close/>
                <a:moveTo>
                  <a:pt x="8473813" y="3221954"/>
                </a:moveTo>
                <a:cubicBezTo>
                  <a:pt x="8366059" y="3221509"/>
                  <a:pt x="8238056" y="3224273"/>
                  <a:pt x="8220673" y="3229014"/>
                </a:cubicBezTo>
                <a:cubicBezTo>
                  <a:pt x="8220673" y="3363020"/>
                  <a:pt x="8220673" y="3494502"/>
                  <a:pt x="8220673" y="3628508"/>
                </a:cubicBezTo>
                <a:cubicBezTo>
                  <a:pt x="8357209" y="3628508"/>
                  <a:pt x="8488691" y="3628508"/>
                  <a:pt x="8620167" y="3628508"/>
                </a:cubicBezTo>
                <a:cubicBezTo>
                  <a:pt x="8627753" y="3588053"/>
                  <a:pt x="8627753" y="3254297"/>
                  <a:pt x="8617636" y="3226489"/>
                </a:cubicBezTo>
                <a:cubicBezTo>
                  <a:pt x="8595829" y="3223644"/>
                  <a:pt x="8538466" y="3222221"/>
                  <a:pt x="8473813" y="3221954"/>
                </a:cubicBezTo>
                <a:close/>
                <a:moveTo>
                  <a:pt x="11178945" y="2806768"/>
                </a:moveTo>
                <a:cubicBezTo>
                  <a:pt x="11178945" y="2940774"/>
                  <a:pt x="11178945" y="3072250"/>
                  <a:pt x="11178945" y="3206262"/>
                </a:cubicBezTo>
                <a:cubicBezTo>
                  <a:pt x="11312951" y="3206262"/>
                  <a:pt x="11444427" y="3206262"/>
                  <a:pt x="11578433" y="3206262"/>
                </a:cubicBezTo>
                <a:cubicBezTo>
                  <a:pt x="11578433" y="3072250"/>
                  <a:pt x="11578433" y="2938244"/>
                  <a:pt x="11578433" y="2806768"/>
                </a:cubicBezTo>
                <a:cubicBezTo>
                  <a:pt x="11444427" y="2806768"/>
                  <a:pt x="11312951" y="2806768"/>
                  <a:pt x="11178945" y="2806768"/>
                </a:cubicBezTo>
                <a:close/>
                <a:moveTo>
                  <a:pt x="10336971" y="2806768"/>
                </a:moveTo>
                <a:cubicBezTo>
                  <a:pt x="10329391" y="2844692"/>
                  <a:pt x="10329391" y="3178448"/>
                  <a:pt x="10336971" y="3208787"/>
                </a:cubicBezTo>
                <a:cubicBezTo>
                  <a:pt x="10468453" y="3208787"/>
                  <a:pt x="10599934" y="3208787"/>
                  <a:pt x="10733940" y="3208787"/>
                </a:cubicBezTo>
                <a:cubicBezTo>
                  <a:pt x="10733940" y="3072250"/>
                  <a:pt x="10733940" y="2940774"/>
                  <a:pt x="10733940" y="2806768"/>
                </a:cubicBezTo>
                <a:cubicBezTo>
                  <a:pt x="10599934" y="2806768"/>
                  <a:pt x="10468453" y="2806768"/>
                  <a:pt x="10336971" y="2806768"/>
                </a:cubicBezTo>
                <a:close/>
                <a:moveTo>
                  <a:pt x="9909669" y="2806768"/>
                </a:moveTo>
                <a:cubicBezTo>
                  <a:pt x="9909669" y="2940774"/>
                  <a:pt x="9909669" y="3074781"/>
                  <a:pt x="9909669" y="3208787"/>
                </a:cubicBezTo>
                <a:cubicBezTo>
                  <a:pt x="10043676" y="3208787"/>
                  <a:pt x="10175151" y="3208787"/>
                  <a:pt x="10311688" y="3208787"/>
                </a:cubicBezTo>
                <a:cubicBezTo>
                  <a:pt x="10311688" y="3072250"/>
                  <a:pt x="10311688" y="2940774"/>
                  <a:pt x="10311688" y="2806768"/>
                </a:cubicBezTo>
                <a:cubicBezTo>
                  <a:pt x="10175151" y="2806768"/>
                  <a:pt x="10043676" y="2806768"/>
                  <a:pt x="9909669" y="2806768"/>
                </a:cubicBezTo>
                <a:close/>
                <a:moveTo>
                  <a:pt x="6531682" y="2806768"/>
                </a:moveTo>
                <a:cubicBezTo>
                  <a:pt x="6531682" y="2943305"/>
                  <a:pt x="6531682" y="3074781"/>
                  <a:pt x="6531682" y="3208787"/>
                </a:cubicBezTo>
                <a:cubicBezTo>
                  <a:pt x="6665688" y="3208787"/>
                  <a:pt x="6799694" y="3208787"/>
                  <a:pt x="6933701" y="3208787"/>
                </a:cubicBezTo>
                <a:cubicBezTo>
                  <a:pt x="6933701" y="3074781"/>
                  <a:pt x="6933701" y="2943305"/>
                  <a:pt x="6933701" y="2806768"/>
                </a:cubicBezTo>
                <a:cubicBezTo>
                  <a:pt x="6799694" y="2806768"/>
                  <a:pt x="6665688" y="2806768"/>
                  <a:pt x="6531682" y="2806768"/>
                </a:cubicBezTo>
                <a:close/>
                <a:moveTo>
                  <a:pt x="1879363" y="2806768"/>
                </a:moveTo>
                <a:cubicBezTo>
                  <a:pt x="1879363" y="2940774"/>
                  <a:pt x="1879363" y="3072250"/>
                  <a:pt x="1879363" y="3208787"/>
                </a:cubicBezTo>
                <a:cubicBezTo>
                  <a:pt x="2013369" y="3208787"/>
                  <a:pt x="2144845" y="3208787"/>
                  <a:pt x="2276327" y="3208787"/>
                </a:cubicBezTo>
                <a:cubicBezTo>
                  <a:pt x="2283913" y="3170862"/>
                  <a:pt x="2283913" y="2834582"/>
                  <a:pt x="2276327" y="2806768"/>
                </a:cubicBezTo>
                <a:cubicBezTo>
                  <a:pt x="2144845" y="2806768"/>
                  <a:pt x="2013369" y="2806768"/>
                  <a:pt x="1879363" y="2806768"/>
                </a:cubicBezTo>
                <a:close/>
                <a:moveTo>
                  <a:pt x="1037395" y="2806768"/>
                </a:moveTo>
                <a:cubicBezTo>
                  <a:pt x="1029809" y="2854809"/>
                  <a:pt x="1032334" y="3178448"/>
                  <a:pt x="1039920" y="3206262"/>
                </a:cubicBezTo>
                <a:cubicBezTo>
                  <a:pt x="1080375" y="3213848"/>
                  <a:pt x="1409076" y="3211317"/>
                  <a:pt x="1436884" y="3203731"/>
                </a:cubicBezTo>
                <a:cubicBezTo>
                  <a:pt x="1436884" y="3072250"/>
                  <a:pt x="1436884" y="2940774"/>
                  <a:pt x="1436884" y="2806768"/>
                </a:cubicBezTo>
                <a:cubicBezTo>
                  <a:pt x="1302877" y="2806768"/>
                  <a:pt x="1171402" y="2806768"/>
                  <a:pt x="1037395" y="2806768"/>
                </a:cubicBezTo>
                <a:close/>
                <a:moveTo>
                  <a:pt x="192897" y="2806768"/>
                </a:moveTo>
                <a:cubicBezTo>
                  <a:pt x="192897" y="2940774"/>
                  <a:pt x="192897" y="3074781"/>
                  <a:pt x="192897" y="3208787"/>
                </a:cubicBezTo>
                <a:cubicBezTo>
                  <a:pt x="324372" y="3208787"/>
                  <a:pt x="455854" y="3208787"/>
                  <a:pt x="592391" y="3208787"/>
                </a:cubicBezTo>
                <a:cubicBezTo>
                  <a:pt x="599977" y="3145580"/>
                  <a:pt x="597446" y="2834582"/>
                  <a:pt x="589860" y="2806768"/>
                </a:cubicBezTo>
                <a:cubicBezTo>
                  <a:pt x="458385" y="2806768"/>
                  <a:pt x="324372" y="2806768"/>
                  <a:pt x="192897" y="2806768"/>
                </a:cubicBezTo>
                <a:close/>
                <a:moveTo>
                  <a:pt x="6364922" y="2804763"/>
                </a:moveTo>
                <a:cubicBezTo>
                  <a:pt x="6254698" y="2804318"/>
                  <a:pt x="6121758" y="2807082"/>
                  <a:pt x="6104374" y="2811824"/>
                </a:cubicBezTo>
                <a:cubicBezTo>
                  <a:pt x="6104374" y="2940774"/>
                  <a:pt x="6104374" y="3072250"/>
                  <a:pt x="6104374" y="3206262"/>
                </a:cubicBezTo>
                <a:cubicBezTo>
                  <a:pt x="6154946" y="3213848"/>
                  <a:pt x="6481110" y="3211317"/>
                  <a:pt x="6508924" y="3203731"/>
                </a:cubicBezTo>
                <a:cubicBezTo>
                  <a:pt x="6508924" y="3072250"/>
                  <a:pt x="6508924" y="2940774"/>
                  <a:pt x="6508924" y="2809299"/>
                </a:cubicBezTo>
                <a:cubicBezTo>
                  <a:pt x="6489013" y="2806454"/>
                  <a:pt x="6431056" y="2805031"/>
                  <a:pt x="6364922" y="2804763"/>
                </a:cubicBezTo>
                <a:close/>
                <a:moveTo>
                  <a:pt x="3830331" y="2804763"/>
                </a:moveTo>
                <a:cubicBezTo>
                  <a:pt x="3721564" y="2804318"/>
                  <a:pt x="3589215" y="2807082"/>
                  <a:pt x="3573410" y="2811824"/>
                </a:cubicBezTo>
                <a:cubicBezTo>
                  <a:pt x="3565830" y="2857334"/>
                  <a:pt x="3568354" y="3180973"/>
                  <a:pt x="3575940" y="3208787"/>
                </a:cubicBezTo>
                <a:cubicBezTo>
                  <a:pt x="3704891" y="3208787"/>
                  <a:pt x="3836373" y="3208787"/>
                  <a:pt x="3970379" y="3208787"/>
                </a:cubicBezTo>
                <a:cubicBezTo>
                  <a:pt x="3970379" y="3072250"/>
                  <a:pt x="3970379" y="2940774"/>
                  <a:pt x="3970379" y="2809299"/>
                </a:cubicBezTo>
                <a:cubicBezTo>
                  <a:pt x="3952363" y="2806454"/>
                  <a:pt x="3895592" y="2805031"/>
                  <a:pt x="3830331" y="2804763"/>
                </a:cubicBezTo>
                <a:close/>
                <a:moveTo>
                  <a:pt x="10756693" y="2804237"/>
                </a:moveTo>
                <a:cubicBezTo>
                  <a:pt x="10756693" y="2938244"/>
                  <a:pt x="10756693" y="3069725"/>
                  <a:pt x="10756693" y="3206262"/>
                </a:cubicBezTo>
                <a:cubicBezTo>
                  <a:pt x="10890699" y="3206262"/>
                  <a:pt x="11022180" y="3206262"/>
                  <a:pt x="11153656" y="3206262"/>
                </a:cubicBezTo>
                <a:cubicBezTo>
                  <a:pt x="11161242" y="3173387"/>
                  <a:pt x="11161242" y="2837106"/>
                  <a:pt x="11153656" y="2804237"/>
                </a:cubicBezTo>
                <a:cubicBezTo>
                  <a:pt x="11022180" y="2804237"/>
                  <a:pt x="10890699" y="2804237"/>
                  <a:pt x="10756693" y="2804237"/>
                </a:cubicBezTo>
                <a:close/>
                <a:moveTo>
                  <a:pt x="9487423" y="2804237"/>
                </a:moveTo>
                <a:cubicBezTo>
                  <a:pt x="9487423" y="2940774"/>
                  <a:pt x="9487423" y="3072250"/>
                  <a:pt x="9487423" y="3206262"/>
                </a:cubicBezTo>
                <a:cubicBezTo>
                  <a:pt x="9621429" y="3206262"/>
                  <a:pt x="9755436" y="3206262"/>
                  <a:pt x="9886911" y="3206262"/>
                </a:cubicBezTo>
                <a:cubicBezTo>
                  <a:pt x="9894497" y="3163276"/>
                  <a:pt x="9894497" y="2829520"/>
                  <a:pt x="9884381" y="2804237"/>
                </a:cubicBezTo>
                <a:cubicBezTo>
                  <a:pt x="9752905" y="2804237"/>
                  <a:pt x="9621429" y="2804237"/>
                  <a:pt x="9487423" y="2804237"/>
                </a:cubicBezTo>
                <a:close/>
                <a:moveTo>
                  <a:pt x="7798427" y="2804237"/>
                </a:moveTo>
                <a:cubicBezTo>
                  <a:pt x="7798427" y="2938244"/>
                  <a:pt x="7798427" y="3072250"/>
                  <a:pt x="7798427" y="3206262"/>
                </a:cubicBezTo>
                <a:cubicBezTo>
                  <a:pt x="7934963" y="3206262"/>
                  <a:pt x="8066439" y="3206262"/>
                  <a:pt x="8197920" y="3206262"/>
                </a:cubicBezTo>
                <a:cubicBezTo>
                  <a:pt x="8205506" y="3155690"/>
                  <a:pt x="8202976" y="2829520"/>
                  <a:pt x="8195390" y="2804237"/>
                </a:cubicBezTo>
                <a:cubicBezTo>
                  <a:pt x="8063914" y="2804237"/>
                  <a:pt x="7932433" y="2804237"/>
                  <a:pt x="7798427" y="2804237"/>
                </a:cubicBezTo>
                <a:close/>
                <a:moveTo>
                  <a:pt x="7376180" y="2804237"/>
                </a:moveTo>
                <a:cubicBezTo>
                  <a:pt x="7376180" y="2940774"/>
                  <a:pt x="7376180" y="3072250"/>
                  <a:pt x="7376180" y="3206262"/>
                </a:cubicBezTo>
                <a:cubicBezTo>
                  <a:pt x="7512711" y="3206262"/>
                  <a:pt x="7644193" y="3206262"/>
                  <a:pt x="7778199" y="3206262"/>
                </a:cubicBezTo>
                <a:cubicBezTo>
                  <a:pt x="7778199" y="3072250"/>
                  <a:pt x="7778199" y="2938244"/>
                  <a:pt x="7778199" y="2804237"/>
                </a:cubicBezTo>
                <a:cubicBezTo>
                  <a:pt x="7644193" y="2804237"/>
                  <a:pt x="7512711" y="2804237"/>
                  <a:pt x="7376180" y="2804237"/>
                </a:cubicBezTo>
                <a:close/>
                <a:moveTo>
                  <a:pt x="6951403" y="2804237"/>
                </a:moveTo>
                <a:cubicBezTo>
                  <a:pt x="6951403" y="2940774"/>
                  <a:pt x="6951403" y="3072250"/>
                  <a:pt x="6951403" y="3203731"/>
                </a:cubicBezTo>
                <a:cubicBezTo>
                  <a:pt x="6999438" y="3213848"/>
                  <a:pt x="7328139" y="3211317"/>
                  <a:pt x="7353422" y="3201201"/>
                </a:cubicBezTo>
                <a:cubicBezTo>
                  <a:pt x="7361008" y="3135463"/>
                  <a:pt x="7358478" y="2832051"/>
                  <a:pt x="7350892" y="2804237"/>
                </a:cubicBezTo>
                <a:cubicBezTo>
                  <a:pt x="7219416" y="2804237"/>
                  <a:pt x="7085410" y="2804237"/>
                  <a:pt x="6951403" y="2804237"/>
                </a:cubicBezTo>
                <a:close/>
                <a:moveTo>
                  <a:pt x="5262406" y="2804237"/>
                </a:moveTo>
                <a:cubicBezTo>
                  <a:pt x="5259876" y="2940774"/>
                  <a:pt x="5259876" y="3072250"/>
                  <a:pt x="5259876" y="3203731"/>
                </a:cubicBezTo>
                <a:cubicBezTo>
                  <a:pt x="5300337" y="3211317"/>
                  <a:pt x="5634087" y="3211317"/>
                  <a:pt x="5661901" y="3201201"/>
                </a:cubicBezTo>
                <a:cubicBezTo>
                  <a:pt x="5669487" y="3143049"/>
                  <a:pt x="5666956" y="2832051"/>
                  <a:pt x="5659370" y="2804237"/>
                </a:cubicBezTo>
                <a:cubicBezTo>
                  <a:pt x="5527894" y="2804237"/>
                  <a:pt x="5393883" y="2804237"/>
                  <a:pt x="5262406" y="2804237"/>
                </a:cubicBezTo>
                <a:close/>
                <a:moveTo>
                  <a:pt x="4837630" y="2804237"/>
                </a:moveTo>
                <a:cubicBezTo>
                  <a:pt x="4837630" y="2938244"/>
                  <a:pt x="4837630" y="3069725"/>
                  <a:pt x="4837630" y="3206262"/>
                </a:cubicBezTo>
                <a:cubicBezTo>
                  <a:pt x="4971636" y="3206262"/>
                  <a:pt x="5103117" y="3206262"/>
                  <a:pt x="5237124" y="3206262"/>
                </a:cubicBezTo>
                <a:cubicBezTo>
                  <a:pt x="5244710" y="3150635"/>
                  <a:pt x="5242179" y="2832051"/>
                  <a:pt x="5234593" y="2804237"/>
                </a:cubicBezTo>
                <a:cubicBezTo>
                  <a:pt x="5103117" y="2804237"/>
                  <a:pt x="4971636" y="2804237"/>
                  <a:pt x="4837630" y="2804237"/>
                </a:cubicBezTo>
                <a:close/>
                <a:moveTo>
                  <a:pt x="4415383" y="2804237"/>
                </a:moveTo>
                <a:cubicBezTo>
                  <a:pt x="4415383" y="2938244"/>
                  <a:pt x="4415383" y="3069725"/>
                  <a:pt x="4415383" y="3206262"/>
                </a:cubicBezTo>
                <a:cubicBezTo>
                  <a:pt x="4549390" y="3206262"/>
                  <a:pt x="4680865" y="3206262"/>
                  <a:pt x="4812347" y="3206262"/>
                </a:cubicBezTo>
                <a:cubicBezTo>
                  <a:pt x="4819933" y="3170862"/>
                  <a:pt x="4819933" y="2837106"/>
                  <a:pt x="4812347" y="2804237"/>
                </a:cubicBezTo>
                <a:cubicBezTo>
                  <a:pt x="4680865" y="2804237"/>
                  <a:pt x="4549390" y="2804237"/>
                  <a:pt x="4415383" y="2804237"/>
                </a:cubicBezTo>
                <a:close/>
                <a:moveTo>
                  <a:pt x="3146108" y="2804237"/>
                </a:moveTo>
                <a:cubicBezTo>
                  <a:pt x="3146108" y="2938244"/>
                  <a:pt x="3146108" y="3069725"/>
                  <a:pt x="3146108" y="3206262"/>
                </a:cubicBezTo>
                <a:cubicBezTo>
                  <a:pt x="3282645" y="3206262"/>
                  <a:pt x="3414121" y="3206262"/>
                  <a:pt x="3548127" y="3206262"/>
                </a:cubicBezTo>
                <a:cubicBezTo>
                  <a:pt x="3548127" y="3069725"/>
                  <a:pt x="3548127" y="2938244"/>
                  <a:pt x="3548127" y="2804237"/>
                </a:cubicBezTo>
                <a:cubicBezTo>
                  <a:pt x="3414121" y="2804237"/>
                  <a:pt x="3280114" y="2804237"/>
                  <a:pt x="3146108" y="2804237"/>
                </a:cubicBezTo>
                <a:close/>
                <a:moveTo>
                  <a:pt x="1459642" y="2804237"/>
                </a:moveTo>
                <a:cubicBezTo>
                  <a:pt x="1452056" y="2854809"/>
                  <a:pt x="1454586" y="3178448"/>
                  <a:pt x="1462172" y="3206262"/>
                </a:cubicBezTo>
                <a:cubicBezTo>
                  <a:pt x="1593648" y="3206262"/>
                  <a:pt x="1725130" y="3206262"/>
                  <a:pt x="1856605" y="3206262"/>
                </a:cubicBezTo>
                <a:cubicBezTo>
                  <a:pt x="1864191" y="3160746"/>
                  <a:pt x="1861666" y="2832051"/>
                  <a:pt x="1854075" y="2804237"/>
                </a:cubicBezTo>
                <a:cubicBezTo>
                  <a:pt x="1722599" y="2804237"/>
                  <a:pt x="1591123" y="2804237"/>
                  <a:pt x="1459642" y="2804237"/>
                </a:cubicBezTo>
                <a:close/>
                <a:moveTo>
                  <a:pt x="612619" y="2804237"/>
                </a:moveTo>
                <a:cubicBezTo>
                  <a:pt x="612619" y="2940774"/>
                  <a:pt x="612619" y="3072250"/>
                  <a:pt x="612619" y="3206262"/>
                </a:cubicBezTo>
                <a:cubicBezTo>
                  <a:pt x="746625" y="3206262"/>
                  <a:pt x="880631" y="3206262"/>
                  <a:pt x="1012107" y="3206262"/>
                </a:cubicBezTo>
                <a:cubicBezTo>
                  <a:pt x="1019693" y="3165807"/>
                  <a:pt x="1019693" y="2832051"/>
                  <a:pt x="1009582" y="2804237"/>
                </a:cubicBezTo>
                <a:cubicBezTo>
                  <a:pt x="878100" y="2804237"/>
                  <a:pt x="749155" y="2804237"/>
                  <a:pt x="612619" y="2804237"/>
                </a:cubicBezTo>
                <a:close/>
                <a:moveTo>
                  <a:pt x="9260493" y="2803925"/>
                </a:moveTo>
                <a:cubicBezTo>
                  <a:pt x="9168838" y="2804240"/>
                  <a:pt x="9079078" y="2806768"/>
                  <a:pt x="9065171" y="2811824"/>
                </a:cubicBezTo>
                <a:cubicBezTo>
                  <a:pt x="9057585" y="2869975"/>
                  <a:pt x="9060116" y="3180973"/>
                  <a:pt x="9067702" y="3208787"/>
                </a:cubicBezTo>
                <a:cubicBezTo>
                  <a:pt x="9199177" y="3208787"/>
                  <a:pt x="9330659" y="3208787"/>
                  <a:pt x="9464665" y="3208787"/>
                </a:cubicBezTo>
                <a:cubicBezTo>
                  <a:pt x="9467190" y="3072250"/>
                  <a:pt x="9467190" y="2940774"/>
                  <a:pt x="9467190" y="2809299"/>
                </a:cubicBezTo>
                <a:cubicBezTo>
                  <a:pt x="9445700" y="2805506"/>
                  <a:pt x="9352149" y="2803609"/>
                  <a:pt x="9260493" y="2803925"/>
                </a:cubicBezTo>
                <a:close/>
                <a:moveTo>
                  <a:pt x="5875552" y="2803925"/>
                </a:moveTo>
                <a:cubicBezTo>
                  <a:pt x="5783897" y="2804240"/>
                  <a:pt x="5694769" y="2806768"/>
                  <a:pt x="5682128" y="2811824"/>
                </a:cubicBezTo>
                <a:cubicBezTo>
                  <a:pt x="5674542" y="2872506"/>
                  <a:pt x="5677073" y="3180973"/>
                  <a:pt x="5684653" y="3208787"/>
                </a:cubicBezTo>
                <a:cubicBezTo>
                  <a:pt x="5816135" y="3208787"/>
                  <a:pt x="5947616" y="3208787"/>
                  <a:pt x="6081622" y="3208787"/>
                </a:cubicBezTo>
                <a:cubicBezTo>
                  <a:pt x="6084147" y="3072250"/>
                  <a:pt x="6084147" y="2940774"/>
                  <a:pt x="6084147" y="2809299"/>
                </a:cubicBezTo>
                <a:cubicBezTo>
                  <a:pt x="6061392" y="2805506"/>
                  <a:pt x="5967208" y="2803609"/>
                  <a:pt x="5875552" y="2803925"/>
                </a:cubicBezTo>
                <a:close/>
                <a:moveTo>
                  <a:pt x="2496932" y="2803925"/>
                </a:moveTo>
                <a:cubicBezTo>
                  <a:pt x="2405276" y="2804240"/>
                  <a:pt x="2315516" y="2806768"/>
                  <a:pt x="2301610" y="2811824"/>
                </a:cubicBezTo>
                <a:cubicBezTo>
                  <a:pt x="2301610" y="2940774"/>
                  <a:pt x="2301610" y="3072250"/>
                  <a:pt x="2301610" y="3206262"/>
                </a:cubicBezTo>
                <a:cubicBezTo>
                  <a:pt x="2352181" y="3213848"/>
                  <a:pt x="2675821" y="3211317"/>
                  <a:pt x="2703634" y="3203731"/>
                </a:cubicBezTo>
                <a:cubicBezTo>
                  <a:pt x="2703634" y="3072250"/>
                  <a:pt x="2703634" y="2940774"/>
                  <a:pt x="2703634" y="2809299"/>
                </a:cubicBezTo>
                <a:cubicBezTo>
                  <a:pt x="2682141" y="2805506"/>
                  <a:pt x="2588589" y="2803609"/>
                  <a:pt x="2496932" y="2803925"/>
                </a:cubicBezTo>
                <a:close/>
                <a:moveTo>
                  <a:pt x="8898285" y="2802235"/>
                </a:moveTo>
                <a:cubicBezTo>
                  <a:pt x="8790283" y="2801791"/>
                  <a:pt x="8660304" y="2804557"/>
                  <a:pt x="8642925" y="2809299"/>
                </a:cubicBezTo>
                <a:cubicBezTo>
                  <a:pt x="8635339" y="2867451"/>
                  <a:pt x="8637869" y="3178448"/>
                  <a:pt x="8645449" y="3206262"/>
                </a:cubicBezTo>
                <a:cubicBezTo>
                  <a:pt x="8779462" y="3208787"/>
                  <a:pt x="8908407" y="3208787"/>
                  <a:pt x="9039888" y="3208787"/>
                </a:cubicBezTo>
                <a:cubicBezTo>
                  <a:pt x="9047474" y="3175918"/>
                  <a:pt x="9047474" y="2837106"/>
                  <a:pt x="9039888" y="2806768"/>
                </a:cubicBezTo>
                <a:cubicBezTo>
                  <a:pt x="9019977" y="2803923"/>
                  <a:pt x="8963087" y="2802501"/>
                  <a:pt x="8898285" y="2802235"/>
                </a:cubicBezTo>
                <a:close/>
                <a:moveTo>
                  <a:pt x="8471725" y="2802235"/>
                </a:moveTo>
                <a:cubicBezTo>
                  <a:pt x="8364440" y="2801791"/>
                  <a:pt x="8239005" y="2804557"/>
                  <a:pt x="8223203" y="2809299"/>
                </a:cubicBezTo>
                <a:cubicBezTo>
                  <a:pt x="8223203" y="2940774"/>
                  <a:pt x="8223203" y="3072250"/>
                  <a:pt x="8223203" y="3206262"/>
                </a:cubicBezTo>
                <a:cubicBezTo>
                  <a:pt x="8354685" y="3208787"/>
                  <a:pt x="8486160" y="3208787"/>
                  <a:pt x="8620167" y="3208787"/>
                </a:cubicBezTo>
                <a:cubicBezTo>
                  <a:pt x="8630283" y="3163276"/>
                  <a:pt x="8627753" y="2832051"/>
                  <a:pt x="8617636" y="2806768"/>
                </a:cubicBezTo>
                <a:cubicBezTo>
                  <a:pt x="8593933" y="2803923"/>
                  <a:pt x="8536096" y="2802501"/>
                  <a:pt x="8471725" y="2802235"/>
                </a:cubicBezTo>
                <a:close/>
                <a:moveTo>
                  <a:pt x="11794932" y="2801395"/>
                </a:moveTo>
                <a:cubicBezTo>
                  <a:pt x="11702960" y="2801711"/>
                  <a:pt x="11612567" y="2804240"/>
                  <a:pt x="11598660" y="2809299"/>
                </a:cubicBezTo>
                <a:cubicBezTo>
                  <a:pt x="11598660" y="2940774"/>
                  <a:pt x="11598660" y="3072250"/>
                  <a:pt x="11598660" y="3206262"/>
                </a:cubicBezTo>
                <a:cubicBezTo>
                  <a:pt x="11735197" y="3206262"/>
                  <a:pt x="11866679" y="3206262"/>
                  <a:pt x="12000685" y="3206262"/>
                </a:cubicBezTo>
                <a:cubicBezTo>
                  <a:pt x="12000685" y="3072250"/>
                  <a:pt x="12000685" y="2938244"/>
                  <a:pt x="12000685" y="2806768"/>
                </a:cubicBezTo>
                <a:cubicBezTo>
                  <a:pt x="11980458" y="2802975"/>
                  <a:pt x="11886905" y="2801079"/>
                  <a:pt x="11794932" y="2801395"/>
                </a:cubicBezTo>
                <a:close/>
                <a:moveTo>
                  <a:pt x="2922026" y="2801079"/>
                </a:moveTo>
                <a:cubicBezTo>
                  <a:pt x="2830055" y="2801079"/>
                  <a:pt x="2739031" y="2802975"/>
                  <a:pt x="2723862" y="2806768"/>
                </a:cubicBezTo>
                <a:cubicBezTo>
                  <a:pt x="2723862" y="2940774"/>
                  <a:pt x="2723862" y="3072250"/>
                  <a:pt x="2723862" y="3206262"/>
                </a:cubicBezTo>
                <a:cubicBezTo>
                  <a:pt x="2860393" y="3206262"/>
                  <a:pt x="2991874" y="3206262"/>
                  <a:pt x="3125881" y="3206262"/>
                </a:cubicBezTo>
                <a:cubicBezTo>
                  <a:pt x="3125881" y="3072250"/>
                  <a:pt x="3125881" y="2940774"/>
                  <a:pt x="3125881" y="2806768"/>
                </a:cubicBezTo>
                <a:cubicBezTo>
                  <a:pt x="3106918" y="2802975"/>
                  <a:pt x="3013998" y="2801079"/>
                  <a:pt x="2922026" y="2801079"/>
                </a:cubicBezTo>
                <a:close/>
                <a:moveTo>
                  <a:pt x="4238322" y="2799837"/>
                </a:moveTo>
                <a:cubicBezTo>
                  <a:pt x="4131407" y="2799616"/>
                  <a:pt x="4008937" y="2802976"/>
                  <a:pt x="3993131" y="2809299"/>
                </a:cubicBezTo>
                <a:cubicBezTo>
                  <a:pt x="3985551" y="2854809"/>
                  <a:pt x="3988076" y="3178448"/>
                  <a:pt x="3995662" y="3206262"/>
                </a:cubicBezTo>
                <a:cubicBezTo>
                  <a:pt x="4127137" y="3206262"/>
                  <a:pt x="4258619" y="3206262"/>
                  <a:pt x="4390100" y="3206262"/>
                </a:cubicBezTo>
                <a:cubicBezTo>
                  <a:pt x="4397681" y="3160746"/>
                  <a:pt x="4395156" y="2829520"/>
                  <a:pt x="4387570" y="2804237"/>
                </a:cubicBezTo>
                <a:cubicBezTo>
                  <a:pt x="4361020" y="2801392"/>
                  <a:pt x="4302471" y="2799970"/>
                  <a:pt x="4238322" y="2799837"/>
                </a:cubicBezTo>
                <a:close/>
                <a:moveTo>
                  <a:pt x="10754168" y="2384516"/>
                </a:moveTo>
                <a:cubicBezTo>
                  <a:pt x="10754168" y="2518528"/>
                  <a:pt x="10754168" y="2650004"/>
                  <a:pt x="10754168" y="2784010"/>
                </a:cubicBezTo>
                <a:cubicBezTo>
                  <a:pt x="10890699" y="2784010"/>
                  <a:pt x="11022180" y="2784010"/>
                  <a:pt x="11156187" y="2784010"/>
                </a:cubicBezTo>
                <a:cubicBezTo>
                  <a:pt x="11156187" y="2650004"/>
                  <a:pt x="11156187" y="2518528"/>
                  <a:pt x="11156187" y="2384516"/>
                </a:cubicBezTo>
                <a:cubicBezTo>
                  <a:pt x="11022180" y="2384516"/>
                  <a:pt x="10890699" y="2384516"/>
                  <a:pt x="10754168" y="2384516"/>
                </a:cubicBezTo>
                <a:close/>
                <a:moveTo>
                  <a:pt x="7376180" y="2384516"/>
                </a:moveTo>
                <a:cubicBezTo>
                  <a:pt x="7376180" y="2518528"/>
                  <a:pt x="7376180" y="2650004"/>
                  <a:pt x="7376180" y="2781485"/>
                </a:cubicBezTo>
                <a:cubicBezTo>
                  <a:pt x="7416635" y="2789065"/>
                  <a:pt x="7750386" y="2789065"/>
                  <a:pt x="7780730" y="2778955"/>
                </a:cubicBezTo>
                <a:cubicBezTo>
                  <a:pt x="7780730" y="2647473"/>
                  <a:pt x="7780730" y="2515997"/>
                  <a:pt x="7780730" y="2384516"/>
                </a:cubicBezTo>
                <a:cubicBezTo>
                  <a:pt x="7641662" y="2384516"/>
                  <a:pt x="7510187" y="2384516"/>
                  <a:pt x="7376180" y="2384516"/>
                </a:cubicBezTo>
                <a:close/>
                <a:moveTo>
                  <a:pt x="6104374" y="2384516"/>
                </a:moveTo>
                <a:cubicBezTo>
                  <a:pt x="6104374" y="2515997"/>
                  <a:pt x="6104374" y="2647473"/>
                  <a:pt x="6104374" y="2781485"/>
                </a:cubicBezTo>
                <a:cubicBezTo>
                  <a:pt x="6154946" y="2789065"/>
                  <a:pt x="6481110" y="2786541"/>
                  <a:pt x="6508924" y="2778955"/>
                </a:cubicBezTo>
                <a:cubicBezTo>
                  <a:pt x="6508924" y="2647473"/>
                  <a:pt x="6508924" y="2515997"/>
                  <a:pt x="6508924" y="2384516"/>
                </a:cubicBezTo>
                <a:cubicBezTo>
                  <a:pt x="6372387" y="2384516"/>
                  <a:pt x="6240911" y="2384516"/>
                  <a:pt x="6104374" y="2384516"/>
                </a:cubicBezTo>
                <a:close/>
                <a:moveTo>
                  <a:pt x="4837630" y="2384516"/>
                </a:moveTo>
                <a:cubicBezTo>
                  <a:pt x="4837630" y="2518528"/>
                  <a:pt x="4837630" y="2650004"/>
                  <a:pt x="4837630" y="2784010"/>
                </a:cubicBezTo>
                <a:cubicBezTo>
                  <a:pt x="4971636" y="2784010"/>
                  <a:pt x="5103117" y="2784010"/>
                  <a:pt x="5239648" y="2784010"/>
                </a:cubicBezTo>
                <a:cubicBezTo>
                  <a:pt x="5239648" y="2650004"/>
                  <a:pt x="5239648" y="2518528"/>
                  <a:pt x="5239648" y="2384516"/>
                </a:cubicBezTo>
                <a:cubicBezTo>
                  <a:pt x="5105642" y="2384516"/>
                  <a:pt x="4971636" y="2384516"/>
                  <a:pt x="4837630" y="2384516"/>
                </a:cubicBezTo>
                <a:close/>
                <a:moveTo>
                  <a:pt x="3573410" y="2384516"/>
                </a:moveTo>
                <a:cubicBezTo>
                  <a:pt x="3565830" y="2432557"/>
                  <a:pt x="3568354" y="2756197"/>
                  <a:pt x="3575940" y="2784010"/>
                </a:cubicBezTo>
                <a:cubicBezTo>
                  <a:pt x="3707422" y="2784010"/>
                  <a:pt x="3836373" y="2784010"/>
                  <a:pt x="3970379" y="2784010"/>
                </a:cubicBezTo>
                <a:cubicBezTo>
                  <a:pt x="3970379" y="2650004"/>
                  <a:pt x="3970379" y="2518528"/>
                  <a:pt x="3970379" y="2384516"/>
                </a:cubicBezTo>
                <a:cubicBezTo>
                  <a:pt x="3836373" y="2384516"/>
                  <a:pt x="3704891" y="2384516"/>
                  <a:pt x="3573410" y="2384516"/>
                </a:cubicBezTo>
                <a:close/>
                <a:moveTo>
                  <a:pt x="3146108" y="2384516"/>
                </a:moveTo>
                <a:cubicBezTo>
                  <a:pt x="3146108" y="2515997"/>
                  <a:pt x="3146108" y="2647473"/>
                  <a:pt x="3146108" y="2781485"/>
                </a:cubicBezTo>
                <a:cubicBezTo>
                  <a:pt x="3194149" y="2789065"/>
                  <a:pt x="3522844" y="2786541"/>
                  <a:pt x="3550657" y="2778955"/>
                </a:cubicBezTo>
                <a:cubicBezTo>
                  <a:pt x="3550657" y="2647473"/>
                  <a:pt x="3550657" y="2515997"/>
                  <a:pt x="3550657" y="2384516"/>
                </a:cubicBezTo>
                <a:cubicBezTo>
                  <a:pt x="3414121" y="2384516"/>
                  <a:pt x="3280114" y="2384516"/>
                  <a:pt x="3146108" y="2384516"/>
                </a:cubicBezTo>
                <a:close/>
                <a:moveTo>
                  <a:pt x="1457117" y="2384516"/>
                </a:moveTo>
                <a:cubicBezTo>
                  <a:pt x="1457117" y="2515997"/>
                  <a:pt x="1457117" y="2647473"/>
                  <a:pt x="1457117" y="2784010"/>
                </a:cubicBezTo>
                <a:cubicBezTo>
                  <a:pt x="1593648" y="2784010"/>
                  <a:pt x="1725130" y="2784010"/>
                  <a:pt x="1859136" y="2784010"/>
                </a:cubicBezTo>
                <a:cubicBezTo>
                  <a:pt x="1859136" y="2650004"/>
                  <a:pt x="1859136" y="2518528"/>
                  <a:pt x="1859136" y="2384516"/>
                </a:cubicBezTo>
                <a:cubicBezTo>
                  <a:pt x="1725130" y="2384516"/>
                  <a:pt x="1593648" y="2384516"/>
                  <a:pt x="1457117" y="2384516"/>
                </a:cubicBezTo>
                <a:close/>
                <a:moveTo>
                  <a:pt x="1039920" y="2384516"/>
                </a:moveTo>
                <a:cubicBezTo>
                  <a:pt x="1032334" y="2432557"/>
                  <a:pt x="1034865" y="2756197"/>
                  <a:pt x="1042451" y="2784010"/>
                </a:cubicBezTo>
                <a:cubicBezTo>
                  <a:pt x="1171402" y="2784010"/>
                  <a:pt x="1302877" y="2784010"/>
                  <a:pt x="1436884" y="2784010"/>
                </a:cubicBezTo>
                <a:cubicBezTo>
                  <a:pt x="1436884" y="2650004"/>
                  <a:pt x="1436884" y="2518528"/>
                  <a:pt x="1436884" y="2384516"/>
                </a:cubicBezTo>
                <a:cubicBezTo>
                  <a:pt x="1302877" y="2384516"/>
                  <a:pt x="1171402" y="2384516"/>
                  <a:pt x="1039920" y="2384516"/>
                </a:cubicBezTo>
                <a:close/>
                <a:moveTo>
                  <a:pt x="612619" y="2384516"/>
                </a:moveTo>
                <a:cubicBezTo>
                  <a:pt x="612619" y="2518528"/>
                  <a:pt x="612619" y="2650004"/>
                  <a:pt x="612619" y="2781485"/>
                </a:cubicBezTo>
                <a:cubicBezTo>
                  <a:pt x="658129" y="2789065"/>
                  <a:pt x="986824" y="2786541"/>
                  <a:pt x="1014637" y="2778955"/>
                </a:cubicBezTo>
                <a:cubicBezTo>
                  <a:pt x="1014637" y="2647473"/>
                  <a:pt x="1014637" y="2515997"/>
                  <a:pt x="1014637" y="2384516"/>
                </a:cubicBezTo>
                <a:cubicBezTo>
                  <a:pt x="878100" y="2384516"/>
                  <a:pt x="746625" y="2384516"/>
                  <a:pt x="612619" y="2384516"/>
                </a:cubicBezTo>
                <a:close/>
                <a:moveTo>
                  <a:pt x="8473813" y="2382513"/>
                </a:moveTo>
                <a:cubicBezTo>
                  <a:pt x="8366059" y="2382069"/>
                  <a:pt x="8238056" y="2384836"/>
                  <a:pt x="8220673" y="2389577"/>
                </a:cubicBezTo>
                <a:cubicBezTo>
                  <a:pt x="8220673" y="2518528"/>
                  <a:pt x="8220673" y="2650004"/>
                  <a:pt x="8220673" y="2784010"/>
                </a:cubicBezTo>
                <a:cubicBezTo>
                  <a:pt x="8293996" y="2791596"/>
                  <a:pt x="8594884" y="2789065"/>
                  <a:pt x="8620167" y="2781485"/>
                </a:cubicBezTo>
                <a:cubicBezTo>
                  <a:pt x="8627753" y="2725858"/>
                  <a:pt x="8625222" y="2412329"/>
                  <a:pt x="8617636" y="2387047"/>
                </a:cubicBezTo>
                <a:cubicBezTo>
                  <a:pt x="8595829" y="2384202"/>
                  <a:pt x="8538466" y="2382780"/>
                  <a:pt x="8473813" y="2382513"/>
                </a:cubicBezTo>
                <a:close/>
                <a:moveTo>
                  <a:pt x="7213553" y="2382513"/>
                </a:moveTo>
                <a:cubicBezTo>
                  <a:pt x="7103699" y="2382069"/>
                  <a:pt x="6968783" y="2384836"/>
                  <a:pt x="6951403" y="2389577"/>
                </a:cubicBezTo>
                <a:cubicBezTo>
                  <a:pt x="6943817" y="2445198"/>
                  <a:pt x="6946342" y="2758727"/>
                  <a:pt x="6953928" y="2784010"/>
                </a:cubicBezTo>
                <a:cubicBezTo>
                  <a:pt x="7087934" y="2784010"/>
                  <a:pt x="7219416" y="2784010"/>
                  <a:pt x="7353422" y="2784010"/>
                </a:cubicBezTo>
                <a:cubicBezTo>
                  <a:pt x="7353422" y="2650004"/>
                  <a:pt x="7353422" y="2518528"/>
                  <a:pt x="7353422" y="2387047"/>
                </a:cubicBezTo>
                <a:cubicBezTo>
                  <a:pt x="7336356" y="2384202"/>
                  <a:pt x="7279466" y="2382780"/>
                  <a:pt x="7213553" y="2382513"/>
                </a:cubicBezTo>
                <a:close/>
                <a:moveTo>
                  <a:pt x="11601191" y="2381991"/>
                </a:moveTo>
                <a:cubicBezTo>
                  <a:pt x="11601191" y="2515997"/>
                  <a:pt x="11601191" y="2647473"/>
                  <a:pt x="11601191" y="2778955"/>
                </a:cubicBezTo>
                <a:cubicBezTo>
                  <a:pt x="11641646" y="2786541"/>
                  <a:pt x="11972872" y="2786541"/>
                  <a:pt x="12005741" y="2776424"/>
                </a:cubicBezTo>
                <a:cubicBezTo>
                  <a:pt x="12005741" y="2644948"/>
                  <a:pt x="12005741" y="2513467"/>
                  <a:pt x="12005741" y="2381991"/>
                </a:cubicBezTo>
                <a:cubicBezTo>
                  <a:pt x="11866679" y="2381991"/>
                  <a:pt x="11735197" y="2381991"/>
                  <a:pt x="11601191" y="2381991"/>
                </a:cubicBezTo>
                <a:close/>
                <a:moveTo>
                  <a:pt x="9487423" y="2381991"/>
                </a:moveTo>
                <a:cubicBezTo>
                  <a:pt x="9487423" y="2515997"/>
                  <a:pt x="9487423" y="2647473"/>
                  <a:pt x="9487423" y="2778955"/>
                </a:cubicBezTo>
                <a:cubicBezTo>
                  <a:pt x="9525347" y="2786541"/>
                  <a:pt x="9859098" y="2786541"/>
                  <a:pt x="9889442" y="2778955"/>
                </a:cubicBezTo>
                <a:cubicBezTo>
                  <a:pt x="9889442" y="2647473"/>
                  <a:pt x="9889442" y="2515997"/>
                  <a:pt x="9889442" y="2381991"/>
                </a:cubicBezTo>
                <a:cubicBezTo>
                  <a:pt x="9752905" y="2381991"/>
                  <a:pt x="9621429" y="2381991"/>
                  <a:pt x="9487423" y="2381991"/>
                </a:cubicBezTo>
                <a:close/>
                <a:moveTo>
                  <a:pt x="4415383" y="2381991"/>
                </a:moveTo>
                <a:cubicBezTo>
                  <a:pt x="4415383" y="2515997"/>
                  <a:pt x="4415383" y="2647473"/>
                  <a:pt x="4415383" y="2781485"/>
                </a:cubicBezTo>
                <a:cubicBezTo>
                  <a:pt x="4549390" y="2781485"/>
                  <a:pt x="4680865" y="2781485"/>
                  <a:pt x="4814877" y="2781485"/>
                </a:cubicBezTo>
                <a:cubicBezTo>
                  <a:pt x="4814877" y="2650004"/>
                  <a:pt x="4814877" y="2515997"/>
                  <a:pt x="4814877" y="2381991"/>
                </a:cubicBezTo>
                <a:cubicBezTo>
                  <a:pt x="4680865" y="2381991"/>
                  <a:pt x="4549390" y="2381991"/>
                  <a:pt x="4415383" y="2381991"/>
                </a:cubicBezTo>
                <a:close/>
                <a:moveTo>
                  <a:pt x="3993131" y="2381991"/>
                </a:moveTo>
                <a:cubicBezTo>
                  <a:pt x="3993131" y="2515997"/>
                  <a:pt x="3993131" y="2647473"/>
                  <a:pt x="3993131" y="2781485"/>
                </a:cubicBezTo>
                <a:cubicBezTo>
                  <a:pt x="4127137" y="2781485"/>
                  <a:pt x="4258619" y="2781485"/>
                  <a:pt x="4395156" y="2781485"/>
                </a:cubicBezTo>
                <a:cubicBezTo>
                  <a:pt x="4395156" y="2647473"/>
                  <a:pt x="4395156" y="2515997"/>
                  <a:pt x="4395156" y="2381991"/>
                </a:cubicBezTo>
                <a:cubicBezTo>
                  <a:pt x="4258619" y="2381991"/>
                  <a:pt x="4127137" y="2381991"/>
                  <a:pt x="3993131" y="2381991"/>
                </a:cubicBezTo>
                <a:close/>
                <a:moveTo>
                  <a:pt x="2723862" y="2381991"/>
                </a:moveTo>
                <a:cubicBezTo>
                  <a:pt x="2723862" y="2515997"/>
                  <a:pt x="2723862" y="2647473"/>
                  <a:pt x="2723862" y="2778955"/>
                </a:cubicBezTo>
                <a:cubicBezTo>
                  <a:pt x="2761786" y="2786541"/>
                  <a:pt x="3095542" y="2786541"/>
                  <a:pt x="3125881" y="2778955"/>
                </a:cubicBezTo>
                <a:cubicBezTo>
                  <a:pt x="3125881" y="2647473"/>
                  <a:pt x="3125881" y="2515997"/>
                  <a:pt x="3125881" y="2381991"/>
                </a:cubicBezTo>
                <a:cubicBezTo>
                  <a:pt x="2991874" y="2381991"/>
                  <a:pt x="2860393" y="2381991"/>
                  <a:pt x="2723862" y="2381991"/>
                </a:cubicBezTo>
                <a:close/>
                <a:moveTo>
                  <a:pt x="1881894" y="2381991"/>
                </a:moveTo>
                <a:cubicBezTo>
                  <a:pt x="1881894" y="2515997"/>
                  <a:pt x="1881894" y="2647473"/>
                  <a:pt x="1881894" y="2781485"/>
                </a:cubicBezTo>
                <a:cubicBezTo>
                  <a:pt x="2015900" y="2781485"/>
                  <a:pt x="2147376" y="2781485"/>
                  <a:pt x="2281382" y="2781485"/>
                </a:cubicBezTo>
                <a:cubicBezTo>
                  <a:pt x="2281382" y="2650004"/>
                  <a:pt x="2281382" y="2518528"/>
                  <a:pt x="2281382" y="2381991"/>
                </a:cubicBezTo>
                <a:cubicBezTo>
                  <a:pt x="2147376" y="2381991"/>
                  <a:pt x="2015900" y="2381991"/>
                  <a:pt x="1881894" y="2381991"/>
                </a:cubicBezTo>
                <a:close/>
                <a:moveTo>
                  <a:pt x="190366" y="2381991"/>
                </a:moveTo>
                <a:cubicBezTo>
                  <a:pt x="190366" y="2515997"/>
                  <a:pt x="190366" y="2647473"/>
                  <a:pt x="190366" y="2778955"/>
                </a:cubicBezTo>
                <a:cubicBezTo>
                  <a:pt x="230821" y="2786541"/>
                  <a:pt x="562047" y="2786541"/>
                  <a:pt x="592391" y="2778955"/>
                </a:cubicBezTo>
                <a:cubicBezTo>
                  <a:pt x="599977" y="2730914"/>
                  <a:pt x="597446" y="2409805"/>
                  <a:pt x="589860" y="2381991"/>
                </a:cubicBezTo>
                <a:cubicBezTo>
                  <a:pt x="455854" y="2381991"/>
                  <a:pt x="324372" y="2381991"/>
                  <a:pt x="190366" y="2381991"/>
                </a:cubicBezTo>
                <a:close/>
                <a:moveTo>
                  <a:pt x="6727319" y="2381674"/>
                </a:moveTo>
                <a:cubicBezTo>
                  <a:pt x="6635347" y="2381990"/>
                  <a:pt x="6544323" y="2384519"/>
                  <a:pt x="6529151" y="2389577"/>
                </a:cubicBezTo>
                <a:cubicBezTo>
                  <a:pt x="6529151" y="2518528"/>
                  <a:pt x="6529151" y="2647473"/>
                  <a:pt x="6529151" y="2784010"/>
                </a:cubicBezTo>
                <a:cubicBezTo>
                  <a:pt x="6665688" y="2784010"/>
                  <a:pt x="6797164" y="2784010"/>
                  <a:pt x="6931176" y="2784010"/>
                </a:cubicBezTo>
                <a:cubicBezTo>
                  <a:pt x="6931176" y="2650004"/>
                  <a:pt x="6931176" y="2518528"/>
                  <a:pt x="6931176" y="2387047"/>
                </a:cubicBezTo>
                <a:cubicBezTo>
                  <a:pt x="6912211" y="2383254"/>
                  <a:pt x="6819291" y="2381357"/>
                  <a:pt x="6727319" y="2381674"/>
                </a:cubicBezTo>
                <a:close/>
                <a:moveTo>
                  <a:pt x="10107201" y="2381357"/>
                </a:moveTo>
                <a:cubicBezTo>
                  <a:pt x="10015862" y="2381357"/>
                  <a:pt x="9926104" y="2383254"/>
                  <a:pt x="9912200" y="2387047"/>
                </a:cubicBezTo>
                <a:cubicBezTo>
                  <a:pt x="9904614" y="2435088"/>
                  <a:pt x="9907139" y="2756197"/>
                  <a:pt x="9914725" y="2784010"/>
                </a:cubicBezTo>
                <a:cubicBezTo>
                  <a:pt x="10046206" y="2784010"/>
                  <a:pt x="10177682" y="2784010"/>
                  <a:pt x="10311688" y="2784010"/>
                </a:cubicBezTo>
                <a:cubicBezTo>
                  <a:pt x="10311688" y="2650004"/>
                  <a:pt x="10311688" y="2518528"/>
                  <a:pt x="10311688" y="2387047"/>
                </a:cubicBezTo>
                <a:cubicBezTo>
                  <a:pt x="10291461" y="2383254"/>
                  <a:pt x="10198541" y="2381357"/>
                  <a:pt x="10107201" y="2381357"/>
                </a:cubicBezTo>
                <a:close/>
                <a:moveTo>
                  <a:pt x="9263338" y="2381357"/>
                </a:moveTo>
                <a:cubicBezTo>
                  <a:pt x="9171367" y="2381357"/>
                  <a:pt x="9080343" y="2383254"/>
                  <a:pt x="9065171" y="2387047"/>
                </a:cubicBezTo>
                <a:cubicBezTo>
                  <a:pt x="9065171" y="2518528"/>
                  <a:pt x="9065171" y="2650004"/>
                  <a:pt x="9065171" y="2784010"/>
                </a:cubicBezTo>
                <a:cubicBezTo>
                  <a:pt x="9201708" y="2784010"/>
                  <a:pt x="9333184" y="2784010"/>
                  <a:pt x="9467190" y="2784010"/>
                </a:cubicBezTo>
                <a:cubicBezTo>
                  <a:pt x="9467190" y="2650004"/>
                  <a:pt x="9467190" y="2518528"/>
                  <a:pt x="9467190" y="2387047"/>
                </a:cubicBezTo>
                <a:cubicBezTo>
                  <a:pt x="9448228" y="2383254"/>
                  <a:pt x="9355309" y="2381357"/>
                  <a:pt x="9263338" y="2381357"/>
                </a:cubicBezTo>
                <a:close/>
                <a:moveTo>
                  <a:pt x="5879344" y="2381357"/>
                </a:moveTo>
                <a:cubicBezTo>
                  <a:pt x="5787688" y="2381357"/>
                  <a:pt x="5697297" y="2383254"/>
                  <a:pt x="5682128" y="2387047"/>
                </a:cubicBezTo>
                <a:cubicBezTo>
                  <a:pt x="5682128" y="2518528"/>
                  <a:pt x="5682128" y="2650004"/>
                  <a:pt x="5682128" y="2784010"/>
                </a:cubicBezTo>
                <a:cubicBezTo>
                  <a:pt x="5818665" y="2784010"/>
                  <a:pt x="5950141" y="2784010"/>
                  <a:pt x="6084147" y="2784010"/>
                </a:cubicBezTo>
                <a:cubicBezTo>
                  <a:pt x="6084147" y="2650004"/>
                  <a:pt x="6084147" y="2518528"/>
                  <a:pt x="6084147" y="2387047"/>
                </a:cubicBezTo>
                <a:cubicBezTo>
                  <a:pt x="6063919" y="2383254"/>
                  <a:pt x="5970999" y="2381357"/>
                  <a:pt x="5879344" y="2381357"/>
                </a:cubicBezTo>
                <a:close/>
                <a:moveTo>
                  <a:pt x="10578515" y="2380119"/>
                </a:moveTo>
                <a:cubicBezTo>
                  <a:pt x="10470389" y="2379897"/>
                  <a:pt x="10349299" y="2383254"/>
                  <a:pt x="10331916" y="2389577"/>
                </a:cubicBezTo>
                <a:cubicBezTo>
                  <a:pt x="10331916" y="2521053"/>
                  <a:pt x="10331916" y="2652534"/>
                  <a:pt x="10331916" y="2781485"/>
                </a:cubicBezTo>
                <a:cubicBezTo>
                  <a:pt x="10369846" y="2789065"/>
                  <a:pt x="10706127" y="2789065"/>
                  <a:pt x="10733940" y="2778955"/>
                </a:cubicBezTo>
                <a:cubicBezTo>
                  <a:pt x="10733940" y="2647473"/>
                  <a:pt x="10733940" y="2515997"/>
                  <a:pt x="10733940" y="2384516"/>
                </a:cubicBezTo>
                <a:cubicBezTo>
                  <a:pt x="10703599" y="2381673"/>
                  <a:pt x="10643391" y="2380252"/>
                  <a:pt x="10578515" y="2380119"/>
                </a:cubicBezTo>
                <a:close/>
                <a:moveTo>
                  <a:pt x="8904763" y="2379985"/>
                </a:moveTo>
                <a:cubicBezTo>
                  <a:pt x="8795773" y="2379541"/>
                  <a:pt x="8662833" y="2382305"/>
                  <a:pt x="8645449" y="2387047"/>
                </a:cubicBezTo>
                <a:cubicBezTo>
                  <a:pt x="8637869" y="2447729"/>
                  <a:pt x="8640394" y="2756197"/>
                  <a:pt x="8647980" y="2784010"/>
                </a:cubicBezTo>
                <a:cubicBezTo>
                  <a:pt x="8779462" y="2784010"/>
                  <a:pt x="8910937" y="2784010"/>
                  <a:pt x="9042419" y="2784010"/>
                </a:cubicBezTo>
                <a:cubicBezTo>
                  <a:pt x="9044944" y="2650004"/>
                  <a:pt x="9044944" y="2518528"/>
                  <a:pt x="9044944" y="2384516"/>
                </a:cubicBezTo>
                <a:cubicBezTo>
                  <a:pt x="9026929" y="2381673"/>
                  <a:pt x="8970157" y="2380252"/>
                  <a:pt x="8904763" y="2379985"/>
                </a:cubicBezTo>
                <a:close/>
                <a:moveTo>
                  <a:pt x="8044850" y="2379985"/>
                </a:moveTo>
                <a:cubicBezTo>
                  <a:pt x="7936700" y="2379541"/>
                  <a:pt x="7814228" y="2382305"/>
                  <a:pt x="7798427" y="2387047"/>
                </a:cubicBezTo>
                <a:cubicBezTo>
                  <a:pt x="7790840" y="2442674"/>
                  <a:pt x="7793371" y="2756197"/>
                  <a:pt x="7800957" y="2781485"/>
                </a:cubicBezTo>
                <a:cubicBezTo>
                  <a:pt x="7859109" y="2789065"/>
                  <a:pt x="8170107" y="2786541"/>
                  <a:pt x="8197920" y="2778955"/>
                </a:cubicBezTo>
                <a:cubicBezTo>
                  <a:pt x="8197920" y="2647473"/>
                  <a:pt x="8197920" y="2515997"/>
                  <a:pt x="8197920" y="2384516"/>
                </a:cubicBezTo>
                <a:cubicBezTo>
                  <a:pt x="8169475" y="2381673"/>
                  <a:pt x="8109740" y="2380252"/>
                  <a:pt x="8044850" y="2379985"/>
                </a:cubicBezTo>
                <a:close/>
                <a:moveTo>
                  <a:pt x="2564875" y="2379985"/>
                </a:moveTo>
                <a:cubicBezTo>
                  <a:pt x="2454897" y="2379541"/>
                  <a:pt x="2318993" y="2382305"/>
                  <a:pt x="2301610" y="2387047"/>
                </a:cubicBezTo>
                <a:cubicBezTo>
                  <a:pt x="2294024" y="2447729"/>
                  <a:pt x="2296554" y="2756197"/>
                  <a:pt x="2304140" y="2781485"/>
                </a:cubicBezTo>
                <a:cubicBezTo>
                  <a:pt x="2435616" y="2781485"/>
                  <a:pt x="2567097" y="2781485"/>
                  <a:pt x="2701103" y="2781485"/>
                </a:cubicBezTo>
                <a:cubicBezTo>
                  <a:pt x="2703634" y="2647473"/>
                  <a:pt x="2703634" y="2515997"/>
                  <a:pt x="2703634" y="2384516"/>
                </a:cubicBezTo>
                <a:cubicBezTo>
                  <a:pt x="2687515" y="2381673"/>
                  <a:pt x="2630861" y="2380252"/>
                  <a:pt x="2564875" y="2379985"/>
                </a:cubicBezTo>
                <a:close/>
                <a:moveTo>
                  <a:pt x="11573378" y="2379461"/>
                </a:moveTo>
                <a:cubicBezTo>
                  <a:pt x="11441902" y="2381991"/>
                  <a:pt x="11312951" y="2381991"/>
                  <a:pt x="11178945" y="2381991"/>
                </a:cubicBezTo>
                <a:cubicBezTo>
                  <a:pt x="11178945" y="2515997"/>
                  <a:pt x="11178945" y="2647473"/>
                  <a:pt x="11178945" y="2778955"/>
                </a:cubicBezTo>
                <a:cubicBezTo>
                  <a:pt x="11224455" y="2786541"/>
                  <a:pt x="11550619" y="2784010"/>
                  <a:pt x="11575908" y="2776424"/>
                </a:cubicBezTo>
                <a:cubicBezTo>
                  <a:pt x="11583494" y="2725858"/>
                  <a:pt x="11580964" y="2407274"/>
                  <a:pt x="11573378" y="2379461"/>
                </a:cubicBezTo>
                <a:close/>
                <a:moveTo>
                  <a:pt x="5455199" y="2379147"/>
                </a:moveTo>
                <a:cubicBezTo>
                  <a:pt x="5363542" y="2379463"/>
                  <a:pt x="5273783" y="2381991"/>
                  <a:pt x="5259876" y="2387047"/>
                </a:cubicBezTo>
                <a:cubicBezTo>
                  <a:pt x="5252296" y="2440143"/>
                  <a:pt x="5254821" y="2756197"/>
                  <a:pt x="5262406" y="2784010"/>
                </a:cubicBezTo>
                <a:cubicBezTo>
                  <a:pt x="5393883" y="2784010"/>
                  <a:pt x="5525364" y="2784010"/>
                  <a:pt x="5659370" y="2784010"/>
                </a:cubicBezTo>
                <a:cubicBezTo>
                  <a:pt x="5661901" y="2650004"/>
                  <a:pt x="5661901" y="2515997"/>
                  <a:pt x="5661901" y="2384516"/>
                </a:cubicBezTo>
                <a:cubicBezTo>
                  <a:pt x="5640408" y="2380726"/>
                  <a:pt x="5546855" y="2378831"/>
                  <a:pt x="5455199" y="2379147"/>
                </a:cubicBezTo>
                <a:close/>
                <a:moveTo>
                  <a:pt x="10756693" y="1962270"/>
                </a:moveTo>
                <a:cubicBezTo>
                  <a:pt x="10756693" y="2093751"/>
                  <a:pt x="10756693" y="2227757"/>
                  <a:pt x="10756693" y="2361764"/>
                </a:cubicBezTo>
                <a:cubicBezTo>
                  <a:pt x="10835078" y="2369350"/>
                  <a:pt x="11128373" y="2366819"/>
                  <a:pt x="11156187" y="2359233"/>
                </a:cubicBezTo>
                <a:cubicBezTo>
                  <a:pt x="11163773" y="2313723"/>
                  <a:pt x="11161242" y="1990083"/>
                  <a:pt x="11153656" y="1962270"/>
                </a:cubicBezTo>
                <a:cubicBezTo>
                  <a:pt x="11022180" y="1962270"/>
                  <a:pt x="10890699" y="1962270"/>
                  <a:pt x="10756693" y="1962270"/>
                </a:cubicBezTo>
                <a:close/>
                <a:moveTo>
                  <a:pt x="9487423" y="1962270"/>
                </a:moveTo>
                <a:cubicBezTo>
                  <a:pt x="9487423" y="2096275"/>
                  <a:pt x="9487423" y="2227757"/>
                  <a:pt x="9487423" y="2361764"/>
                </a:cubicBezTo>
                <a:cubicBezTo>
                  <a:pt x="9621429" y="2361764"/>
                  <a:pt x="9752905" y="2361764"/>
                  <a:pt x="9889442" y="2361764"/>
                </a:cubicBezTo>
                <a:cubicBezTo>
                  <a:pt x="9889442" y="2225227"/>
                  <a:pt x="9889442" y="2096275"/>
                  <a:pt x="9889442" y="1962270"/>
                </a:cubicBezTo>
                <a:cubicBezTo>
                  <a:pt x="9755436" y="1962270"/>
                  <a:pt x="9621429" y="1962270"/>
                  <a:pt x="9487423" y="1962270"/>
                </a:cubicBezTo>
                <a:close/>
                <a:moveTo>
                  <a:pt x="9065171" y="1959739"/>
                </a:moveTo>
                <a:cubicBezTo>
                  <a:pt x="9065171" y="2093751"/>
                  <a:pt x="9065171" y="2227757"/>
                  <a:pt x="9065171" y="2359233"/>
                </a:cubicBezTo>
                <a:cubicBezTo>
                  <a:pt x="9120798" y="2366819"/>
                  <a:pt x="9441907" y="2364288"/>
                  <a:pt x="9467190" y="2356708"/>
                </a:cubicBezTo>
                <a:cubicBezTo>
                  <a:pt x="9467190" y="2225227"/>
                  <a:pt x="9467190" y="2093751"/>
                  <a:pt x="9467190" y="1962270"/>
                </a:cubicBezTo>
                <a:cubicBezTo>
                  <a:pt x="9333184" y="1959739"/>
                  <a:pt x="9199177" y="1959739"/>
                  <a:pt x="9065171" y="1959739"/>
                </a:cubicBezTo>
                <a:close/>
                <a:moveTo>
                  <a:pt x="8645449" y="1959739"/>
                </a:moveTo>
                <a:cubicBezTo>
                  <a:pt x="8645449" y="2093751"/>
                  <a:pt x="8645449" y="2227757"/>
                  <a:pt x="8645449" y="2359233"/>
                </a:cubicBezTo>
                <a:cubicBezTo>
                  <a:pt x="8779462" y="2359233"/>
                  <a:pt x="8910937" y="2359233"/>
                  <a:pt x="9044944" y="2359233"/>
                </a:cubicBezTo>
                <a:cubicBezTo>
                  <a:pt x="9044944" y="2225227"/>
                  <a:pt x="9044944" y="2093751"/>
                  <a:pt x="9044944" y="1959739"/>
                </a:cubicBezTo>
                <a:cubicBezTo>
                  <a:pt x="8908407" y="1959739"/>
                  <a:pt x="8776931" y="1959739"/>
                  <a:pt x="8645449" y="1959739"/>
                </a:cubicBezTo>
                <a:close/>
                <a:moveTo>
                  <a:pt x="8220673" y="1959739"/>
                </a:moveTo>
                <a:cubicBezTo>
                  <a:pt x="8220673" y="2096275"/>
                  <a:pt x="8220673" y="2227757"/>
                  <a:pt x="8220673" y="2361764"/>
                </a:cubicBezTo>
                <a:cubicBezTo>
                  <a:pt x="8354685" y="2361764"/>
                  <a:pt x="8486160" y="2361764"/>
                  <a:pt x="8617636" y="2361764"/>
                </a:cubicBezTo>
                <a:cubicBezTo>
                  <a:pt x="8625222" y="2323834"/>
                  <a:pt x="8625222" y="1987553"/>
                  <a:pt x="8615111" y="1959739"/>
                </a:cubicBezTo>
                <a:cubicBezTo>
                  <a:pt x="8488691" y="1959739"/>
                  <a:pt x="8357209" y="1959739"/>
                  <a:pt x="8220673" y="1959739"/>
                </a:cubicBezTo>
                <a:close/>
                <a:moveTo>
                  <a:pt x="6953928" y="1959739"/>
                </a:moveTo>
                <a:cubicBezTo>
                  <a:pt x="6953928" y="2093751"/>
                  <a:pt x="6953928" y="2227757"/>
                  <a:pt x="6953928" y="2359233"/>
                </a:cubicBezTo>
                <a:cubicBezTo>
                  <a:pt x="7007024" y="2366819"/>
                  <a:pt x="7330664" y="2364288"/>
                  <a:pt x="7355953" y="2356708"/>
                </a:cubicBezTo>
                <a:cubicBezTo>
                  <a:pt x="7355953" y="2225227"/>
                  <a:pt x="7355953" y="2093751"/>
                  <a:pt x="7355953" y="1962270"/>
                </a:cubicBezTo>
                <a:cubicBezTo>
                  <a:pt x="7219416" y="1959739"/>
                  <a:pt x="7087934" y="1959739"/>
                  <a:pt x="6953928" y="1959739"/>
                </a:cubicBezTo>
                <a:close/>
                <a:moveTo>
                  <a:pt x="6104374" y="1959739"/>
                </a:moveTo>
                <a:cubicBezTo>
                  <a:pt x="6104374" y="2093751"/>
                  <a:pt x="6104374" y="2225227"/>
                  <a:pt x="6104374" y="2361764"/>
                </a:cubicBezTo>
                <a:cubicBezTo>
                  <a:pt x="6240911" y="2361764"/>
                  <a:pt x="6372387" y="2361764"/>
                  <a:pt x="6508924" y="2361764"/>
                </a:cubicBezTo>
                <a:cubicBezTo>
                  <a:pt x="6508924" y="2227757"/>
                  <a:pt x="6508924" y="2096275"/>
                  <a:pt x="6508924" y="1959739"/>
                </a:cubicBezTo>
                <a:cubicBezTo>
                  <a:pt x="6372387" y="1959739"/>
                  <a:pt x="6240911" y="1959739"/>
                  <a:pt x="6104374" y="1959739"/>
                </a:cubicBezTo>
                <a:close/>
                <a:moveTo>
                  <a:pt x="5682128" y="1959739"/>
                </a:moveTo>
                <a:cubicBezTo>
                  <a:pt x="5682128" y="2093751"/>
                  <a:pt x="5682128" y="2225227"/>
                  <a:pt x="5682128" y="2359233"/>
                </a:cubicBezTo>
                <a:cubicBezTo>
                  <a:pt x="5727639" y="2366819"/>
                  <a:pt x="6058864" y="2364288"/>
                  <a:pt x="6084147" y="2356708"/>
                </a:cubicBezTo>
                <a:cubicBezTo>
                  <a:pt x="6084147" y="2225227"/>
                  <a:pt x="6084147" y="2093751"/>
                  <a:pt x="6084147" y="1959739"/>
                </a:cubicBezTo>
                <a:cubicBezTo>
                  <a:pt x="5950141" y="1959739"/>
                  <a:pt x="5816135" y="1959739"/>
                  <a:pt x="5682128" y="1959739"/>
                </a:cubicBezTo>
                <a:close/>
                <a:moveTo>
                  <a:pt x="4415383" y="1959739"/>
                </a:moveTo>
                <a:cubicBezTo>
                  <a:pt x="4415383" y="2096275"/>
                  <a:pt x="4415383" y="2227757"/>
                  <a:pt x="4415383" y="2361764"/>
                </a:cubicBezTo>
                <a:cubicBezTo>
                  <a:pt x="4549390" y="2361764"/>
                  <a:pt x="4680865" y="2361764"/>
                  <a:pt x="4814877" y="2361764"/>
                </a:cubicBezTo>
                <a:cubicBezTo>
                  <a:pt x="4814877" y="2227757"/>
                  <a:pt x="4814877" y="2096275"/>
                  <a:pt x="4814877" y="1959739"/>
                </a:cubicBezTo>
                <a:cubicBezTo>
                  <a:pt x="4680865" y="1959739"/>
                  <a:pt x="4549390" y="1959739"/>
                  <a:pt x="4415383" y="1959739"/>
                </a:cubicBezTo>
                <a:close/>
                <a:moveTo>
                  <a:pt x="2304140" y="1959739"/>
                </a:moveTo>
                <a:cubicBezTo>
                  <a:pt x="2304140" y="2093751"/>
                  <a:pt x="2304140" y="2227757"/>
                  <a:pt x="2304140" y="2361764"/>
                </a:cubicBezTo>
                <a:cubicBezTo>
                  <a:pt x="2438146" y="2361764"/>
                  <a:pt x="2569628" y="2361764"/>
                  <a:pt x="2703634" y="2361764"/>
                </a:cubicBezTo>
                <a:cubicBezTo>
                  <a:pt x="2711214" y="2296026"/>
                  <a:pt x="2708690" y="1987553"/>
                  <a:pt x="2701103" y="1959739"/>
                </a:cubicBezTo>
                <a:cubicBezTo>
                  <a:pt x="2569628" y="1959739"/>
                  <a:pt x="2438146" y="1959739"/>
                  <a:pt x="2304140" y="1959739"/>
                </a:cubicBezTo>
                <a:close/>
                <a:moveTo>
                  <a:pt x="1881894" y="1959739"/>
                </a:moveTo>
                <a:cubicBezTo>
                  <a:pt x="1881894" y="2096275"/>
                  <a:pt x="1881894" y="2227757"/>
                  <a:pt x="1881894" y="2361764"/>
                </a:cubicBezTo>
                <a:cubicBezTo>
                  <a:pt x="2015900" y="2361764"/>
                  <a:pt x="2147376" y="2361764"/>
                  <a:pt x="2281382" y="2361764"/>
                </a:cubicBezTo>
                <a:cubicBezTo>
                  <a:pt x="2281382" y="2227757"/>
                  <a:pt x="2281382" y="2096275"/>
                  <a:pt x="2281382" y="1959739"/>
                </a:cubicBezTo>
                <a:cubicBezTo>
                  <a:pt x="2147376" y="1959739"/>
                  <a:pt x="2015900" y="1959739"/>
                  <a:pt x="1881894" y="1959739"/>
                </a:cubicBezTo>
                <a:close/>
                <a:moveTo>
                  <a:pt x="1037395" y="1959739"/>
                </a:moveTo>
                <a:cubicBezTo>
                  <a:pt x="1037395" y="2096275"/>
                  <a:pt x="1037395" y="2227757"/>
                  <a:pt x="1037395" y="2359233"/>
                </a:cubicBezTo>
                <a:cubicBezTo>
                  <a:pt x="1171402" y="2359233"/>
                  <a:pt x="1302877" y="2359233"/>
                  <a:pt x="1436884" y="2359233"/>
                </a:cubicBezTo>
                <a:cubicBezTo>
                  <a:pt x="1436884" y="2225227"/>
                  <a:pt x="1436884" y="2093751"/>
                  <a:pt x="1436884" y="1959739"/>
                </a:cubicBezTo>
                <a:cubicBezTo>
                  <a:pt x="1302877" y="1959739"/>
                  <a:pt x="1171402" y="1959739"/>
                  <a:pt x="1037395" y="1959739"/>
                </a:cubicBezTo>
                <a:close/>
                <a:moveTo>
                  <a:pt x="615143" y="1959739"/>
                </a:moveTo>
                <a:cubicBezTo>
                  <a:pt x="612619" y="2096275"/>
                  <a:pt x="612619" y="2227757"/>
                  <a:pt x="612619" y="2359233"/>
                </a:cubicBezTo>
                <a:cubicBezTo>
                  <a:pt x="655598" y="2366819"/>
                  <a:pt x="986824" y="2364288"/>
                  <a:pt x="1014637" y="2356708"/>
                </a:cubicBezTo>
                <a:cubicBezTo>
                  <a:pt x="1022223" y="2301081"/>
                  <a:pt x="1019693" y="1987553"/>
                  <a:pt x="1012107" y="1959739"/>
                </a:cubicBezTo>
                <a:cubicBezTo>
                  <a:pt x="880631" y="1959739"/>
                  <a:pt x="749155" y="1959739"/>
                  <a:pt x="615143" y="1959739"/>
                </a:cubicBezTo>
                <a:close/>
                <a:moveTo>
                  <a:pt x="190366" y="1959739"/>
                </a:moveTo>
                <a:cubicBezTo>
                  <a:pt x="190366" y="2096275"/>
                  <a:pt x="190366" y="2227757"/>
                  <a:pt x="190366" y="2361764"/>
                </a:cubicBezTo>
                <a:cubicBezTo>
                  <a:pt x="324372" y="2361764"/>
                  <a:pt x="458385" y="2361764"/>
                  <a:pt x="592391" y="2361764"/>
                </a:cubicBezTo>
                <a:cubicBezTo>
                  <a:pt x="592391" y="2227757"/>
                  <a:pt x="592391" y="2096275"/>
                  <a:pt x="592391" y="1959739"/>
                </a:cubicBezTo>
                <a:cubicBezTo>
                  <a:pt x="458385" y="1959739"/>
                  <a:pt x="326903" y="1959739"/>
                  <a:pt x="190366" y="1959739"/>
                </a:cubicBezTo>
                <a:close/>
                <a:moveTo>
                  <a:pt x="6725423" y="1959426"/>
                </a:moveTo>
                <a:cubicBezTo>
                  <a:pt x="6633450" y="1959742"/>
                  <a:pt x="6543058" y="1962270"/>
                  <a:pt x="6529151" y="1967325"/>
                </a:cubicBezTo>
                <a:cubicBezTo>
                  <a:pt x="6529151" y="2096275"/>
                  <a:pt x="6529151" y="2227757"/>
                  <a:pt x="6529151" y="2361764"/>
                </a:cubicBezTo>
                <a:cubicBezTo>
                  <a:pt x="6665688" y="2361764"/>
                  <a:pt x="6797164" y="2361764"/>
                  <a:pt x="6931176" y="2361764"/>
                </a:cubicBezTo>
                <a:cubicBezTo>
                  <a:pt x="6931176" y="2227757"/>
                  <a:pt x="6931176" y="2096275"/>
                  <a:pt x="6931176" y="1964800"/>
                </a:cubicBezTo>
                <a:cubicBezTo>
                  <a:pt x="6910948" y="1961007"/>
                  <a:pt x="6817396" y="1959111"/>
                  <a:pt x="6725423" y="1959426"/>
                </a:cubicBezTo>
                <a:close/>
                <a:moveTo>
                  <a:pt x="4186875" y="1959426"/>
                </a:moveTo>
                <a:cubicBezTo>
                  <a:pt x="4094904" y="1959742"/>
                  <a:pt x="4004513" y="1962270"/>
                  <a:pt x="3990606" y="1967325"/>
                </a:cubicBezTo>
                <a:cubicBezTo>
                  <a:pt x="3990606" y="2096275"/>
                  <a:pt x="3990606" y="2225227"/>
                  <a:pt x="3990606" y="2361764"/>
                </a:cubicBezTo>
                <a:cubicBezTo>
                  <a:pt x="4127137" y="2361764"/>
                  <a:pt x="4258619" y="2361764"/>
                  <a:pt x="4392625" y="2361764"/>
                </a:cubicBezTo>
                <a:cubicBezTo>
                  <a:pt x="4392625" y="2227757"/>
                  <a:pt x="4392625" y="2096275"/>
                  <a:pt x="4392625" y="1964800"/>
                </a:cubicBezTo>
                <a:cubicBezTo>
                  <a:pt x="4372398" y="1961007"/>
                  <a:pt x="4278847" y="1959111"/>
                  <a:pt x="4186875" y="1959426"/>
                </a:cubicBezTo>
                <a:close/>
                <a:moveTo>
                  <a:pt x="3344591" y="1959426"/>
                </a:moveTo>
                <a:cubicBezTo>
                  <a:pt x="3252304" y="1959742"/>
                  <a:pt x="3161280" y="1962270"/>
                  <a:pt x="3146108" y="1967325"/>
                </a:cubicBezTo>
                <a:cubicBezTo>
                  <a:pt x="3146108" y="2098807"/>
                  <a:pt x="3146108" y="2230282"/>
                  <a:pt x="3146108" y="2364288"/>
                </a:cubicBezTo>
                <a:cubicBezTo>
                  <a:pt x="3282645" y="2361764"/>
                  <a:pt x="3414121" y="2361764"/>
                  <a:pt x="3550657" y="2361764"/>
                </a:cubicBezTo>
                <a:cubicBezTo>
                  <a:pt x="3550657" y="2227757"/>
                  <a:pt x="3550657" y="2096275"/>
                  <a:pt x="3550657" y="1964800"/>
                </a:cubicBezTo>
                <a:cubicBezTo>
                  <a:pt x="3530430" y="1961007"/>
                  <a:pt x="3436879" y="1959111"/>
                  <a:pt x="3344591" y="1959426"/>
                </a:cubicBezTo>
                <a:close/>
                <a:moveTo>
                  <a:pt x="1653384" y="1959426"/>
                </a:moveTo>
                <a:cubicBezTo>
                  <a:pt x="1561412" y="1959742"/>
                  <a:pt x="1471021" y="1962270"/>
                  <a:pt x="1457117" y="1967325"/>
                </a:cubicBezTo>
                <a:cubicBezTo>
                  <a:pt x="1457117" y="2096275"/>
                  <a:pt x="1457117" y="2225227"/>
                  <a:pt x="1457117" y="2361764"/>
                </a:cubicBezTo>
                <a:cubicBezTo>
                  <a:pt x="1593648" y="2361764"/>
                  <a:pt x="1725130" y="2361764"/>
                  <a:pt x="1859136" y="2361764"/>
                </a:cubicBezTo>
                <a:cubicBezTo>
                  <a:pt x="1859136" y="2227757"/>
                  <a:pt x="1859136" y="2096275"/>
                  <a:pt x="1859136" y="1964800"/>
                </a:cubicBezTo>
                <a:cubicBezTo>
                  <a:pt x="1838908" y="1961007"/>
                  <a:pt x="1745355" y="1959111"/>
                  <a:pt x="1653384" y="1959426"/>
                </a:cubicBezTo>
                <a:close/>
                <a:moveTo>
                  <a:pt x="11802200" y="1959111"/>
                </a:moveTo>
                <a:cubicBezTo>
                  <a:pt x="11709913" y="1959111"/>
                  <a:pt x="11617626" y="1961007"/>
                  <a:pt x="11601191" y="1964800"/>
                </a:cubicBezTo>
                <a:cubicBezTo>
                  <a:pt x="11601191" y="2096275"/>
                  <a:pt x="11601191" y="2227757"/>
                  <a:pt x="11601191" y="2361764"/>
                </a:cubicBezTo>
                <a:cubicBezTo>
                  <a:pt x="11735197" y="2361764"/>
                  <a:pt x="11866679" y="2361764"/>
                  <a:pt x="12003210" y="2361764"/>
                </a:cubicBezTo>
                <a:cubicBezTo>
                  <a:pt x="12003210" y="2225227"/>
                  <a:pt x="12003210" y="2096275"/>
                  <a:pt x="12003210" y="1964800"/>
                </a:cubicBezTo>
                <a:cubicBezTo>
                  <a:pt x="11986776" y="1961007"/>
                  <a:pt x="11894488" y="1959111"/>
                  <a:pt x="11802200" y="1959111"/>
                </a:cubicBezTo>
                <a:close/>
                <a:moveTo>
                  <a:pt x="5034848" y="1959111"/>
                </a:moveTo>
                <a:cubicBezTo>
                  <a:pt x="4942560" y="1959111"/>
                  <a:pt x="4851537" y="1961007"/>
                  <a:pt x="4837630" y="1964800"/>
                </a:cubicBezTo>
                <a:cubicBezTo>
                  <a:pt x="4837630" y="2096275"/>
                  <a:pt x="4837630" y="2227757"/>
                  <a:pt x="4837630" y="2361764"/>
                </a:cubicBezTo>
                <a:cubicBezTo>
                  <a:pt x="4974166" y="2361764"/>
                  <a:pt x="5105642" y="2361764"/>
                  <a:pt x="5239648" y="2361764"/>
                </a:cubicBezTo>
                <a:cubicBezTo>
                  <a:pt x="5239648" y="2227757"/>
                  <a:pt x="5239648" y="2096275"/>
                  <a:pt x="5239648" y="1964800"/>
                </a:cubicBezTo>
                <a:cubicBezTo>
                  <a:pt x="5220686" y="1961007"/>
                  <a:pt x="5127135" y="1959111"/>
                  <a:pt x="5034848" y="1959111"/>
                </a:cubicBezTo>
                <a:close/>
                <a:moveTo>
                  <a:pt x="2927399" y="1959111"/>
                </a:moveTo>
                <a:cubicBezTo>
                  <a:pt x="2835110" y="1959111"/>
                  <a:pt x="2742821" y="1961007"/>
                  <a:pt x="2726387" y="1964800"/>
                </a:cubicBezTo>
                <a:cubicBezTo>
                  <a:pt x="2726387" y="2096275"/>
                  <a:pt x="2726387" y="2227757"/>
                  <a:pt x="2726387" y="2361764"/>
                </a:cubicBezTo>
                <a:cubicBezTo>
                  <a:pt x="2860393" y="2361764"/>
                  <a:pt x="2991874" y="2361764"/>
                  <a:pt x="3128411" y="2361764"/>
                </a:cubicBezTo>
                <a:cubicBezTo>
                  <a:pt x="3128411" y="2225227"/>
                  <a:pt x="3128411" y="2096275"/>
                  <a:pt x="3128411" y="1964800"/>
                </a:cubicBezTo>
                <a:cubicBezTo>
                  <a:pt x="3111977" y="1961007"/>
                  <a:pt x="3019688" y="1959111"/>
                  <a:pt x="2927399" y="1959111"/>
                </a:cubicBezTo>
                <a:close/>
                <a:moveTo>
                  <a:pt x="11434440" y="1957736"/>
                </a:moveTo>
                <a:cubicBezTo>
                  <a:pt x="11326661" y="1957292"/>
                  <a:pt x="11197275" y="1960059"/>
                  <a:pt x="11181470" y="1964800"/>
                </a:cubicBezTo>
                <a:cubicBezTo>
                  <a:pt x="11173884" y="2022952"/>
                  <a:pt x="11176414" y="2333950"/>
                  <a:pt x="11184000" y="2361764"/>
                </a:cubicBezTo>
                <a:cubicBezTo>
                  <a:pt x="11312951" y="2361764"/>
                  <a:pt x="11444427" y="2361764"/>
                  <a:pt x="11575908" y="2361764"/>
                </a:cubicBezTo>
                <a:cubicBezTo>
                  <a:pt x="11583494" y="2323834"/>
                  <a:pt x="11583494" y="1990083"/>
                  <a:pt x="11575908" y="1962270"/>
                </a:cubicBezTo>
                <a:cubicBezTo>
                  <a:pt x="11555997" y="1959425"/>
                  <a:pt x="11499108" y="1958003"/>
                  <a:pt x="11434440" y="1957736"/>
                </a:cubicBezTo>
                <a:close/>
                <a:moveTo>
                  <a:pt x="10593626" y="1957736"/>
                </a:moveTo>
                <a:cubicBezTo>
                  <a:pt x="10484414" y="1957292"/>
                  <a:pt x="10350881" y="1960059"/>
                  <a:pt x="10331916" y="1964800"/>
                </a:cubicBezTo>
                <a:cubicBezTo>
                  <a:pt x="10331916" y="2096275"/>
                  <a:pt x="10331916" y="2227757"/>
                  <a:pt x="10331916" y="2359233"/>
                </a:cubicBezTo>
                <a:cubicBezTo>
                  <a:pt x="10374901" y="2366819"/>
                  <a:pt x="10706127" y="2364288"/>
                  <a:pt x="10733940" y="2356708"/>
                </a:cubicBezTo>
                <a:cubicBezTo>
                  <a:pt x="10733940" y="2225227"/>
                  <a:pt x="10733940" y="2093751"/>
                  <a:pt x="10733940" y="1962270"/>
                </a:cubicBezTo>
                <a:cubicBezTo>
                  <a:pt x="10715925" y="1959425"/>
                  <a:pt x="10659153" y="1958003"/>
                  <a:pt x="10593626" y="1957736"/>
                </a:cubicBezTo>
                <a:close/>
                <a:moveTo>
                  <a:pt x="8056010" y="1957736"/>
                </a:moveTo>
                <a:cubicBezTo>
                  <a:pt x="7947762" y="1957292"/>
                  <a:pt x="7815810" y="1960059"/>
                  <a:pt x="7798427" y="1964800"/>
                </a:cubicBezTo>
                <a:cubicBezTo>
                  <a:pt x="7798427" y="2096275"/>
                  <a:pt x="7798427" y="2227757"/>
                  <a:pt x="7798427" y="2361764"/>
                </a:cubicBezTo>
                <a:cubicBezTo>
                  <a:pt x="7932433" y="2361764"/>
                  <a:pt x="8063914" y="2361764"/>
                  <a:pt x="8197920" y="2361764"/>
                </a:cubicBezTo>
                <a:cubicBezTo>
                  <a:pt x="8205506" y="2278323"/>
                  <a:pt x="8202976" y="1990083"/>
                  <a:pt x="8195390" y="1962270"/>
                </a:cubicBezTo>
                <a:cubicBezTo>
                  <a:pt x="8177375" y="1959425"/>
                  <a:pt x="8120959" y="1958003"/>
                  <a:pt x="8056010" y="1957736"/>
                </a:cubicBezTo>
                <a:close/>
                <a:moveTo>
                  <a:pt x="3829086" y="1957736"/>
                </a:moveTo>
                <a:cubicBezTo>
                  <a:pt x="3720220" y="1957292"/>
                  <a:pt x="3588268" y="1960059"/>
                  <a:pt x="3570885" y="1964800"/>
                </a:cubicBezTo>
                <a:cubicBezTo>
                  <a:pt x="3570885" y="2096275"/>
                  <a:pt x="3570885" y="2225227"/>
                  <a:pt x="3570885" y="2359233"/>
                </a:cubicBezTo>
                <a:cubicBezTo>
                  <a:pt x="3623981" y="2366819"/>
                  <a:pt x="3945090" y="2364288"/>
                  <a:pt x="3970379" y="2356708"/>
                </a:cubicBezTo>
                <a:cubicBezTo>
                  <a:pt x="3970379" y="2225227"/>
                  <a:pt x="3970379" y="2093751"/>
                  <a:pt x="3970379" y="1962270"/>
                </a:cubicBezTo>
                <a:cubicBezTo>
                  <a:pt x="3951415" y="1959425"/>
                  <a:pt x="3894406" y="1958003"/>
                  <a:pt x="3829086" y="1957736"/>
                </a:cubicBezTo>
                <a:close/>
                <a:moveTo>
                  <a:pt x="9909669" y="1957214"/>
                </a:moveTo>
                <a:cubicBezTo>
                  <a:pt x="9909669" y="2093751"/>
                  <a:pt x="9909669" y="2227757"/>
                  <a:pt x="9909669" y="2359233"/>
                </a:cubicBezTo>
                <a:cubicBezTo>
                  <a:pt x="9952655" y="2366819"/>
                  <a:pt x="10283875" y="2364288"/>
                  <a:pt x="10311688" y="2356708"/>
                </a:cubicBezTo>
                <a:cubicBezTo>
                  <a:pt x="10311688" y="2225227"/>
                  <a:pt x="10311688" y="2093751"/>
                  <a:pt x="10311688" y="1957214"/>
                </a:cubicBezTo>
                <a:cubicBezTo>
                  <a:pt x="10175151" y="1957214"/>
                  <a:pt x="10043676" y="1957214"/>
                  <a:pt x="9909669" y="1957214"/>
                </a:cubicBezTo>
                <a:close/>
                <a:moveTo>
                  <a:pt x="5259876" y="1957214"/>
                </a:moveTo>
                <a:cubicBezTo>
                  <a:pt x="5259876" y="2093751"/>
                  <a:pt x="5259876" y="2227757"/>
                  <a:pt x="5259876" y="2361764"/>
                </a:cubicBezTo>
                <a:cubicBezTo>
                  <a:pt x="5393883" y="2361764"/>
                  <a:pt x="5525364" y="2361764"/>
                  <a:pt x="5661901" y="2361764"/>
                </a:cubicBezTo>
                <a:cubicBezTo>
                  <a:pt x="5661901" y="2225227"/>
                  <a:pt x="5661901" y="2096275"/>
                  <a:pt x="5661901" y="1957214"/>
                </a:cubicBezTo>
                <a:cubicBezTo>
                  <a:pt x="5527894" y="1957214"/>
                  <a:pt x="5393883" y="1957214"/>
                  <a:pt x="5259876" y="1957214"/>
                </a:cubicBezTo>
                <a:close/>
                <a:moveTo>
                  <a:pt x="7575292" y="1956580"/>
                </a:moveTo>
                <a:cubicBezTo>
                  <a:pt x="7483004" y="1956580"/>
                  <a:pt x="7391349" y="1958477"/>
                  <a:pt x="7376180" y="1962270"/>
                </a:cubicBezTo>
                <a:cubicBezTo>
                  <a:pt x="7376180" y="2093751"/>
                  <a:pt x="7376180" y="2225227"/>
                  <a:pt x="7376180" y="2356708"/>
                </a:cubicBezTo>
                <a:cubicBezTo>
                  <a:pt x="7429277" y="2364288"/>
                  <a:pt x="7752916" y="2361764"/>
                  <a:pt x="7778199" y="2354178"/>
                </a:cubicBezTo>
                <a:cubicBezTo>
                  <a:pt x="7778199" y="2225227"/>
                  <a:pt x="7778199" y="2093751"/>
                  <a:pt x="7778199" y="1962270"/>
                </a:cubicBezTo>
                <a:cubicBezTo>
                  <a:pt x="7760499" y="1958477"/>
                  <a:pt x="7667579" y="1956580"/>
                  <a:pt x="7575292" y="1956580"/>
                </a:cubicBezTo>
                <a:close/>
                <a:moveTo>
                  <a:pt x="11601191" y="1537493"/>
                </a:moveTo>
                <a:cubicBezTo>
                  <a:pt x="11601191" y="1671499"/>
                  <a:pt x="11601191" y="1802981"/>
                  <a:pt x="11601191" y="1936987"/>
                </a:cubicBezTo>
                <a:cubicBezTo>
                  <a:pt x="11661874" y="1944573"/>
                  <a:pt x="11977927" y="1942042"/>
                  <a:pt x="12003210" y="1934456"/>
                </a:cubicBezTo>
                <a:cubicBezTo>
                  <a:pt x="12003210" y="1802981"/>
                  <a:pt x="12003210" y="1671499"/>
                  <a:pt x="12003210" y="1537493"/>
                </a:cubicBezTo>
                <a:cubicBezTo>
                  <a:pt x="11869204" y="1537493"/>
                  <a:pt x="11735197" y="1537493"/>
                  <a:pt x="11601191" y="1537493"/>
                </a:cubicBezTo>
                <a:close/>
                <a:moveTo>
                  <a:pt x="10759223" y="1537493"/>
                </a:moveTo>
                <a:cubicBezTo>
                  <a:pt x="10751637" y="1588064"/>
                  <a:pt x="10754168" y="1914229"/>
                  <a:pt x="10761754" y="1939511"/>
                </a:cubicBezTo>
                <a:cubicBezTo>
                  <a:pt x="10893230" y="1939511"/>
                  <a:pt x="11024711" y="1939511"/>
                  <a:pt x="11153656" y="1939511"/>
                </a:cubicBezTo>
                <a:cubicBezTo>
                  <a:pt x="11161242" y="1904118"/>
                  <a:pt x="11161242" y="1567837"/>
                  <a:pt x="11153656" y="1537493"/>
                </a:cubicBezTo>
                <a:cubicBezTo>
                  <a:pt x="11022180" y="1537493"/>
                  <a:pt x="10890699" y="1537493"/>
                  <a:pt x="10759223" y="1537493"/>
                </a:cubicBezTo>
                <a:close/>
                <a:moveTo>
                  <a:pt x="10334446" y="1537493"/>
                </a:moveTo>
                <a:cubicBezTo>
                  <a:pt x="10326860" y="1577948"/>
                  <a:pt x="10326860" y="1911704"/>
                  <a:pt x="10334446" y="1939511"/>
                </a:cubicBezTo>
                <a:cubicBezTo>
                  <a:pt x="10390067" y="1947097"/>
                  <a:pt x="10703596" y="1944573"/>
                  <a:pt x="10731410" y="1936987"/>
                </a:cubicBezTo>
                <a:cubicBezTo>
                  <a:pt x="10731410" y="1805505"/>
                  <a:pt x="10731410" y="1674030"/>
                  <a:pt x="10731410" y="1537493"/>
                </a:cubicBezTo>
                <a:cubicBezTo>
                  <a:pt x="10599934" y="1537493"/>
                  <a:pt x="10468453" y="1537493"/>
                  <a:pt x="10334446" y="1537493"/>
                </a:cubicBezTo>
                <a:close/>
                <a:moveTo>
                  <a:pt x="9909669" y="1537493"/>
                </a:moveTo>
                <a:cubicBezTo>
                  <a:pt x="9909669" y="1671499"/>
                  <a:pt x="9909669" y="1805505"/>
                  <a:pt x="9909669" y="1936987"/>
                </a:cubicBezTo>
                <a:cubicBezTo>
                  <a:pt x="9952655" y="1944573"/>
                  <a:pt x="10283875" y="1944573"/>
                  <a:pt x="10311688" y="1934456"/>
                </a:cubicBezTo>
                <a:cubicBezTo>
                  <a:pt x="10311688" y="1802981"/>
                  <a:pt x="10311688" y="1671499"/>
                  <a:pt x="10311688" y="1537493"/>
                </a:cubicBezTo>
                <a:cubicBezTo>
                  <a:pt x="10175151" y="1537493"/>
                  <a:pt x="10043676" y="1537493"/>
                  <a:pt x="9909669" y="1537493"/>
                </a:cubicBezTo>
                <a:close/>
                <a:moveTo>
                  <a:pt x="9067702" y="1537493"/>
                </a:moveTo>
                <a:cubicBezTo>
                  <a:pt x="9060116" y="1577948"/>
                  <a:pt x="9060116" y="1911704"/>
                  <a:pt x="9070226" y="1939511"/>
                </a:cubicBezTo>
                <a:cubicBezTo>
                  <a:pt x="9201708" y="1939511"/>
                  <a:pt x="9333184" y="1939511"/>
                  <a:pt x="9464665" y="1939511"/>
                </a:cubicBezTo>
                <a:cubicBezTo>
                  <a:pt x="9472251" y="1899062"/>
                  <a:pt x="9472251" y="1565306"/>
                  <a:pt x="9462134" y="1537493"/>
                </a:cubicBezTo>
                <a:cubicBezTo>
                  <a:pt x="9330659" y="1537493"/>
                  <a:pt x="9199177" y="1537493"/>
                  <a:pt x="9067702" y="1537493"/>
                </a:cubicBezTo>
                <a:close/>
                <a:moveTo>
                  <a:pt x="8645449" y="1537493"/>
                </a:moveTo>
                <a:cubicBezTo>
                  <a:pt x="8645449" y="1671499"/>
                  <a:pt x="8645449" y="1805505"/>
                  <a:pt x="8645449" y="1939511"/>
                </a:cubicBezTo>
                <a:cubicBezTo>
                  <a:pt x="8776931" y="1939511"/>
                  <a:pt x="8908407" y="1939511"/>
                  <a:pt x="9042419" y="1939511"/>
                </a:cubicBezTo>
                <a:cubicBezTo>
                  <a:pt x="9052530" y="1886415"/>
                  <a:pt x="9049999" y="1562775"/>
                  <a:pt x="9039888" y="1537493"/>
                </a:cubicBezTo>
                <a:cubicBezTo>
                  <a:pt x="8908407" y="1537493"/>
                  <a:pt x="8776931" y="1537493"/>
                  <a:pt x="8645449" y="1537493"/>
                </a:cubicBezTo>
                <a:close/>
                <a:moveTo>
                  <a:pt x="7800957" y="1537493"/>
                </a:moveTo>
                <a:cubicBezTo>
                  <a:pt x="7793371" y="1577948"/>
                  <a:pt x="7793371" y="1911704"/>
                  <a:pt x="7800957" y="1939511"/>
                </a:cubicBezTo>
                <a:cubicBezTo>
                  <a:pt x="7854054" y="1947097"/>
                  <a:pt x="8170107" y="1944573"/>
                  <a:pt x="8197920" y="1936987"/>
                </a:cubicBezTo>
                <a:cubicBezTo>
                  <a:pt x="8197920" y="1805505"/>
                  <a:pt x="8197920" y="1674030"/>
                  <a:pt x="8197920" y="1537493"/>
                </a:cubicBezTo>
                <a:cubicBezTo>
                  <a:pt x="8066439" y="1537493"/>
                  <a:pt x="7934963" y="1537493"/>
                  <a:pt x="7800957" y="1537493"/>
                </a:cubicBezTo>
                <a:close/>
                <a:moveTo>
                  <a:pt x="6534212" y="1537493"/>
                </a:moveTo>
                <a:cubicBezTo>
                  <a:pt x="6526626" y="1580478"/>
                  <a:pt x="6529151" y="1911704"/>
                  <a:pt x="6536737" y="1939511"/>
                </a:cubicBezTo>
                <a:cubicBezTo>
                  <a:pt x="6665688" y="1939511"/>
                  <a:pt x="6799694" y="1939511"/>
                  <a:pt x="6931176" y="1939511"/>
                </a:cubicBezTo>
                <a:cubicBezTo>
                  <a:pt x="6938762" y="1894001"/>
                  <a:pt x="6938762" y="1565306"/>
                  <a:pt x="6928645" y="1537493"/>
                </a:cubicBezTo>
                <a:cubicBezTo>
                  <a:pt x="6797164" y="1537493"/>
                  <a:pt x="6665688" y="1537493"/>
                  <a:pt x="6534212" y="1537493"/>
                </a:cubicBezTo>
                <a:close/>
                <a:moveTo>
                  <a:pt x="6104374" y="1537493"/>
                </a:moveTo>
                <a:cubicBezTo>
                  <a:pt x="6104374" y="1671499"/>
                  <a:pt x="6104374" y="1805505"/>
                  <a:pt x="6104374" y="1939511"/>
                </a:cubicBezTo>
                <a:cubicBezTo>
                  <a:pt x="6240911" y="1939511"/>
                  <a:pt x="6372387" y="1939511"/>
                  <a:pt x="6508924" y="1939511"/>
                </a:cubicBezTo>
                <a:cubicBezTo>
                  <a:pt x="6508924" y="1802981"/>
                  <a:pt x="6508924" y="1671499"/>
                  <a:pt x="6508924" y="1537493"/>
                </a:cubicBezTo>
                <a:cubicBezTo>
                  <a:pt x="6372387" y="1537493"/>
                  <a:pt x="6240911" y="1537493"/>
                  <a:pt x="6104374" y="1537493"/>
                </a:cubicBezTo>
                <a:close/>
                <a:moveTo>
                  <a:pt x="5682128" y="1537493"/>
                </a:moveTo>
                <a:cubicBezTo>
                  <a:pt x="5682128" y="1671499"/>
                  <a:pt x="5682128" y="1802981"/>
                  <a:pt x="5682128" y="1939511"/>
                </a:cubicBezTo>
                <a:cubicBezTo>
                  <a:pt x="5818665" y="1939511"/>
                  <a:pt x="5950141" y="1939511"/>
                  <a:pt x="6081622" y="1939511"/>
                </a:cubicBezTo>
                <a:cubicBezTo>
                  <a:pt x="6089202" y="1888946"/>
                  <a:pt x="6086677" y="1565306"/>
                  <a:pt x="6079091" y="1537493"/>
                </a:cubicBezTo>
                <a:cubicBezTo>
                  <a:pt x="5947616" y="1537493"/>
                  <a:pt x="5816135" y="1537493"/>
                  <a:pt x="5682128" y="1537493"/>
                </a:cubicBezTo>
                <a:close/>
                <a:moveTo>
                  <a:pt x="3995662" y="1537493"/>
                </a:moveTo>
                <a:cubicBezTo>
                  <a:pt x="3993131" y="1671499"/>
                  <a:pt x="3993131" y="1802981"/>
                  <a:pt x="3993131" y="1939511"/>
                </a:cubicBezTo>
                <a:cubicBezTo>
                  <a:pt x="4127137" y="1939511"/>
                  <a:pt x="4261150" y="1939511"/>
                  <a:pt x="4392625" y="1939511"/>
                </a:cubicBezTo>
                <a:cubicBezTo>
                  <a:pt x="4400211" y="1883890"/>
                  <a:pt x="4397681" y="1562775"/>
                  <a:pt x="4390100" y="1537493"/>
                </a:cubicBezTo>
                <a:cubicBezTo>
                  <a:pt x="4258619" y="1537493"/>
                  <a:pt x="4127137" y="1537493"/>
                  <a:pt x="3995662" y="1537493"/>
                </a:cubicBezTo>
                <a:close/>
                <a:moveTo>
                  <a:pt x="3570885" y="1537493"/>
                </a:moveTo>
                <a:cubicBezTo>
                  <a:pt x="3570885" y="1671499"/>
                  <a:pt x="3570885" y="1805505"/>
                  <a:pt x="3570885" y="1939511"/>
                </a:cubicBezTo>
                <a:cubicBezTo>
                  <a:pt x="3704891" y="1939511"/>
                  <a:pt x="3836373" y="1939511"/>
                  <a:pt x="3970379" y="1939511"/>
                </a:cubicBezTo>
                <a:cubicBezTo>
                  <a:pt x="3970379" y="1802981"/>
                  <a:pt x="3970379" y="1671499"/>
                  <a:pt x="3970379" y="1537493"/>
                </a:cubicBezTo>
                <a:cubicBezTo>
                  <a:pt x="3836373" y="1537493"/>
                  <a:pt x="3704891" y="1537493"/>
                  <a:pt x="3570885" y="1537493"/>
                </a:cubicBezTo>
                <a:close/>
                <a:moveTo>
                  <a:pt x="1881894" y="1537493"/>
                </a:moveTo>
                <a:cubicBezTo>
                  <a:pt x="1881894" y="1671499"/>
                  <a:pt x="1881894" y="1805505"/>
                  <a:pt x="1881894" y="1939511"/>
                </a:cubicBezTo>
                <a:cubicBezTo>
                  <a:pt x="2015900" y="1939511"/>
                  <a:pt x="2147376" y="1939511"/>
                  <a:pt x="2281382" y="1939511"/>
                </a:cubicBezTo>
                <a:cubicBezTo>
                  <a:pt x="2281382" y="1805505"/>
                  <a:pt x="2281382" y="1671499"/>
                  <a:pt x="2281382" y="1537493"/>
                </a:cubicBezTo>
                <a:cubicBezTo>
                  <a:pt x="2144845" y="1537493"/>
                  <a:pt x="2013369" y="1537493"/>
                  <a:pt x="1881894" y="1537493"/>
                </a:cubicBezTo>
                <a:close/>
                <a:moveTo>
                  <a:pt x="1462172" y="1537493"/>
                </a:moveTo>
                <a:cubicBezTo>
                  <a:pt x="1452056" y="1588064"/>
                  <a:pt x="1454586" y="1914229"/>
                  <a:pt x="1464697" y="1939511"/>
                </a:cubicBezTo>
                <a:cubicBezTo>
                  <a:pt x="1593648" y="1939511"/>
                  <a:pt x="1725130" y="1939511"/>
                  <a:pt x="1859136" y="1939511"/>
                </a:cubicBezTo>
                <a:cubicBezTo>
                  <a:pt x="1859136" y="1802981"/>
                  <a:pt x="1859136" y="1671499"/>
                  <a:pt x="1859136" y="1537493"/>
                </a:cubicBezTo>
                <a:cubicBezTo>
                  <a:pt x="1725130" y="1537493"/>
                  <a:pt x="1593648" y="1537493"/>
                  <a:pt x="1462172" y="1537493"/>
                </a:cubicBezTo>
                <a:close/>
                <a:moveTo>
                  <a:pt x="1037395" y="1537493"/>
                </a:moveTo>
                <a:cubicBezTo>
                  <a:pt x="1037395" y="1671499"/>
                  <a:pt x="1037395" y="1805505"/>
                  <a:pt x="1037395" y="1939511"/>
                </a:cubicBezTo>
                <a:cubicBezTo>
                  <a:pt x="1171402" y="1939511"/>
                  <a:pt x="1302877" y="1939511"/>
                  <a:pt x="1434359" y="1939511"/>
                </a:cubicBezTo>
                <a:cubicBezTo>
                  <a:pt x="1441945" y="1878829"/>
                  <a:pt x="1439414" y="1565306"/>
                  <a:pt x="1431828" y="1537493"/>
                </a:cubicBezTo>
                <a:cubicBezTo>
                  <a:pt x="1300353" y="1537493"/>
                  <a:pt x="1171402" y="1537493"/>
                  <a:pt x="1037395" y="1537493"/>
                </a:cubicBezTo>
                <a:close/>
                <a:moveTo>
                  <a:pt x="9747795" y="1535488"/>
                </a:moveTo>
                <a:cubicBezTo>
                  <a:pt x="9637547" y="1535043"/>
                  <a:pt x="9503225" y="1537807"/>
                  <a:pt x="9487423" y="1542548"/>
                </a:cubicBezTo>
                <a:cubicBezTo>
                  <a:pt x="9487423" y="1674030"/>
                  <a:pt x="9487423" y="1805505"/>
                  <a:pt x="9487423" y="1936987"/>
                </a:cubicBezTo>
                <a:cubicBezTo>
                  <a:pt x="9535458" y="1944573"/>
                  <a:pt x="9861628" y="1942042"/>
                  <a:pt x="9889442" y="1934456"/>
                </a:cubicBezTo>
                <a:cubicBezTo>
                  <a:pt x="9889442" y="1802981"/>
                  <a:pt x="9889442" y="1671499"/>
                  <a:pt x="9889442" y="1540023"/>
                </a:cubicBezTo>
                <a:cubicBezTo>
                  <a:pt x="9871427" y="1537178"/>
                  <a:pt x="9813944" y="1535755"/>
                  <a:pt x="9747795" y="1535488"/>
                </a:cubicBezTo>
                <a:close/>
                <a:moveTo>
                  <a:pt x="7210664" y="1535488"/>
                </a:moveTo>
                <a:cubicBezTo>
                  <a:pt x="7100539" y="1535043"/>
                  <a:pt x="6967205" y="1537807"/>
                  <a:pt x="6951403" y="1542548"/>
                </a:cubicBezTo>
                <a:cubicBezTo>
                  <a:pt x="6951403" y="1671499"/>
                  <a:pt x="6951403" y="1802981"/>
                  <a:pt x="6951403" y="1936987"/>
                </a:cubicBezTo>
                <a:cubicBezTo>
                  <a:pt x="7001969" y="1944573"/>
                  <a:pt x="7328139" y="1942042"/>
                  <a:pt x="7353422" y="1934456"/>
                </a:cubicBezTo>
                <a:cubicBezTo>
                  <a:pt x="7353422" y="1802981"/>
                  <a:pt x="7353422" y="1671499"/>
                  <a:pt x="7353422" y="1540023"/>
                </a:cubicBezTo>
                <a:cubicBezTo>
                  <a:pt x="7334458" y="1537178"/>
                  <a:pt x="7276738" y="1535755"/>
                  <a:pt x="7210664" y="1535488"/>
                </a:cubicBezTo>
                <a:close/>
                <a:moveTo>
                  <a:pt x="3404434" y="1535488"/>
                </a:moveTo>
                <a:cubicBezTo>
                  <a:pt x="3294457" y="1535043"/>
                  <a:pt x="3163491" y="1537807"/>
                  <a:pt x="3146108" y="1542548"/>
                </a:cubicBezTo>
                <a:cubicBezTo>
                  <a:pt x="3146108" y="1674030"/>
                  <a:pt x="3146108" y="1805505"/>
                  <a:pt x="3146108" y="1936987"/>
                </a:cubicBezTo>
                <a:cubicBezTo>
                  <a:pt x="3204260" y="1944573"/>
                  <a:pt x="3525375" y="1942042"/>
                  <a:pt x="3550657" y="1934456"/>
                </a:cubicBezTo>
                <a:cubicBezTo>
                  <a:pt x="3550657" y="1802981"/>
                  <a:pt x="3550657" y="1671499"/>
                  <a:pt x="3550657" y="1540023"/>
                </a:cubicBezTo>
                <a:cubicBezTo>
                  <a:pt x="3528850" y="1537178"/>
                  <a:pt x="3470420" y="1535755"/>
                  <a:pt x="3404434" y="1535488"/>
                </a:cubicBezTo>
                <a:close/>
                <a:moveTo>
                  <a:pt x="8223203" y="1534962"/>
                </a:moveTo>
                <a:cubicBezTo>
                  <a:pt x="8220673" y="1671499"/>
                  <a:pt x="8220673" y="1802981"/>
                  <a:pt x="8220673" y="1936987"/>
                </a:cubicBezTo>
                <a:cubicBezTo>
                  <a:pt x="8357209" y="1936987"/>
                  <a:pt x="8488691" y="1936987"/>
                  <a:pt x="8620167" y="1936987"/>
                </a:cubicBezTo>
                <a:cubicBezTo>
                  <a:pt x="8630283" y="1881360"/>
                  <a:pt x="8625222" y="1560251"/>
                  <a:pt x="8617636" y="1534962"/>
                </a:cubicBezTo>
                <a:cubicBezTo>
                  <a:pt x="8486160" y="1534962"/>
                  <a:pt x="8354685" y="1534962"/>
                  <a:pt x="8223203" y="1534962"/>
                </a:cubicBezTo>
                <a:close/>
                <a:moveTo>
                  <a:pt x="7376180" y="1534962"/>
                </a:moveTo>
                <a:cubicBezTo>
                  <a:pt x="7376180" y="1671499"/>
                  <a:pt x="7376180" y="1802981"/>
                  <a:pt x="7376180" y="1936987"/>
                </a:cubicBezTo>
                <a:cubicBezTo>
                  <a:pt x="7512711" y="1936987"/>
                  <a:pt x="7644193" y="1936987"/>
                  <a:pt x="7778199" y="1936987"/>
                </a:cubicBezTo>
                <a:cubicBezTo>
                  <a:pt x="7778199" y="1802981"/>
                  <a:pt x="7778199" y="1668974"/>
                  <a:pt x="7778199" y="1534962"/>
                </a:cubicBezTo>
                <a:cubicBezTo>
                  <a:pt x="7644193" y="1534962"/>
                  <a:pt x="7512711" y="1534962"/>
                  <a:pt x="7376180" y="1534962"/>
                </a:cubicBezTo>
                <a:close/>
                <a:moveTo>
                  <a:pt x="4837630" y="1534962"/>
                </a:moveTo>
                <a:cubicBezTo>
                  <a:pt x="4837630" y="1671499"/>
                  <a:pt x="4837630" y="1802981"/>
                  <a:pt x="4837630" y="1936987"/>
                </a:cubicBezTo>
                <a:cubicBezTo>
                  <a:pt x="4974166" y="1936987"/>
                  <a:pt x="5105642" y="1936987"/>
                  <a:pt x="5239648" y="1936987"/>
                </a:cubicBezTo>
                <a:cubicBezTo>
                  <a:pt x="5239648" y="1802981"/>
                  <a:pt x="5239648" y="1668974"/>
                  <a:pt x="5239648" y="1534962"/>
                </a:cubicBezTo>
                <a:cubicBezTo>
                  <a:pt x="5105642" y="1534962"/>
                  <a:pt x="4974166" y="1534962"/>
                  <a:pt x="4837630" y="1534962"/>
                </a:cubicBezTo>
                <a:close/>
                <a:moveTo>
                  <a:pt x="4415383" y="1534962"/>
                </a:moveTo>
                <a:cubicBezTo>
                  <a:pt x="4415383" y="1671499"/>
                  <a:pt x="4415383" y="1805505"/>
                  <a:pt x="4415383" y="1939511"/>
                </a:cubicBezTo>
                <a:cubicBezTo>
                  <a:pt x="4549390" y="1939511"/>
                  <a:pt x="4680865" y="1939511"/>
                  <a:pt x="4812347" y="1939511"/>
                </a:cubicBezTo>
                <a:cubicBezTo>
                  <a:pt x="4819933" y="1901587"/>
                  <a:pt x="4819933" y="1567837"/>
                  <a:pt x="4809816" y="1534962"/>
                </a:cubicBezTo>
                <a:cubicBezTo>
                  <a:pt x="4678340" y="1534962"/>
                  <a:pt x="4546859" y="1534962"/>
                  <a:pt x="4415383" y="1534962"/>
                </a:cubicBezTo>
                <a:close/>
                <a:moveTo>
                  <a:pt x="615143" y="1534962"/>
                </a:moveTo>
                <a:cubicBezTo>
                  <a:pt x="607557" y="1577948"/>
                  <a:pt x="607557" y="1909173"/>
                  <a:pt x="615143" y="1936987"/>
                </a:cubicBezTo>
                <a:cubicBezTo>
                  <a:pt x="746625" y="1936987"/>
                  <a:pt x="878100" y="1936987"/>
                  <a:pt x="1009582" y="1936987"/>
                </a:cubicBezTo>
                <a:cubicBezTo>
                  <a:pt x="1017168" y="1894001"/>
                  <a:pt x="1017168" y="1562775"/>
                  <a:pt x="1007051" y="1534962"/>
                </a:cubicBezTo>
                <a:cubicBezTo>
                  <a:pt x="880631" y="1534962"/>
                  <a:pt x="749155" y="1534962"/>
                  <a:pt x="615143" y="1534962"/>
                </a:cubicBezTo>
                <a:close/>
                <a:moveTo>
                  <a:pt x="5456148" y="1534334"/>
                </a:moveTo>
                <a:cubicBezTo>
                  <a:pt x="5364175" y="1534333"/>
                  <a:pt x="5273783" y="1536230"/>
                  <a:pt x="5259876" y="1540023"/>
                </a:cubicBezTo>
                <a:cubicBezTo>
                  <a:pt x="5259876" y="1671499"/>
                  <a:pt x="5259876" y="1802981"/>
                  <a:pt x="5259876" y="1934456"/>
                </a:cubicBezTo>
                <a:cubicBezTo>
                  <a:pt x="5302862" y="1942042"/>
                  <a:pt x="5634087" y="1942042"/>
                  <a:pt x="5661901" y="1931931"/>
                </a:cubicBezTo>
                <a:cubicBezTo>
                  <a:pt x="5661901" y="1802981"/>
                  <a:pt x="5661901" y="1671499"/>
                  <a:pt x="5661901" y="1540023"/>
                </a:cubicBezTo>
                <a:cubicBezTo>
                  <a:pt x="5641673" y="1536230"/>
                  <a:pt x="5548121" y="1534333"/>
                  <a:pt x="5456148" y="1534334"/>
                </a:cubicBezTo>
                <a:close/>
                <a:moveTo>
                  <a:pt x="2920128" y="1534334"/>
                </a:moveTo>
                <a:cubicBezTo>
                  <a:pt x="2828156" y="1534333"/>
                  <a:pt x="2737766" y="1536230"/>
                  <a:pt x="2723862" y="1540023"/>
                </a:cubicBezTo>
                <a:cubicBezTo>
                  <a:pt x="2723862" y="1671499"/>
                  <a:pt x="2723862" y="1802981"/>
                  <a:pt x="2723862" y="1936987"/>
                </a:cubicBezTo>
                <a:cubicBezTo>
                  <a:pt x="2860393" y="1939511"/>
                  <a:pt x="2991874" y="1939511"/>
                  <a:pt x="3125881" y="1939511"/>
                </a:cubicBezTo>
                <a:cubicBezTo>
                  <a:pt x="3125881" y="1802981"/>
                  <a:pt x="3125881" y="1671499"/>
                  <a:pt x="3125881" y="1540023"/>
                </a:cubicBezTo>
                <a:cubicBezTo>
                  <a:pt x="3105653" y="1536230"/>
                  <a:pt x="3012100" y="1534333"/>
                  <a:pt x="2920128" y="1534334"/>
                </a:cubicBezTo>
                <a:close/>
                <a:moveTo>
                  <a:pt x="386638" y="1534334"/>
                </a:moveTo>
                <a:cubicBezTo>
                  <a:pt x="294665" y="1534333"/>
                  <a:pt x="204273" y="1536230"/>
                  <a:pt x="190366" y="1540023"/>
                </a:cubicBezTo>
                <a:cubicBezTo>
                  <a:pt x="190366" y="1671499"/>
                  <a:pt x="190366" y="1802981"/>
                  <a:pt x="190366" y="1934456"/>
                </a:cubicBezTo>
                <a:cubicBezTo>
                  <a:pt x="233352" y="1942042"/>
                  <a:pt x="564578" y="1942042"/>
                  <a:pt x="592391" y="1931931"/>
                </a:cubicBezTo>
                <a:cubicBezTo>
                  <a:pt x="592391" y="1802981"/>
                  <a:pt x="592391" y="1674030"/>
                  <a:pt x="592391" y="1540023"/>
                </a:cubicBezTo>
                <a:cubicBezTo>
                  <a:pt x="572164" y="1536230"/>
                  <a:pt x="478611" y="1534333"/>
                  <a:pt x="386638" y="1534334"/>
                </a:cubicBezTo>
                <a:close/>
                <a:moveTo>
                  <a:pt x="2557098" y="1532959"/>
                </a:moveTo>
                <a:cubicBezTo>
                  <a:pt x="2447984" y="1532515"/>
                  <a:pt x="2318993" y="1535282"/>
                  <a:pt x="2301610" y="1540023"/>
                </a:cubicBezTo>
                <a:cubicBezTo>
                  <a:pt x="2301610" y="1671499"/>
                  <a:pt x="2301610" y="1805505"/>
                  <a:pt x="2301610" y="1939511"/>
                </a:cubicBezTo>
                <a:cubicBezTo>
                  <a:pt x="2435616" y="1939511"/>
                  <a:pt x="2567097" y="1939511"/>
                  <a:pt x="2703634" y="1939511"/>
                </a:cubicBezTo>
                <a:cubicBezTo>
                  <a:pt x="2703634" y="1805505"/>
                  <a:pt x="2703634" y="1671499"/>
                  <a:pt x="2703634" y="1537493"/>
                </a:cubicBezTo>
                <a:cubicBezTo>
                  <a:pt x="2680878" y="1534648"/>
                  <a:pt x="2622566" y="1533226"/>
                  <a:pt x="2557098" y="1532959"/>
                </a:cubicBezTo>
                <a:close/>
                <a:moveTo>
                  <a:pt x="11178945" y="1532437"/>
                </a:moveTo>
                <a:cubicBezTo>
                  <a:pt x="11178945" y="1671499"/>
                  <a:pt x="11178945" y="1802981"/>
                  <a:pt x="11178945" y="1936987"/>
                </a:cubicBezTo>
                <a:cubicBezTo>
                  <a:pt x="11312951" y="1936987"/>
                  <a:pt x="11446957" y="1936987"/>
                  <a:pt x="11578433" y="1936987"/>
                </a:cubicBezTo>
                <a:cubicBezTo>
                  <a:pt x="11578433" y="1802981"/>
                  <a:pt x="11578433" y="1668974"/>
                  <a:pt x="11578433" y="1532437"/>
                </a:cubicBezTo>
                <a:cubicBezTo>
                  <a:pt x="11444427" y="1532437"/>
                  <a:pt x="11312951" y="1532437"/>
                  <a:pt x="11178945" y="1532437"/>
                </a:cubicBezTo>
                <a:close/>
                <a:moveTo>
                  <a:pt x="9909669" y="1117771"/>
                </a:moveTo>
                <a:cubicBezTo>
                  <a:pt x="9909669" y="1249253"/>
                  <a:pt x="9909669" y="1380728"/>
                  <a:pt x="9909669" y="1517265"/>
                </a:cubicBezTo>
                <a:cubicBezTo>
                  <a:pt x="10046206" y="1517265"/>
                  <a:pt x="10177682" y="1517265"/>
                  <a:pt x="10311688" y="1517265"/>
                </a:cubicBezTo>
                <a:cubicBezTo>
                  <a:pt x="10311688" y="1383259"/>
                  <a:pt x="10311688" y="1249253"/>
                  <a:pt x="10311688" y="1117771"/>
                </a:cubicBezTo>
                <a:cubicBezTo>
                  <a:pt x="10177682" y="1117771"/>
                  <a:pt x="10046206" y="1117771"/>
                  <a:pt x="9909669" y="1117771"/>
                </a:cubicBezTo>
                <a:close/>
                <a:moveTo>
                  <a:pt x="612619" y="1117771"/>
                </a:moveTo>
                <a:cubicBezTo>
                  <a:pt x="612619" y="1249253"/>
                  <a:pt x="612619" y="1383259"/>
                  <a:pt x="612619" y="1514734"/>
                </a:cubicBezTo>
                <a:cubicBezTo>
                  <a:pt x="653073" y="1522320"/>
                  <a:pt x="986824" y="1522320"/>
                  <a:pt x="1014637" y="1514734"/>
                </a:cubicBezTo>
                <a:cubicBezTo>
                  <a:pt x="1014637" y="1383259"/>
                  <a:pt x="1014637" y="1251777"/>
                  <a:pt x="1014637" y="1117771"/>
                </a:cubicBezTo>
                <a:cubicBezTo>
                  <a:pt x="880631" y="1117771"/>
                  <a:pt x="746625" y="1117771"/>
                  <a:pt x="612619" y="1117771"/>
                </a:cubicBezTo>
                <a:close/>
                <a:moveTo>
                  <a:pt x="10334446" y="1115246"/>
                </a:moveTo>
                <a:cubicBezTo>
                  <a:pt x="10334446" y="1249253"/>
                  <a:pt x="10334446" y="1380728"/>
                  <a:pt x="10334446" y="1517265"/>
                </a:cubicBezTo>
                <a:cubicBezTo>
                  <a:pt x="10468453" y="1517265"/>
                  <a:pt x="10599934" y="1517265"/>
                  <a:pt x="10733940" y="1517265"/>
                </a:cubicBezTo>
                <a:cubicBezTo>
                  <a:pt x="10733940" y="1383259"/>
                  <a:pt x="10733940" y="1251777"/>
                  <a:pt x="10733940" y="1115246"/>
                </a:cubicBezTo>
                <a:cubicBezTo>
                  <a:pt x="10597404" y="1115246"/>
                  <a:pt x="10465922" y="1115246"/>
                  <a:pt x="10334446" y="1115246"/>
                </a:cubicBezTo>
                <a:close/>
                <a:moveTo>
                  <a:pt x="9489948" y="1115246"/>
                </a:moveTo>
                <a:cubicBezTo>
                  <a:pt x="9482362" y="1158226"/>
                  <a:pt x="9482362" y="1489452"/>
                  <a:pt x="9492479" y="1514734"/>
                </a:cubicBezTo>
                <a:cubicBezTo>
                  <a:pt x="9623954" y="1514734"/>
                  <a:pt x="9757960" y="1514734"/>
                  <a:pt x="9889442" y="1514734"/>
                </a:cubicBezTo>
                <a:cubicBezTo>
                  <a:pt x="9889442" y="1380728"/>
                  <a:pt x="9889442" y="1246722"/>
                  <a:pt x="9889442" y="1115246"/>
                </a:cubicBezTo>
                <a:cubicBezTo>
                  <a:pt x="9752905" y="1115246"/>
                  <a:pt x="9621429" y="1115246"/>
                  <a:pt x="9489948" y="1115246"/>
                </a:cubicBezTo>
                <a:close/>
                <a:moveTo>
                  <a:pt x="9067702" y="1115246"/>
                </a:moveTo>
                <a:cubicBezTo>
                  <a:pt x="9060116" y="1158226"/>
                  <a:pt x="9060116" y="1489452"/>
                  <a:pt x="9070226" y="1517265"/>
                </a:cubicBezTo>
                <a:cubicBezTo>
                  <a:pt x="9133439" y="1524851"/>
                  <a:pt x="9439382" y="1522320"/>
                  <a:pt x="9467190" y="1514734"/>
                </a:cubicBezTo>
                <a:cubicBezTo>
                  <a:pt x="9467190" y="1383259"/>
                  <a:pt x="9467190" y="1251777"/>
                  <a:pt x="9467190" y="1117771"/>
                </a:cubicBezTo>
                <a:cubicBezTo>
                  <a:pt x="9330659" y="1115246"/>
                  <a:pt x="9199177" y="1115246"/>
                  <a:pt x="9067702" y="1115246"/>
                </a:cubicBezTo>
                <a:close/>
                <a:moveTo>
                  <a:pt x="8220673" y="1115246"/>
                </a:moveTo>
                <a:cubicBezTo>
                  <a:pt x="8220673" y="1249253"/>
                  <a:pt x="8220673" y="1383259"/>
                  <a:pt x="8220673" y="1517265"/>
                </a:cubicBezTo>
                <a:cubicBezTo>
                  <a:pt x="8357209" y="1517265"/>
                  <a:pt x="8486160" y="1517265"/>
                  <a:pt x="8620167" y="1517265"/>
                </a:cubicBezTo>
                <a:cubicBezTo>
                  <a:pt x="8620167" y="1383259"/>
                  <a:pt x="8620167" y="1249253"/>
                  <a:pt x="8620167" y="1115246"/>
                </a:cubicBezTo>
                <a:cubicBezTo>
                  <a:pt x="8486160" y="1115246"/>
                  <a:pt x="8354685" y="1115246"/>
                  <a:pt x="8220673" y="1115246"/>
                </a:cubicBezTo>
                <a:close/>
                <a:moveTo>
                  <a:pt x="7798427" y="1115246"/>
                </a:moveTo>
                <a:cubicBezTo>
                  <a:pt x="7798427" y="1249253"/>
                  <a:pt x="7798427" y="1383259"/>
                  <a:pt x="7798427" y="1517265"/>
                </a:cubicBezTo>
                <a:cubicBezTo>
                  <a:pt x="7932433" y="1517265"/>
                  <a:pt x="8063914" y="1517265"/>
                  <a:pt x="8197920" y="1517265"/>
                </a:cubicBezTo>
                <a:cubicBezTo>
                  <a:pt x="8197920" y="1380728"/>
                  <a:pt x="8197920" y="1249253"/>
                  <a:pt x="8197920" y="1115246"/>
                </a:cubicBezTo>
                <a:cubicBezTo>
                  <a:pt x="8063914" y="1115246"/>
                  <a:pt x="7932433" y="1115246"/>
                  <a:pt x="7798427" y="1115246"/>
                </a:cubicBezTo>
                <a:close/>
                <a:moveTo>
                  <a:pt x="6104374" y="1115246"/>
                </a:moveTo>
                <a:cubicBezTo>
                  <a:pt x="6104374" y="1249253"/>
                  <a:pt x="6104374" y="1383259"/>
                  <a:pt x="6104374" y="1517265"/>
                </a:cubicBezTo>
                <a:cubicBezTo>
                  <a:pt x="6240911" y="1517265"/>
                  <a:pt x="6372387" y="1517265"/>
                  <a:pt x="6508924" y="1517265"/>
                </a:cubicBezTo>
                <a:cubicBezTo>
                  <a:pt x="6508924" y="1380728"/>
                  <a:pt x="6508924" y="1249253"/>
                  <a:pt x="6508924" y="1115246"/>
                </a:cubicBezTo>
                <a:cubicBezTo>
                  <a:pt x="6372387" y="1115246"/>
                  <a:pt x="6240911" y="1115246"/>
                  <a:pt x="6104374" y="1115246"/>
                </a:cubicBezTo>
                <a:close/>
                <a:moveTo>
                  <a:pt x="5682128" y="1115246"/>
                </a:moveTo>
                <a:cubicBezTo>
                  <a:pt x="5682128" y="1249253"/>
                  <a:pt x="5682128" y="1380728"/>
                  <a:pt x="5682128" y="1512210"/>
                </a:cubicBezTo>
                <a:cubicBezTo>
                  <a:pt x="5722583" y="1519796"/>
                  <a:pt x="6056333" y="1519796"/>
                  <a:pt x="6084147" y="1509679"/>
                </a:cubicBezTo>
                <a:cubicBezTo>
                  <a:pt x="6084147" y="1380728"/>
                  <a:pt x="6084147" y="1251777"/>
                  <a:pt x="6084147" y="1115246"/>
                </a:cubicBezTo>
                <a:cubicBezTo>
                  <a:pt x="5947616" y="1115246"/>
                  <a:pt x="5816135" y="1115246"/>
                  <a:pt x="5682128" y="1115246"/>
                </a:cubicBezTo>
                <a:close/>
                <a:moveTo>
                  <a:pt x="4840160" y="1115246"/>
                </a:moveTo>
                <a:cubicBezTo>
                  <a:pt x="4840160" y="1249253"/>
                  <a:pt x="4840160" y="1383259"/>
                  <a:pt x="4840160" y="1517265"/>
                </a:cubicBezTo>
                <a:cubicBezTo>
                  <a:pt x="4971636" y="1517265"/>
                  <a:pt x="5105642" y="1517265"/>
                  <a:pt x="5237124" y="1517265"/>
                </a:cubicBezTo>
                <a:cubicBezTo>
                  <a:pt x="5244710" y="1479341"/>
                  <a:pt x="5244710" y="1143060"/>
                  <a:pt x="5237124" y="1115246"/>
                </a:cubicBezTo>
                <a:cubicBezTo>
                  <a:pt x="5105642" y="1115246"/>
                  <a:pt x="4971636" y="1115246"/>
                  <a:pt x="4840160" y="1115246"/>
                </a:cubicBezTo>
                <a:close/>
                <a:moveTo>
                  <a:pt x="4415383" y="1115246"/>
                </a:moveTo>
                <a:cubicBezTo>
                  <a:pt x="4415383" y="1249253"/>
                  <a:pt x="4415383" y="1383259"/>
                  <a:pt x="4415383" y="1517265"/>
                </a:cubicBezTo>
                <a:cubicBezTo>
                  <a:pt x="4549390" y="1517265"/>
                  <a:pt x="4680865" y="1517265"/>
                  <a:pt x="4814877" y="1517265"/>
                </a:cubicBezTo>
                <a:cubicBezTo>
                  <a:pt x="4814877" y="1383259"/>
                  <a:pt x="4814877" y="1251777"/>
                  <a:pt x="4814877" y="1115246"/>
                </a:cubicBezTo>
                <a:cubicBezTo>
                  <a:pt x="4680865" y="1115246"/>
                  <a:pt x="4549390" y="1115246"/>
                  <a:pt x="4415383" y="1115246"/>
                </a:cubicBezTo>
                <a:close/>
                <a:moveTo>
                  <a:pt x="3993131" y="1115246"/>
                </a:moveTo>
                <a:cubicBezTo>
                  <a:pt x="3993131" y="1249253"/>
                  <a:pt x="3993131" y="1383259"/>
                  <a:pt x="3993131" y="1517265"/>
                </a:cubicBezTo>
                <a:cubicBezTo>
                  <a:pt x="4127137" y="1517265"/>
                  <a:pt x="4258619" y="1517265"/>
                  <a:pt x="4392625" y="1517265"/>
                </a:cubicBezTo>
                <a:cubicBezTo>
                  <a:pt x="4392625" y="1380728"/>
                  <a:pt x="4392625" y="1249253"/>
                  <a:pt x="4392625" y="1115246"/>
                </a:cubicBezTo>
                <a:cubicBezTo>
                  <a:pt x="4258619" y="1115246"/>
                  <a:pt x="4127137" y="1115246"/>
                  <a:pt x="3993131" y="1115246"/>
                </a:cubicBezTo>
                <a:close/>
                <a:moveTo>
                  <a:pt x="3570885" y="1115246"/>
                </a:moveTo>
                <a:cubicBezTo>
                  <a:pt x="3570885" y="1251777"/>
                  <a:pt x="3570885" y="1383259"/>
                  <a:pt x="3570885" y="1517265"/>
                </a:cubicBezTo>
                <a:cubicBezTo>
                  <a:pt x="3704891" y="1517265"/>
                  <a:pt x="3836373" y="1517265"/>
                  <a:pt x="3970379" y="1517265"/>
                </a:cubicBezTo>
                <a:cubicBezTo>
                  <a:pt x="3970379" y="1383259"/>
                  <a:pt x="3970379" y="1249253"/>
                  <a:pt x="3970379" y="1115246"/>
                </a:cubicBezTo>
                <a:cubicBezTo>
                  <a:pt x="3836373" y="1115246"/>
                  <a:pt x="3704891" y="1115246"/>
                  <a:pt x="3570885" y="1115246"/>
                </a:cubicBezTo>
                <a:close/>
                <a:moveTo>
                  <a:pt x="3151163" y="1115246"/>
                </a:moveTo>
                <a:cubicBezTo>
                  <a:pt x="3143577" y="1158226"/>
                  <a:pt x="3143577" y="1489452"/>
                  <a:pt x="3153694" y="1514734"/>
                </a:cubicBezTo>
                <a:cubicBezTo>
                  <a:pt x="3285170" y="1514734"/>
                  <a:pt x="3419176" y="1514734"/>
                  <a:pt x="3553188" y="1514734"/>
                </a:cubicBezTo>
                <a:cubicBezTo>
                  <a:pt x="3550657" y="1383259"/>
                  <a:pt x="3550657" y="1251777"/>
                  <a:pt x="3550657" y="1115246"/>
                </a:cubicBezTo>
                <a:cubicBezTo>
                  <a:pt x="3414121" y="1115246"/>
                  <a:pt x="3282645" y="1115246"/>
                  <a:pt x="3151163" y="1115246"/>
                </a:cubicBezTo>
                <a:close/>
                <a:moveTo>
                  <a:pt x="2728917" y="1115246"/>
                </a:moveTo>
                <a:cubicBezTo>
                  <a:pt x="2721331" y="1155701"/>
                  <a:pt x="2721331" y="1489452"/>
                  <a:pt x="2731442" y="1519796"/>
                </a:cubicBezTo>
                <a:cubicBezTo>
                  <a:pt x="2862923" y="1519796"/>
                  <a:pt x="2994405" y="1519796"/>
                  <a:pt x="3128411" y="1519796"/>
                </a:cubicBezTo>
                <a:cubicBezTo>
                  <a:pt x="3128411" y="1383259"/>
                  <a:pt x="3128411" y="1249253"/>
                  <a:pt x="3128411" y="1115246"/>
                </a:cubicBezTo>
                <a:cubicBezTo>
                  <a:pt x="2991874" y="1115246"/>
                  <a:pt x="2860393" y="1115246"/>
                  <a:pt x="2728917" y="1115246"/>
                </a:cubicBezTo>
                <a:close/>
                <a:moveTo>
                  <a:pt x="2301610" y="1115246"/>
                </a:moveTo>
                <a:cubicBezTo>
                  <a:pt x="2301610" y="1249253"/>
                  <a:pt x="2301610" y="1383259"/>
                  <a:pt x="2301610" y="1517265"/>
                </a:cubicBezTo>
                <a:cubicBezTo>
                  <a:pt x="2435616" y="1517265"/>
                  <a:pt x="2567097" y="1517265"/>
                  <a:pt x="2703634" y="1517265"/>
                </a:cubicBezTo>
                <a:cubicBezTo>
                  <a:pt x="2703634" y="1383259"/>
                  <a:pt x="2703634" y="1251777"/>
                  <a:pt x="2703634" y="1115246"/>
                </a:cubicBezTo>
                <a:cubicBezTo>
                  <a:pt x="2567097" y="1115246"/>
                  <a:pt x="2435616" y="1115246"/>
                  <a:pt x="2301610" y="1115246"/>
                </a:cubicBezTo>
                <a:close/>
                <a:moveTo>
                  <a:pt x="1881894" y="1115246"/>
                </a:moveTo>
                <a:cubicBezTo>
                  <a:pt x="1881894" y="1249253"/>
                  <a:pt x="1881894" y="1380728"/>
                  <a:pt x="1881894" y="1517265"/>
                </a:cubicBezTo>
                <a:cubicBezTo>
                  <a:pt x="2015900" y="1517265"/>
                  <a:pt x="2147376" y="1517265"/>
                  <a:pt x="2281382" y="1517265"/>
                </a:cubicBezTo>
                <a:cubicBezTo>
                  <a:pt x="2281382" y="1383259"/>
                  <a:pt x="2281382" y="1249253"/>
                  <a:pt x="2281382" y="1115246"/>
                </a:cubicBezTo>
                <a:cubicBezTo>
                  <a:pt x="2147376" y="1115246"/>
                  <a:pt x="2015900" y="1115246"/>
                  <a:pt x="1881894" y="1115246"/>
                </a:cubicBezTo>
                <a:close/>
                <a:moveTo>
                  <a:pt x="1457117" y="1115246"/>
                </a:moveTo>
                <a:cubicBezTo>
                  <a:pt x="1457117" y="1249253"/>
                  <a:pt x="1454586" y="1383259"/>
                  <a:pt x="1457117" y="1517265"/>
                </a:cubicBezTo>
                <a:cubicBezTo>
                  <a:pt x="1593648" y="1517265"/>
                  <a:pt x="1725130" y="1517265"/>
                  <a:pt x="1859136" y="1517265"/>
                </a:cubicBezTo>
                <a:cubicBezTo>
                  <a:pt x="1859136" y="1380728"/>
                  <a:pt x="1859136" y="1249253"/>
                  <a:pt x="1859136" y="1115246"/>
                </a:cubicBezTo>
                <a:cubicBezTo>
                  <a:pt x="1725130" y="1115246"/>
                  <a:pt x="1593648" y="1115246"/>
                  <a:pt x="1457117" y="1115246"/>
                </a:cubicBezTo>
                <a:close/>
                <a:moveTo>
                  <a:pt x="1039920" y="1115246"/>
                </a:moveTo>
                <a:cubicBezTo>
                  <a:pt x="1029809" y="1163287"/>
                  <a:pt x="1032334" y="1491982"/>
                  <a:pt x="1042451" y="1517265"/>
                </a:cubicBezTo>
                <a:cubicBezTo>
                  <a:pt x="1171402" y="1517265"/>
                  <a:pt x="1300353" y="1517265"/>
                  <a:pt x="1436884" y="1517265"/>
                </a:cubicBezTo>
                <a:cubicBezTo>
                  <a:pt x="1436884" y="1380728"/>
                  <a:pt x="1436884" y="1249253"/>
                  <a:pt x="1436884" y="1115246"/>
                </a:cubicBezTo>
                <a:cubicBezTo>
                  <a:pt x="1302877" y="1115246"/>
                  <a:pt x="1171402" y="1115246"/>
                  <a:pt x="1039920" y="1115246"/>
                </a:cubicBezTo>
                <a:close/>
                <a:moveTo>
                  <a:pt x="11435549" y="1113238"/>
                </a:moveTo>
                <a:cubicBezTo>
                  <a:pt x="11327647" y="1112794"/>
                  <a:pt x="11197275" y="1115560"/>
                  <a:pt x="11181470" y="1120302"/>
                </a:cubicBezTo>
                <a:cubicBezTo>
                  <a:pt x="11181470" y="1251777"/>
                  <a:pt x="11181470" y="1383259"/>
                  <a:pt x="11181470" y="1517265"/>
                </a:cubicBezTo>
                <a:cubicBezTo>
                  <a:pt x="11312951" y="1517265"/>
                  <a:pt x="11444427" y="1517265"/>
                  <a:pt x="11575908" y="1517265"/>
                </a:cubicBezTo>
                <a:cubicBezTo>
                  <a:pt x="11583494" y="1484396"/>
                  <a:pt x="11583494" y="1148115"/>
                  <a:pt x="11575908" y="1117771"/>
                </a:cubicBezTo>
                <a:cubicBezTo>
                  <a:pt x="11556944" y="1114926"/>
                  <a:pt x="11500291" y="1113504"/>
                  <a:pt x="11435549" y="1113238"/>
                </a:cubicBezTo>
                <a:close/>
                <a:moveTo>
                  <a:pt x="8899530" y="1113238"/>
                </a:moveTo>
                <a:cubicBezTo>
                  <a:pt x="8791626" y="1112794"/>
                  <a:pt x="8661251" y="1115560"/>
                  <a:pt x="8645449" y="1120302"/>
                </a:cubicBezTo>
                <a:cubicBezTo>
                  <a:pt x="8645449" y="1251777"/>
                  <a:pt x="8645449" y="1383259"/>
                  <a:pt x="8645449" y="1517265"/>
                </a:cubicBezTo>
                <a:cubicBezTo>
                  <a:pt x="8779462" y="1517265"/>
                  <a:pt x="8910937" y="1517265"/>
                  <a:pt x="9039888" y="1517265"/>
                </a:cubicBezTo>
                <a:cubicBezTo>
                  <a:pt x="9047474" y="1484396"/>
                  <a:pt x="9047474" y="1148115"/>
                  <a:pt x="9039888" y="1117771"/>
                </a:cubicBezTo>
                <a:cubicBezTo>
                  <a:pt x="9020926" y="1114926"/>
                  <a:pt x="8964273" y="1113504"/>
                  <a:pt x="8899530" y="1113238"/>
                </a:cubicBezTo>
                <a:close/>
                <a:moveTo>
                  <a:pt x="11793983" y="1112398"/>
                </a:moveTo>
                <a:cubicBezTo>
                  <a:pt x="11702327" y="1112714"/>
                  <a:pt x="11612567" y="1115243"/>
                  <a:pt x="11598660" y="1120302"/>
                </a:cubicBezTo>
                <a:cubicBezTo>
                  <a:pt x="11591074" y="1178453"/>
                  <a:pt x="11593605" y="1489452"/>
                  <a:pt x="11601191" y="1517265"/>
                </a:cubicBezTo>
                <a:cubicBezTo>
                  <a:pt x="11732673" y="1517265"/>
                  <a:pt x="11864148" y="1517265"/>
                  <a:pt x="11998154" y="1517265"/>
                </a:cubicBezTo>
                <a:cubicBezTo>
                  <a:pt x="12000685" y="1380728"/>
                  <a:pt x="12000685" y="1249253"/>
                  <a:pt x="12000685" y="1117771"/>
                </a:cubicBezTo>
                <a:cubicBezTo>
                  <a:pt x="11979192" y="1113978"/>
                  <a:pt x="11885640" y="1112082"/>
                  <a:pt x="11793983" y="1112398"/>
                </a:cubicBezTo>
                <a:close/>
                <a:moveTo>
                  <a:pt x="7572447" y="1112398"/>
                </a:moveTo>
                <a:cubicBezTo>
                  <a:pt x="7480475" y="1112714"/>
                  <a:pt x="7390084" y="1115243"/>
                  <a:pt x="7376180" y="1120302"/>
                </a:cubicBezTo>
                <a:cubicBezTo>
                  <a:pt x="7376180" y="1251777"/>
                  <a:pt x="7376180" y="1383259"/>
                  <a:pt x="7376180" y="1517265"/>
                </a:cubicBezTo>
                <a:cubicBezTo>
                  <a:pt x="7510187" y="1517265"/>
                  <a:pt x="7641662" y="1517265"/>
                  <a:pt x="7778199" y="1517265"/>
                </a:cubicBezTo>
                <a:cubicBezTo>
                  <a:pt x="7778199" y="1380728"/>
                  <a:pt x="7778199" y="1249253"/>
                  <a:pt x="7778199" y="1117771"/>
                </a:cubicBezTo>
                <a:cubicBezTo>
                  <a:pt x="7757972" y="1113978"/>
                  <a:pt x="7664419" y="1112082"/>
                  <a:pt x="7572447" y="1112398"/>
                </a:cubicBezTo>
                <a:close/>
                <a:moveTo>
                  <a:pt x="7146406" y="1112398"/>
                </a:moveTo>
                <a:cubicBezTo>
                  <a:pt x="7055065" y="1112714"/>
                  <a:pt x="6966570" y="1115243"/>
                  <a:pt x="6953928" y="1120302"/>
                </a:cubicBezTo>
                <a:cubicBezTo>
                  <a:pt x="6946342" y="1188570"/>
                  <a:pt x="6948873" y="1489452"/>
                  <a:pt x="6958989" y="1517265"/>
                </a:cubicBezTo>
                <a:cubicBezTo>
                  <a:pt x="7090465" y="1517265"/>
                  <a:pt x="7224471" y="1517265"/>
                  <a:pt x="7355953" y="1517265"/>
                </a:cubicBezTo>
                <a:cubicBezTo>
                  <a:pt x="7355953" y="1383259"/>
                  <a:pt x="7355953" y="1251777"/>
                  <a:pt x="7355953" y="1117771"/>
                </a:cubicBezTo>
                <a:cubicBezTo>
                  <a:pt x="7331932" y="1113978"/>
                  <a:pt x="7237747" y="1112082"/>
                  <a:pt x="7146406" y="1112398"/>
                </a:cubicBezTo>
                <a:close/>
                <a:moveTo>
                  <a:pt x="386322" y="1112398"/>
                </a:moveTo>
                <a:cubicBezTo>
                  <a:pt x="294665" y="1112714"/>
                  <a:pt x="204273" y="1115243"/>
                  <a:pt x="190366" y="1120302"/>
                </a:cubicBezTo>
                <a:cubicBezTo>
                  <a:pt x="190366" y="1251777"/>
                  <a:pt x="190366" y="1383259"/>
                  <a:pt x="190366" y="1517265"/>
                </a:cubicBezTo>
                <a:cubicBezTo>
                  <a:pt x="324372" y="1517265"/>
                  <a:pt x="455854" y="1517265"/>
                  <a:pt x="587330" y="1517265"/>
                </a:cubicBezTo>
                <a:cubicBezTo>
                  <a:pt x="594916" y="1491982"/>
                  <a:pt x="597446" y="1160757"/>
                  <a:pt x="589860" y="1117771"/>
                </a:cubicBezTo>
                <a:cubicBezTo>
                  <a:pt x="570898" y="1113978"/>
                  <a:pt x="477978" y="1112082"/>
                  <a:pt x="386322" y="1112398"/>
                </a:cubicBezTo>
                <a:close/>
                <a:moveTo>
                  <a:pt x="5456148" y="1112082"/>
                </a:moveTo>
                <a:cubicBezTo>
                  <a:pt x="5364175" y="1112082"/>
                  <a:pt x="5273783" y="1113978"/>
                  <a:pt x="5259876" y="1117771"/>
                </a:cubicBezTo>
                <a:cubicBezTo>
                  <a:pt x="5259876" y="1249253"/>
                  <a:pt x="5259876" y="1380728"/>
                  <a:pt x="5259876" y="1514734"/>
                </a:cubicBezTo>
                <a:cubicBezTo>
                  <a:pt x="5393883" y="1517265"/>
                  <a:pt x="5525364" y="1517265"/>
                  <a:pt x="5661901" y="1517265"/>
                </a:cubicBezTo>
                <a:cubicBezTo>
                  <a:pt x="5661901" y="1380728"/>
                  <a:pt x="5661901" y="1249253"/>
                  <a:pt x="5661901" y="1117771"/>
                </a:cubicBezTo>
                <a:cubicBezTo>
                  <a:pt x="5641673" y="1113978"/>
                  <a:pt x="5548121" y="1112082"/>
                  <a:pt x="5456148" y="1112082"/>
                </a:cubicBezTo>
                <a:close/>
                <a:moveTo>
                  <a:pt x="6780070" y="1110844"/>
                </a:moveTo>
                <a:cubicBezTo>
                  <a:pt x="6672562" y="1110621"/>
                  <a:pt x="6546535" y="1113979"/>
                  <a:pt x="6529151" y="1120302"/>
                </a:cubicBezTo>
                <a:cubicBezTo>
                  <a:pt x="6529151" y="1249253"/>
                  <a:pt x="6529151" y="1380728"/>
                  <a:pt x="6529151" y="1517265"/>
                </a:cubicBezTo>
                <a:cubicBezTo>
                  <a:pt x="6665688" y="1517265"/>
                  <a:pt x="6797164" y="1517265"/>
                  <a:pt x="6928645" y="1517265"/>
                </a:cubicBezTo>
                <a:cubicBezTo>
                  <a:pt x="6936231" y="1474280"/>
                  <a:pt x="6936231" y="1143060"/>
                  <a:pt x="6926115" y="1115246"/>
                </a:cubicBezTo>
                <a:cubicBezTo>
                  <a:pt x="6902412" y="1112401"/>
                  <a:pt x="6844574" y="1110978"/>
                  <a:pt x="6780070" y="1110844"/>
                </a:cubicBezTo>
                <a:close/>
                <a:moveTo>
                  <a:pt x="11005083" y="1110711"/>
                </a:moveTo>
                <a:cubicBezTo>
                  <a:pt x="10897574" y="1110266"/>
                  <a:pt x="10771548" y="1113030"/>
                  <a:pt x="10754168" y="1117771"/>
                </a:cubicBezTo>
                <a:cubicBezTo>
                  <a:pt x="10754168" y="1249253"/>
                  <a:pt x="10754168" y="1380728"/>
                  <a:pt x="10754168" y="1514734"/>
                </a:cubicBezTo>
                <a:cubicBezTo>
                  <a:pt x="10890699" y="1517265"/>
                  <a:pt x="11022180" y="1517265"/>
                  <a:pt x="11153656" y="1517265"/>
                </a:cubicBezTo>
                <a:cubicBezTo>
                  <a:pt x="11163773" y="1474280"/>
                  <a:pt x="11161242" y="1143060"/>
                  <a:pt x="11151131" y="1115246"/>
                </a:cubicBezTo>
                <a:cubicBezTo>
                  <a:pt x="11127426" y="1112401"/>
                  <a:pt x="11069587" y="1110978"/>
                  <a:pt x="11005083" y="1110711"/>
                </a:cubicBezTo>
                <a:close/>
                <a:moveTo>
                  <a:pt x="11178945" y="695525"/>
                </a:moveTo>
                <a:cubicBezTo>
                  <a:pt x="11178945" y="829531"/>
                  <a:pt x="11178945" y="963537"/>
                  <a:pt x="11178945" y="1095019"/>
                </a:cubicBezTo>
                <a:cubicBezTo>
                  <a:pt x="11312951" y="1095019"/>
                  <a:pt x="11444427" y="1095019"/>
                  <a:pt x="11578433" y="1095019"/>
                </a:cubicBezTo>
                <a:cubicBezTo>
                  <a:pt x="11578433" y="958482"/>
                  <a:pt x="11578433" y="827001"/>
                  <a:pt x="11578433" y="695525"/>
                </a:cubicBezTo>
                <a:cubicBezTo>
                  <a:pt x="11444427" y="695525"/>
                  <a:pt x="11312951" y="695525"/>
                  <a:pt x="11178945" y="695525"/>
                </a:cubicBezTo>
                <a:close/>
                <a:moveTo>
                  <a:pt x="6529151" y="695525"/>
                </a:moveTo>
                <a:cubicBezTo>
                  <a:pt x="6529151" y="829531"/>
                  <a:pt x="6529151" y="963537"/>
                  <a:pt x="6529151" y="1095019"/>
                </a:cubicBezTo>
                <a:cubicBezTo>
                  <a:pt x="6665688" y="1095019"/>
                  <a:pt x="6797164" y="1095019"/>
                  <a:pt x="6928645" y="1095019"/>
                </a:cubicBezTo>
                <a:cubicBezTo>
                  <a:pt x="6936231" y="1052033"/>
                  <a:pt x="6936231" y="720808"/>
                  <a:pt x="6926115" y="695525"/>
                </a:cubicBezTo>
                <a:cubicBezTo>
                  <a:pt x="6794639" y="695525"/>
                  <a:pt x="6660633" y="695525"/>
                  <a:pt x="6529151" y="695525"/>
                </a:cubicBezTo>
                <a:close/>
                <a:moveTo>
                  <a:pt x="5259876" y="695525"/>
                </a:moveTo>
                <a:cubicBezTo>
                  <a:pt x="5259876" y="829531"/>
                  <a:pt x="5259876" y="963537"/>
                  <a:pt x="5259876" y="1095019"/>
                </a:cubicBezTo>
                <a:cubicBezTo>
                  <a:pt x="5393883" y="1095019"/>
                  <a:pt x="5527894" y="1095019"/>
                  <a:pt x="5659370" y="1095019"/>
                </a:cubicBezTo>
                <a:cubicBezTo>
                  <a:pt x="5666956" y="1052033"/>
                  <a:pt x="5666956" y="720808"/>
                  <a:pt x="5656845" y="695525"/>
                </a:cubicBezTo>
                <a:cubicBezTo>
                  <a:pt x="5525364" y="695525"/>
                  <a:pt x="5391357" y="695525"/>
                  <a:pt x="5259876" y="695525"/>
                </a:cubicBezTo>
                <a:close/>
                <a:moveTo>
                  <a:pt x="10756693" y="692994"/>
                </a:moveTo>
                <a:cubicBezTo>
                  <a:pt x="10756693" y="829531"/>
                  <a:pt x="10756693" y="961013"/>
                  <a:pt x="10756693" y="1095019"/>
                </a:cubicBezTo>
                <a:cubicBezTo>
                  <a:pt x="10890699" y="1095019"/>
                  <a:pt x="11022180" y="1095019"/>
                  <a:pt x="11153656" y="1095019"/>
                </a:cubicBezTo>
                <a:cubicBezTo>
                  <a:pt x="11161242" y="1062150"/>
                  <a:pt x="11161242" y="723338"/>
                  <a:pt x="11153656" y="692994"/>
                </a:cubicBezTo>
                <a:cubicBezTo>
                  <a:pt x="11022180" y="692994"/>
                  <a:pt x="10890699" y="692994"/>
                  <a:pt x="10756693" y="692994"/>
                </a:cubicBezTo>
                <a:close/>
                <a:moveTo>
                  <a:pt x="10334446" y="692994"/>
                </a:moveTo>
                <a:cubicBezTo>
                  <a:pt x="10326860" y="733449"/>
                  <a:pt x="10326860" y="1067205"/>
                  <a:pt x="10336971" y="1097543"/>
                </a:cubicBezTo>
                <a:cubicBezTo>
                  <a:pt x="10468453" y="1097543"/>
                  <a:pt x="10599934" y="1097543"/>
                  <a:pt x="10733940" y="1097543"/>
                </a:cubicBezTo>
                <a:cubicBezTo>
                  <a:pt x="10733940" y="961013"/>
                  <a:pt x="10733940" y="829531"/>
                  <a:pt x="10733940" y="692994"/>
                </a:cubicBezTo>
                <a:cubicBezTo>
                  <a:pt x="10597404" y="692994"/>
                  <a:pt x="10465922" y="692994"/>
                  <a:pt x="10334446" y="692994"/>
                </a:cubicBezTo>
                <a:close/>
                <a:moveTo>
                  <a:pt x="8220673" y="692994"/>
                </a:moveTo>
                <a:cubicBezTo>
                  <a:pt x="8220673" y="829531"/>
                  <a:pt x="8220673" y="961013"/>
                  <a:pt x="8220673" y="1095019"/>
                </a:cubicBezTo>
                <a:cubicBezTo>
                  <a:pt x="8357209" y="1095019"/>
                  <a:pt x="8486160" y="1095019"/>
                  <a:pt x="8620167" y="1095019"/>
                </a:cubicBezTo>
                <a:cubicBezTo>
                  <a:pt x="8620167" y="961013"/>
                  <a:pt x="8620167" y="827001"/>
                  <a:pt x="8620167" y="692994"/>
                </a:cubicBezTo>
                <a:cubicBezTo>
                  <a:pt x="8486160" y="692994"/>
                  <a:pt x="8354685" y="692994"/>
                  <a:pt x="8220673" y="692994"/>
                </a:cubicBezTo>
                <a:close/>
                <a:moveTo>
                  <a:pt x="7800957" y="692994"/>
                </a:moveTo>
                <a:cubicBezTo>
                  <a:pt x="7793371" y="723338"/>
                  <a:pt x="7790840" y="1059619"/>
                  <a:pt x="7800957" y="1095019"/>
                </a:cubicBezTo>
                <a:cubicBezTo>
                  <a:pt x="7932433" y="1095019"/>
                  <a:pt x="8063914" y="1095019"/>
                  <a:pt x="8195390" y="1095019"/>
                </a:cubicBezTo>
                <a:cubicBezTo>
                  <a:pt x="8202976" y="1052033"/>
                  <a:pt x="8200445" y="720808"/>
                  <a:pt x="8192859" y="692994"/>
                </a:cubicBezTo>
                <a:cubicBezTo>
                  <a:pt x="8061383" y="692994"/>
                  <a:pt x="7929908" y="692994"/>
                  <a:pt x="7800957" y="692994"/>
                </a:cubicBezTo>
                <a:close/>
                <a:moveTo>
                  <a:pt x="7376180" y="692994"/>
                </a:moveTo>
                <a:cubicBezTo>
                  <a:pt x="7376180" y="829531"/>
                  <a:pt x="7376180" y="961013"/>
                  <a:pt x="7376180" y="1092488"/>
                </a:cubicBezTo>
                <a:cubicBezTo>
                  <a:pt x="7416635" y="1100074"/>
                  <a:pt x="7750386" y="1100074"/>
                  <a:pt x="7778199" y="1092488"/>
                </a:cubicBezTo>
                <a:cubicBezTo>
                  <a:pt x="7785785" y="1034337"/>
                  <a:pt x="7783254" y="723338"/>
                  <a:pt x="7775668" y="695525"/>
                </a:cubicBezTo>
                <a:cubicBezTo>
                  <a:pt x="7641662" y="692994"/>
                  <a:pt x="7510187" y="692994"/>
                  <a:pt x="7376180" y="692994"/>
                </a:cubicBezTo>
                <a:close/>
                <a:moveTo>
                  <a:pt x="6951403" y="692994"/>
                </a:moveTo>
                <a:cubicBezTo>
                  <a:pt x="6951403" y="827001"/>
                  <a:pt x="6951403" y="958482"/>
                  <a:pt x="6951403" y="1092488"/>
                </a:cubicBezTo>
                <a:cubicBezTo>
                  <a:pt x="6999438" y="1100074"/>
                  <a:pt x="7328139" y="1100074"/>
                  <a:pt x="7353422" y="1089964"/>
                </a:cubicBezTo>
                <a:cubicBezTo>
                  <a:pt x="7361008" y="1019164"/>
                  <a:pt x="7358478" y="720808"/>
                  <a:pt x="7348367" y="692994"/>
                </a:cubicBezTo>
                <a:cubicBezTo>
                  <a:pt x="7216885" y="692994"/>
                  <a:pt x="7082879" y="692994"/>
                  <a:pt x="6951403" y="692994"/>
                </a:cubicBezTo>
                <a:close/>
                <a:moveTo>
                  <a:pt x="6106905" y="692994"/>
                </a:moveTo>
                <a:cubicBezTo>
                  <a:pt x="6096788" y="735980"/>
                  <a:pt x="6099319" y="1067205"/>
                  <a:pt x="6109436" y="1095019"/>
                </a:cubicBezTo>
                <a:cubicBezTo>
                  <a:pt x="6240911" y="1095019"/>
                  <a:pt x="6372387" y="1095019"/>
                  <a:pt x="6506399" y="1095019"/>
                </a:cubicBezTo>
                <a:cubicBezTo>
                  <a:pt x="6516510" y="1052033"/>
                  <a:pt x="6513985" y="718283"/>
                  <a:pt x="6503868" y="692994"/>
                </a:cubicBezTo>
                <a:cubicBezTo>
                  <a:pt x="6372387" y="692994"/>
                  <a:pt x="6238381" y="692994"/>
                  <a:pt x="6106905" y="692994"/>
                </a:cubicBezTo>
                <a:close/>
                <a:moveTo>
                  <a:pt x="5684653" y="692994"/>
                </a:moveTo>
                <a:cubicBezTo>
                  <a:pt x="5677073" y="738510"/>
                  <a:pt x="5677073" y="1069730"/>
                  <a:pt x="5687184" y="1095019"/>
                </a:cubicBezTo>
                <a:cubicBezTo>
                  <a:pt x="5757982" y="1102605"/>
                  <a:pt x="6056333" y="1097543"/>
                  <a:pt x="6084147" y="1089964"/>
                </a:cubicBezTo>
                <a:cubicBezTo>
                  <a:pt x="6084147" y="961013"/>
                  <a:pt x="6084147" y="829531"/>
                  <a:pt x="6084147" y="692994"/>
                </a:cubicBezTo>
                <a:cubicBezTo>
                  <a:pt x="5947616" y="692994"/>
                  <a:pt x="5816135" y="692994"/>
                  <a:pt x="5684653" y="692994"/>
                </a:cubicBezTo>
                <a:close/>
                <a:moveTo>
                  <a:pt x="4417908" y="692994"/>
                </a:moveTo>
                <a:cubicBezTo>
                  <a:pt x="4407797" y="735980"/>
                  <a:pt x="4410328" y="1067205"/>
                  <a:pt x="4420439" y="1095019"/>
                </a:cubicBezTo>
                <a:cubicBezTo>
                  <a:pt x="4551914" y="1095019"/>
                  <a:pt x="4680865" y="1095019"/>
                  <a:pt x="4812347" y="1095019"/>
                </a:cubicBezTo>
                <a:cubicBezTo>
                  <a:pt x="4822457" y="1052033"/>
                  <a:pt x="4819933" y="720808"/>
                  <a:pt x="4809816" y="692994"/>
                </a:cubicBezTo>
                <a:cubicBezTo>
                  <a:pt x="4678340" y="692994"/>
                  <a:pt x="4546859" y="692994"/>
                  <a:pt x="4417908" y="692994"/>
                </a:cubicBezTo>
                <a:close/>
                <a:moveTo>
                  <a:pt x="3570885" y="692994"/>
                </a:moveTo>
                <a:cubicBezTo>
                  <a:pt x="3570885" y="827001"/>
                  <a:pt x="3570885" y="961013"/>
                  <a:pt x="3570885" y="1095019"/>
                </a:cubicBezTo>
                <a:cubicBezTo>
                  <a:pt x="3704891" y="1095019"/>
                  <a:pt x="3836373" y="1095019"/>
                  <a:pt x="3970379" y="1095019"/>
                </a:cubicBezTo>
                <a:cubicBezTo>
                  <a:pt x="3970379" y="961013"/>
                  <a:pt x="3970379" y="829531"/>
                  <a:pt x="3970379" y="692994"/>
                </a:cubicBezTo>
                <a:cubicBezTo>
                  <a:pt x="3836373" y="692994"/>
                  <a:pt x="3707422" y="692994"/>
                  <a:pt x="3570885" y="692994"/>
                </a:cubicBezTo>
                <a:close/>
                <a:moveTo>
                  <a:pt x="3148639" y="692994"/>
                </a:moveTo>
                <a:cubicBezTo>
                  <a:pt x="3148639" y="829531"/>
                  <a:pt x="3148639" y="961013"/>
                  <a:pt x="3148639" y="1092488"/>
                </a:cubicBezTo>
                <a:cubicBezTo>
                  <a:pt x="3191618" y="1100074"/>
                  <a:pt x="3522844" y="1100074"/>
                  <a:pt x="3550657" y="1089964"/>
                </a:cubicBezTo>
                <a:cubicBezTo>
                  <a:pt x="3558244" y="1026751"/>
                  <a:pt x="3555713" y="720808"/>
                  <a:pt x="3545602" y="692994"/>
                </a:cubicBezTo>
                <a:cubicBezTo>
                  <a:pt x="3414121" y="692994"/>
                  <a:pt x="3282645" y="692994"/>
                  <a:pt x="3148639" y="692994"/>
                </a:cubicBezTo>
                <a:close/>
                <a:moveTo>
                  <a:pt x="2304140" y="692994"/>
                </a:moveTo>
                <a:cubicBezTo>
                  <a:pt x="2304140" y="827001"/>
                  <a:pt x="2304140" y="958482"/>
                  <a:pt x="2304140" y="1089964"/>
                </a:cubicBezTo>
                <a:cubicBezTo>
                  <a:pt x="2347120" y="1097543"/>
                  <a:pt x="2678346" y="1097543"/>
                  <a:pt x="2706159" y="1087433"/>
                </a:cubicBezTo>
                <a:cubicBezTo>
                  <a:pt x="2706159" y="958482"/>
                  <a:pt x="2706159" y="829531"/>
                  <a:pt x="2706159" y="692994"/>
                </a:cubicBezTo>
                <a:cubicBezTo>
                  <a:pt x="2569628" y="692994"/>
                  <a:pt x="2438146" y="692994"/>
                  <a:pt x="2304140" y="692994"/>
                </a:cubicBezTo>
                <a:close/>
                <a:moveTo>
                  <a:pt x="1879363" y="692994"/>
                </a:moveTo>
                <a:cubicBezTo>
                  <a:pt x="1879363" y="829531"/>
                  <a:pt x="1879363" y="961013"/>
                  <a:pt x="1879363" y="1095019"/>
                </a:cubicBezTo>
                <a:cubicBezTo>
                  <a:pt x="2013369" y="1095019"/>
                  <a:pt x="2144845" y="1095019"/>
                  <a:pt x="2278857" y="1095019"/>
                </a:cubicBezTo>
                <a:cubicBezTo>
                  <a:pt x="2278857" y="961013"/>
                  <a:pt x="2278857" y="829531"/>
                  <a:pt x="2278857" y="692994"/>
                </a:cubicBezTo>
                <a:cubicBezTo>
                  <a:pt x="2144845" y="692994"/>
                  <a:pt x="2013369" y="692994"/>
                  <a:pt x="1879363" y="692994"/>
                </a:cubicBezTo>
                <a:close/>
                <a:moveTo>
                  <a:pt x="1462172" y="692994"/>
                </a:moveTo>
                <a:cubicBezTo>
                  <a:pt x="1454586" y="728394"/>
                  <a:pt x="1454586" y="1064674"/>
                  <a:pt x="1462172" y="1095019"/>
                </a:cubicBezTo>
                <a:cubicBezTo>
                  <a:pt x="1593648" y="1095019"/>
                  <a:pt x="1725130" y="1095019"/>
                  <a:pt x="1859136" y="1095019"/>
                </a:cubicBezTo>
                <a:cubicBezTo>
                  <a:pt x="1859136" y="961013"/>
                  <a:pt x="1859136" y="827001"/>
                  <a:pt x="1859136" y="692994"/>
                </a:cubicBezTo>
                <a:cubicBezTo>
                  <a:pt x="1722599" y="692994"/>
                  <a:pt x="1591123" y="692994"/>
                  <a:pt x="1462172" y="692994"/>
                </a:cubicBezTo>
                <a:close/>
                <a:moveTo>
                  <a:pt x="1039920" y="692994"/>
                </a:moveTo>
                <a:cubicBezTo>
                  <a:pt x="1029809" y="738510"/>
                  <a:pt x="1032334" y="1069730"/>
                  <a:pt x="1042451" y="1095019"/>
                </a:cubicBezTo>
                <a:cubicBezTo>
                  <a:pt x="1173932" y="1095019"/>
                  <a:pt x="1305408" y="1095019"/>
                  <a:pt x="1434359" y="1095019"/>
                </a:cubicBezTo>
                <a:cubicBezTo>
                  <a:pt x="1441945" y="1049503"/>
                  <a:pt x="1441945" y="718283"/>
                  <a:pt x="1431828" y="692994"/>
                </a:cubicBezTo>
                <a:cubicBezTo>
                  <a:pt x="1300353" y="692994"/>
                  <a:pt x="1171402" y="692994"/>
                  <a:pt x="1039920" y="692994"/>
                </a:cubicBezTo>
                <a:close/>
                <a:moveTo>
                  <a:pt x="615143" y="692994"/>
                </a:moveTo>
                <a:cubicBezTo>
                  <a:pt x="607557" y="738510"/>
                  <a:pt x="607557" y="1067205"/>
                  <a:pt x="617674" y="1095019"/>
                </a:cubicBezTo>
                <a:cubicBezTo>
                  <a:pt x="683412" y="1102605"/>
                  <a:pt x="986824" y="1100074"/>
                  <a:pt x="1014637" y="1089964"/>
                </a:cubicBezTo>
                <a:cubicBezTo>
                  <a:pt x="1014637" y="961013"/>
                  <a:pt x="1014637" y="829531"/>
                  <a:pt x="1014637" y="692994"/>
                </a:cubicBezTo>
                <a:cubicBezTo>
                  <a:pt x="878100" y="692994"/>
                  <a:pt x="746625" y="692994"/>
                  <a:pt x="615143" y="692994"/>
                </a:cubicBezTo>
                <a:close/>
                <a:moveTo>
                  <a:pt x="5032952" y="692682"/>
                </a:moveTo>
                <a:cubicBezTo>
                  <a:pt x="4941296" y="692997"/>
                  <a:pt x="4851537" y="695525"/>
                  <a:pt x="4837630" y="700580"/>
                </a:cubicBezTo>
                <a:cubicBezTo>
                  <a:pt x="4837630" y="829531"/>
                  <a:pt x="4837630" y="961013"/>
                  <a:pt x="4837630" y="1095019"/>
                </a:cubicBezTo>
                <a:cubicBezTo>
                  <a:pt x="4974166" y="1095019"/>
                  <a:pt x="5105642" y="1095019"/>
                  <a:pt x="5239648" y="1095019"/>
                </a:cubicBezTo>
                <a:cubicBezTo>
                  <a:pt x="5239648" y="961013"/>
                  <a:pt x="5239648" y="829531"/>
                  <a:pt x="5239648" y="698056"/>
                </a:cubicBezTo>
                <a:cubicBezTo>
                  <a:pt x="5218159" y="694263"/>
                  <a:pt x="5124607" y="692366"/>
                  <a:pt x="5032952" y="692682"/>
                </a:cubicBezTo>
                <a:close/>
                <a:moveTo>
                  <a:pt x="4246890" y="690992"/>
                </a:moveTo>
                <a:cubicBezTo>
                  <a:pt x="4138517" y="690548"/>
                  <a:pt x="4010515" y="693314"/>
                  <a:pt x="3993131" y="698056"/>
                </a:cubicBezTo>
                <a:cubicBezTo>
                  <a:pt x="3993131" y="829531"/>
                  <a:pt x="3993131" y="961013"/>
                  <a:pt x="3993131" y="1095019"/>
                </a:cubicBezTo>
                <a:cubicBezTo>
                  <a:pt x="4127137" y="1095019"/>
                  <a:pt x="4258619" y="1095019"/>
                  <a:pt x="4392625" y="1095019"/>
                </a:cubicBezTo>
                <a:cubicBezTo>
                  <a:pt x="4392625" y="961013"/>
                  <a:pt x="4392625" y="829531"/>
                  <a:pt x="4392625" y="695525"/>
                </a:cubicBezTo>
                <a:cubicBezTo>
                  <a:pt x="4369869" y="692680"/>
                  <a:pt x="4311913" y="691258"/>
                  <a:pt x="4246890" y="690992"/>
                </a:cubicBezTo>
                <a:close/>
                <a:moveTo>
                  <a:pt x="11794932" y="689835"/>
                </a:moveTo>
                <a:cubicBezTo>
                  <a:pt x="11702960" y="689835"/>
                  <a:pt x="11612567" y="691732"/>
                  <a:pt x="11598660" y="695525"/>
                </a:cubicBezTo>
                <a:cubicBezTo>
                  <a:pt x="11591074" y="751152"/>
                  <a:pt x="11593605" y="1064674"/>
                  <a:pt x="11601191" y="1092488"/>
                </a:cubicBezTo>
                <a:cubicBezTo>
                  <a:pt x="11735197" y="1095019"/>
                  <a:pt x="11866679" y="1095019"/>
                  <a:pt x="12000685" y="1095019"/>
                </a:cubicBezTo>
                <a:cubicBezTo>
                  <a:pt x="12000685" y="958482"/>
                  <a:pt x="12000685" y="827001"/>
                  <a:pt x="12000685" y="695525"/>
                </a:cubicBezTo>
                <a:cubicBezTo>
                  <a:pt x="11980458" y="691732"/>
                  <a:pt x="11886905" y="689835"/>
                  <a:pt x="11794932" y="689835"/>
                </a:cubicBezTo>
                <a:close/>
                <a:moveTo>
                  <a:pt x="9261440" y="689835"/>
                </a:moveTo>
                <a:cubicBezTo>
                  <a:pt x="9169469" y="689835"/>
                  <a:pt x="9079078" y="691732"/>
                  <a:pt x="9065171" y="695525"/>
                </a:cubicBezTo>
                <a:cubicBezTo>
                  <a:pt x="9057585" y="751152"/>
                  <a:pt x="9060116" y="1064674"/>
                  <a:pt x="9067702" y="1092488"/>
                </a:cubicBezTo>
                <a:cubicBezTo>
                  <a:pt x="9199177" y="1095019"/>
                  <a:pt x="9330659" y="1095019"/>
                  <a:pt x="9467190" y="1095019"/>
                </a:cubicBezTo>
                <a:cubicBezTo>
                  <a:pt x="9467190" y="958482"/>
                  <a:pt x="9467190" y="827001"/>
                  <a:pt x="9467190" y="695525"/>
                </a:cubicBezTo>
                <a:cubicBezTo>
                  <a:pt x="9446963" y="691732"/>
                  <a:pt x="9353411" y="689835"/>
                  <a:pt x="9261440" y="689835"/>
                </a:cubicBezTo>
                <a:close/>
                <a:moveTo>
                  <a:pt x="2920128" y="689835"/>
                </a:moveTo>
                <a:cubicBezTo>
                  <a:pt x="2828156" y="689835"/>
                  <a:pt x="2737766" y="691732"/>
                  <a:pt x="2723862" y="695525"/>
                </a:cubicBezTo>
                <a:cubicBezTo>
                  <a:pt x="2716276" y="746091"/>
                  <a:pt x="2718800" y="1064674"/>
                  <a:pt x="2726387" y="1092488"/>
                </a:cubicBezTo>
                <a:cubicBezTo>
                  <a:pt x="2860393" y="1095019"/>
                  <a:pt x="2991874" y="1095019"/>
                  <a:pt x="3125881" y="1095019"/>
                </a:cubicBezTo>
                <a:cubicBezTo>
                  <a:pt x="3125881" y="961013"/>
                  <a:pt x="3125881" y="827001"/>
                  <a:pt x="3125881" y="695525"/>
                </a:cubicBezTo>
                <a:cubicBezTo>
                  <a:pt x="3105653" y="691732"/>
                  <a:pt x="3012100" y="689835"/>
                  <a:pt x="2920128" y="689835"/>
                </a:cubicBezTo>
                <a:close/>
                <a:moveTo>
                  <a:pt x="386638" y="689835"/>
                </a:moveTo>
                <a:cubicBezTo>
                  <a:pt x="294665" y="689835"/>
                  <a:pt x="204273" y="691732"/>
                  <a:pt x="190366" y="695525"/>
                </a:cubicBezTo>
                <a:cubicBezTo>
                  <a:pt x="182780" y="751152"/>
                  <a:pt x="185311" y="1064674"/>
                  <a:pt x="192897" y="1092488"/>
                </a:cubicBezTo>
                <a:cubicBezTo>
                  <a:pt x="324372" y="1092488"/>
                  <a:pt x="455854" y="1092488"/>
                  <a:pt x="589860" y="1092488"/>
                </a:cubicBezTo>
                <a:cubicBezTo>
                  <a:pt x="592391" y="961013"/>
                  <a:pt x="592391" y="827001"/>
                  <a:pt x="592391" y="695525"/>
                </a:cubicBezTo>
                <a:cubicBezTo>
                  <a:pt x="572164" y="691732"/>
                  <a:pt x="478611" y="689835"/>
                  <a:pt x="386638" y="689835"/>
                </a:cubicBezTo>
                <a:close/>
                <a:moveTo>
                  <a:pt x="9733893" y="689262"/>
                </a:moveTo>
                <a:cubicBezTo>
                  <a:pt x="9626880" y="689559"/>
                  <a:pt x="9504803" y="693314"/>
                  <a:pt x="9487423" y="698056"/>
                </a:cubicBezTo>
                <a:cubicBezTo>
                  <a:pt x="9487423" y="829531"/>
                  <a:pt x="9487423" y="961013"/>
                  <a:pt x="9487423" y="1095019"/>
                </a:cubicBezTo>
                <a:cubicBezTo>
                  <a:pt x="9623954" y="1095019"/>
                  <a:pt x="9755436" y="1095019"/>
                  <a:pt x="9886911" y="1095019"/>
                </a:cubicBezTo>
                <a:cubicBezTo>
                  <a:pt x="9894497" y="1049503"/>
                  <a:pt x="9894497" y="718283"/>
                  <a:pt x="9884381" y="692994"/>
                </a:cubicBezTo>
                <a:cubicBezTo>
                  <a:pt x="9856887" y="690150"/>
                  <a:pt x="9798102" y="689083"/>
                  <a:pt x="9733893" y="689262"/>
                </a:cubicBezTo>
                <a:close/>
                <a:moveTo>
                  <a:pt x="8893972" y="688595"/>
                </a:moveTo>
                <a:cubicBezTo>
                  <a:pt x="8786686" y="688373"/>
                  <a:pt x="8661251" y="691733"/>
                  <a:pt x="8645449" y="698056"/>
                </a:cubicBezTo>
                <a:cubicBezTo>
                  <a:pt x="8637869" y="766318"/>
                  <a:pt x="8640394" y="1067205"/>
                  <a:pt x="8650511" y="1095019"/>
                </a:cubicBezTo>
                <a:cubicBezTo>
                  <a:pt x="8779462" y="1095019"/>
                  <a:pt x="8910937" y="1095019"/>
                  <a:pt x="9039888" y="1095019"/>
                </a:cubicBezTo>
                <a:cubicBezTo>
                  <a:pt x="9047474" y="1059619"/>
                  <a:pt x="9047474" y="723338"/>
                  <a:pt x="9039888" y="692994"/>
                </a:cubicBezTo>
                <a:cubicBezTo>
                  <a:pt x="9016183" y="690150"/>
                  <a:pt x="8958344" y="688727"/>
                  <a:pt x="8893972" y="688595"/>
                </a:cubicBezTo>
                <a:close/>
                <a:moveTo>
                  <a:pt x="10160586" y="688461"/>
                </a:moveTo>
                <a:cubicBezTo>
                  <a:pt x="10053078" y="688017"/>
                  <a:pt x="9927053" y="690784"/>
                  <a:pt x="9909669" y="695525"/>
                </a:cubicBezTo>
                <a:cubicBezTo>
                  <a:pt x="9902083" y="738510"/>
                  <a:pt x="9904614" y="1064674"/>
                  <a:pt x="9912200" y="1092488"/>
                </a:cubicBezTo>
                <a:cubicBezTo>
                  <a:pt x="10046206" y="1095019"/>
                  <a:pt x="10177682" y="1095019"/>
                  <a:pt x="10309164" y="1095019"/>
                </a:cubicBezTo>
                <a:cubicBezTo>
                  <a:pt x="10316750" y="1052033"/>
                  <a:pt x="10316750" y="720808"/>
                  <a:pt x="10306633" y="692994"/>
                </a:cubicBezTo>
                <a:cubicBezTo>
                  <a:pt x="10282928" y="690150"/>
                  <a:pt x="10225090" y="688727"/>
                  <a:pt x="10160586" y="688461"/>
                </a:cubicBezTo>
                <a:close/>
                <a:moveTo>
                  <a:pt x="7376180" y="273279"/>
                </a:moveTo>
                <a:cubicBezTo>
                  <a:pt x="7376180" y="404754"/>
                  <a:pt x="7376180" y="538761"/>
                  <a:pt x="7376180" y="672767"/>
                </a:cubicBezTo>
                <a:cubicBezTo>
                  <a:pt x="7441918" y="680353"/>
                  <a:pt x="7750386" y="677828"/>
                  <a:pt x="7778199" y="670242"/>
                </a:cubicBezTo>
                <a:cubicBezTo>
                  <a:pt x="7778199" y="538761"/>
                  <a:pt x="7778199" y="404754"/>
                  <a:pt x="7778199" y="273279"/>
                </a:cubicBezTo>
                <a:cubicBezTo>
                  <a:pt x="7644193" y="273279"/>
                  <a:pt x="7510187" y="273279"/>
                  <a:pt x="7376180" y="273279"/>
                </a:cubicBezTo>
                <a:close/>
                <a:moveTo>
                  <a:pt x="3570885" y="273279"/>
                </a:moveTo>
                <a:cubicBezTo>
                  <a:pt x="3570885" y="407285"/>
                  <a:pt x="3570885" y="538761"/>
                  <a:pt x="3570885" y="675297"/>
                </a:cubicBezTo>
                <a:cubicBezTo>
                  <a:pt x="3704891" y="675297"/>
                  <a:pt x="3836373" y="675297"/>
                  <a:pt x="3970379" y="675297"/>
                </a:cubicBezTo>
                <a:cubicBezTo>
                  <a:pt x="3970379" y="538761"/>
                  <a:pt x="3970379" y="404754"/>
                  <a:pt x="3970379" y="273279"/>
                </a:cubicBezTo>
                <a:cubicBezTo>
                  <a:pt x="3836373" y="273279"/>
                  <a:pt x="3704891" y="273279"/>
                  <a:pt x="3570885" y="273279"/>
                </a:cubicBezTo>
                <a:close/>
                <a:moveTo>
                  <a:pt x="11601191" y="270748"/>
                </a:moveTo>
                <a:cubicBezTo>
                  <a:pt x="11593605" y="326375"/>
                  <a:pt x="11596136" y="642429"/>
                  <a:pt x="11603716" y="672767"/>
                </a:cubicBezTo>
                <a:cubicBezTo>
                  <a:pt x="11735197" y="672767"/>
                  <a:pt x="11866679" y="672767"/>
                  <a:pt x="12003210" y="672767"/>
                </a:cubicBezTo>
                <a:cubicBezTo>
                  <a:pt x="12003210" y="538761"/>
                  <a:pt x="12003210" y="404754"/>
                  <a:pt x="12003210" y="270748"/>
                </a:cubicBezTo>
                <a:cubicBezTo>
                  <a:pt x="11866679" y="270748"/>
                  <a:pt x="11735197" y="270748"/>
                  <a:pt x="11601191" y="270748"/>
                </a:cubicBezTo>
                <a:close/>
                <a:moveTo>
                  <a:pt x="11178945" y="270748"/>
                </a:moveTo>
                <a:cubicBezTo>
                  <a:pt x="11178945" y="404754"/>
                  <a:pt x="11178945" y="536236"/>
                  <a:pt x="11178945" y="672767"/>
                </a:cubicBezTo>
                <a:cubicBezTo>
                  <a:pt x="11312951" y="672767"/>
                  <a:pt x="11441902" y="672767"/>
                  <a:pt x="11580964" y="672767"/>
                </a:cubicBezTo>
                <a:cubicBezTo>
                  <a:pt x="11580964" y="538761"/>
                  <a:pt x="11580964" y="407285"/>
                  <a:pt x="11580964" y="270748"/>
                </a:cubicBezTo>
                <a:cubicBezTo>
                  <a:pt x="11444427" y="270748"/>
                  <a:pt x="11312951" y="270748"/>
                  <a:pt x="11178945" y="270748"/>
                </a:cubicBezTo>
                <a:close/>
                <a:moveTo>
                  <a:pt x="10756693" y="270748"/>
                </a:moveTo>
                <a:cubicBezTo>
                  <a:pt x="10756693" y="407285"/>
                  <a:pt x="10756693" y="538761"/>
                  <a:pt x="10756693" y="672767"/>
                </a:cubicBezTo>
                <a:cubicBezTo>
                  <a:pt x="10890699" y="672767"/>
                  <a:pt x="11022180" y="672767"/>
                  <a:pt x="11153656" y="672767"/>
                </a:cubicBezTo>
                <a:cubicBezTo>
                  <a:pt x="11163773" y="629787"/>
                  <a:pt x="11161242" y="298561"/>
                  <a:pt x="11151131" y="270748"/>
                </a:cubicBezTo>
                <a:cubicBezTo>
                  <a:pt x="11022180" y="270748"/>
                  <a:pt x="10890699" y="270748"/>
                  <a:pt x="10756693" y="270748"/>
                </a:cubicBezTo>
                <a:close/>
                <a:moveTo>
                  <a:pt x="10334446" y="270748"/>
                </a:moveTo>
                <a:cubicBezTo>
                  <a:pt x="10326860" y="321314"/>
                  <a:pt x="10329391" y="644953"/>
                  <a:pt x="10336971" y="672767"/>
                </a:cubicBezTo>
                <a:cubicBezTo>
                  <a:pt x="10468453" y="672767"/>
                  <a:pt x="10599934" y="672767"/>
                  <a:pt x="10731410" y="672767"/>
                </a:cubicBezTo>
                <a:cubicBezTo>
                  <a:pt x="10738996" y="627256"/>
                  <a:pt x="10736465" y="298561"/>
                  <a:pt x="10728879" y="270748"/>
                </a:cubicBezTo>
                <a:cubicBezTo>
                  <a:pt x="10597404" y="270748"/>
                  <a:pt x="10465922" y="270748"/>
                  <a:pt x="10334446" y="270748"/>
                </a:cubicBezTo>
                <a:close/>
                <a:moveTo>
                  <a:pt x="9909669" y="270748"/>
                </a:moveTo>
                <a:cubicBezTo>
                  <a:pt x="9909669" y="404754"/>
                  <a:pt x="9909669" y="536236"/>
                  <a:pt x="9909669" y="667711"/>
                </a:cubicBezTo>
                <a:cubicBezTo>
                  <a:pt x="9952655" y="677828"/>
                  <a:pt x="10283875" y="675297"/>
                  <a:pt x="10311688" y="665181"/>
                </a:cubicBezTo>
                <a:cubicBezTo>
                  <a:pt x="10311688" y="536236"/>
                  <a:pt x="10311688" y="404754"/>
                  <a:pt x="10311688" y="270748"/>
                </a:cubicBezTo>
                <a:cubicBezTo>
                  <a:pt x="10175151" y="270748"/>
                  <a:pt x="10043676" y="270748"/>
                  <a:pt x="9909669" y="270748"/>
                </a:cubicBezTo>
                <a:close/>
                <a:moveTo>
                  <a:pt x="8642925" y="270748"/>
                </a:moveTo>
                <a:cubicBezTo>
                  <a:pt x="8642925" y="407285"/>
                  <a:pt x="8642925" y="536236"/>
                  <a:pt x="8642925" y="670242"/>
                </a:cubicBezTo>
                <a:cubicBezTo>
                  <a:pt x="8688435" y="677828"/>
                  <a:pt x="9014605" y="677828"/>
                  <a:pt x="9042419" y="667711"/>
                </a:cubicBezTo>
                <a:cubicBezTo>
                  <a:pt x="9042419" y="536236"/>
                  <a:pt x="9042419" y="404754"/>
                  <a:pt x="9042419" y="270748"/>
                </a:cubicBezTo>
                <a:cubicBezTo>
                  <a:pt x="8908407" y="270748"/>
                  <a:pt x="8776931" y="270748"/>
                  <a:pt x="8642925" y="270748"/>
                </a:cubicBezTo>
                <a:close/>
                <a:moveTo>
                  <a:pt x="7800957" y="270748"/>
                </a:moveTo>
                <a:cubicBezTo>
                  <a:pt x="7793371" y="306148"/>
                  <a:pt x="7793371" y="642429"/>
                  <a:pt x="7800957" y="672767"/>
                </a:cubicBezTo>
                <a:cubicBezTo>
                  <a:pt x="7932433" y="672767"/>
                  <a:pt x="8063914" y="672767"/>
                  <a:pt x="8195390" y="672767"/>
                </a:cubicBezTo>
                <a:cubicBezTo>
                  <a:pt x="8202976" y="624726"/>
                  <a:pt x="8200445" y="296031"/>
                  <a:pt x="8192859" y="270748"/>
                </a:cubicBezTo>
                <a:cubicBezTo>
                  <a:pt x="8063914" y="270748"/>
                  <a:pt x="7934963" y="270748"/>
                  <a:pt x="7800957" y="270748"/>
                </a:cubicBezTo>
                <a:close/>
                <a:moveTo>
                  <a:pt x="6953928" y="270748"/>
                </a:moveTo>
                <a:cubicBezTo>
                  <a:pt x="6953928" y="407285"/>
                  <a:pt x="6953928" y="538761"/>
                  <a:pt x="6953928" y="672767"/>
                </a:cubicBezTo>
                <a:cubicBezTo>
                  <a:pt x="7087934" y="672767"/>
                  <a:pt x="7221947" y="672767"/>
                  <a:pt x="7353422" y="672767"/>
                </a:cubicBezTo>
                <a:cubicBezTo>
                  <a:pt x="7361008" y="629787"/>
                  <a:pt x="7361008" y="298561"/>
                  <a:pt x="7350892" y="270748"/>
                </a:cubicBezTo>
                <a:cubicBezTo>
                  <a:pt x="7219416" y="270748"/>
                  <a:pt x="7087934" y="270748"/>
                  <a:pt x="6953928" y="270748"/>
                </a:cubicBezTo>
                <a:close/>
                <a:moveTo>
                  <a:pt x="4837630" y="270748"/>
                </a:moveTo>
                <a:cubicBezTo>
                  <a:pt x="4837630" y="404754"/>
                  <a:pt x="4837630" y="536236"/>
                  <a:pt x="4837630" y="672767"/>
                </a:cubicBezTo>
                <a:cubicBezTo>
                  <a:pt x="4971636" y="672767"/>
                  <a:pt x="5103117" y="672767"/>
                  <a:pt x="5237124" y="672767"/>
                </a:cubicBezTo>
                <a:cubicBezTo>
                  <a:pt x="5244710" y="617146"/>
                  <a:pt x="5242179" y="298561"/>
                  <a:pt x="5234593" y="270748"/>
                </a:cubicBezTo>
                <a:cubicBezTo>
                  <a:pt x="5103117" y="270748"/>
                  <a:pt x="4971636" y="270748"/>
                  <a:pt x="4837630" y="270748"/>
                </a:cubicBezTo>
                <a:close/>
                <a:moveTo>
                  <a:pt x="4417908" y="270748"/>
                </a:moveTo>
                <a:cubicBezTo>
                  <a:pt x="4410328" y="311203"/>
                  <a:pt x="4410328" y="642429"/>
                  <a:pt x="4417908" y="670242"/>
                </a:cubicBezTo>
                <a:cubicBezTo>
                  <a:pt x="4463424" y="677828"/>
                  <a:pt x="4787058" y="675297"/>
                  <a:pt x="4814877" y="667711"/>
                </a:cubicBezTo>
                <a:cubicBezTo>
                  <a:pt x="4814877" y="536236"/>
                  <a:pt x="4814877" y="404754"/>
                  <a:pt x="4814877" y="270748"/>
                </a:cubicBezTo>
                <a:cubicBezTo>
                  <a:pt x="4680865" y="270748"/>
                  <a:pt x="4549390" y="270748"/>
                  <a:pt x="4417908" y="270748"/>
                </a:cubicBezTo>
                <a:close/>
                <a:moveTo>
                  <a:pt x="3993131" y="270748"/>
                </a:moveTo>
                <a:cubicBezTo>
                  <a:pt x="3993131" y="404754"/>
                  <a:pt x="3993131" y="538761"/>
                  <a:pt x="3993131" y="672767"/>
                </a:cubicBezTo>
                <a:cubicBezTo>
                  <a:pt x="4127137" y="672767"/>
                  <a:pt x="4258619" y="672767"/>
                  <a:pt x="4390100" y="672767"/>
                </a:cubicBezTo>
                <a:cubicBezTo>
                  <a:pt x="4397681" y="634842"/>
                  <a:pt x="4397681" y="301086"/>
                  <a:pt x="4390100" y="270748"/>
                </a:cubicBezTo>
                <a:cubicBezTo>
                  <a:pt x="4258619" y="270748"/>
                  <a:pt x="4127137" y="270748"/>
                  <a:pt x="3993131" y="270748"/>
                </a:cubicBezTo>
                <a:close/>
                <a:moveTo>
                  <a:pt x="3148639" y="270748"/>
                </a:moveTo>
                <a:cubicBezTo>
                  <a:pt x="3148639" y="404754"/>
                  <a:pt x="3148639" y="538761"/>
                  <a:pt x="3148639" y="672767"/>
                </a:cubicBezTo>
                <a:cubicBezTo>
                  <a:pt x="3282645" y="672767"/>
                  <a:pt x="3414121" y="672767"/>
                  <a:pt x="3548127" y="672767"/>
                </a:cubicBezTo>
                <a:cubicBezTo>
                  <a:pt x="3555713" y="607029"/>
                  <a:pt x="3553188" y="298561"/>
                  <a:pt x="3545602" y="270748"/>
                </a:cubicBezTo>
                <a:cubicBezTo>
                  <a:pt x="3414121" y="270748"/>
                  <a:pt x="3280114" y="270748"/>
                  <a:pt x="3148639" y="270748"/>
                </a:cubicBezTo>
                <a:close/>
                <a:moveTo>
                  <a:pt x="2726387" y="270748"/>
                </a:moveTo>
                <a:cubicBezTo>
                  <a:pt x="2718800" y="333961"/>
                  <a:pt x="2721331" y="644953"/>
                  <a:pt x="2728917" y="672767"/>
                </a:cubicBezTo>
                <a:cubicBezTo>
                  <a:pt x="2860393" y="672767"/>
                  <a:pt x="2991874" y="672767"/>
                  <a:pt x="3125881" y="672767"/>
                </a:cubicBezTo>
                <a:cubicBezTo>
                  <a:pt x="3125881" y="538761"/>
                  <a:pt x="3125881" y="404754"/>
                  <a:pt x="3125881" y="270748"/>
                </a:cubicBezTo>
                <a:cubicBezTo>
                  <a:pt x="2991874" y="270748"/>
                  <a:pt x="2860393" y="270748"/>
                  <a:pt x="2726387" y="270748"/>
                </a:cubicBezTo>
                <a:close/>
                <a:moveTo>
                  <a:pt x="2304140" y="270748"/>
                </a:moveTo>
                <a:cubicBezTo>
                  <a:pt x="2304140" y="404754"/>
                  <a:pt x="2304140" y="538761"/>
                  <a:pt x="2304140" y="672767"/>
                </a:cubicBezTo>
                <a:cubicBezTo>
                  <a:pt x="2438146" y="672767"/>
                  <a:pt x="2569628" y="672767"/>
                  <a:pt x="2703634" y="672767"/>
                </a:cubicBezTo>
                <a:cubicBezTo>
                  <a:pt x="2711214" y="607029"/>
                  <a:pt x="2708690" y="298561"/>
                  <a:pt x="2701103" y="270748"/>
                </a:cubicBezTo>
                <a:cubicBezTo>
                  <a:pt x="2569628" y="270748"/>
                  <a:pt x="2435616" y="270748"/>
                  <a:pt x="2304140" y="270748"/>
                </a:cubicBezTo>
                <a:close/>
                <a:moveTo>
                  <a:pt x="1881894" y="270748"/>
                </a:moveTo>
                <a:cubicBezTo>
                  <a:pt x="1881894" y="404754"/>
                  <a:pt x="1881894" y="536236"/>
                  <a:pt x="1881894" y="672767"/>
                </a:cubicBezTo>
                <a:cubicBezTo>
                  <a:pt x="2013369" y="672767"/>
                  <a:pt x="2144845" y="672767"/>
                  <a:pt x="2283913" y="672767"/>
                </a:cubicBezTo>
                <a:cubicBezTo>
                  <a:pt x="2283913" y="538761"/>
                  <a:pt x="2283913" y="404754"/>
                  <a:pt x="2283913" y="270748"/>
                </a:cubicBezTo>
                <a:cubicBezTo>
                  <a:pt x="2147376" y="270748"/>
                  <a:pt x="2013369" y="270748"/>
                  <a:pt x="1881894" y="270748"/>
                </a:cubicBezTo>
                <a:close/>
                <a:moveTo>
                  <a:pt x="1462172" y="270748"/>
                </a:moveTo>
                <a:cubicBezTo>
                  <a:pt x="1452056" y="318789"/>
                  <a:pt x="1454586" y="647484"/>
                  <a:pt x="1464697" y="672767"/>
                </a:cubicBezTo>
                <a:cubicBezTo>
                  <a:pt x="1593648" y="672767"/>
                  <a:pt x="1725130" y="672767"/>
                  <a:pt x="1859136" y="672767"/>
                </a:cubicBezTo>
                <a:cubicBezTo>
                  <a:pt x="1859136" y="536236"/>
                  <a:pt x="1859136" y="404754"/>
                  <a:pt x="1859136" y="270748"/>
                </a:cubicBezTo>
                <a:cubicBezTo>
                  <a:pt x="1725130" y="270748"/>
                  <a:pt x="1593648" y="270748"/>
                  <a:pt x="1462172" y="270748"/>
                </a:cubicBezTo>
                <a:close/>
                <a:moveTo>
                  <a:pt x="612619" y="270748"/>
                </a:moveTo>
                <a:cubicBezTo>
                  <a:pt x="612619" y="407285"/>
                  <a:pt x="612619" y="538761"/>
                  <a:pt x="612619" y="672767"/>
                </a:cubicBezTo>
                <a:cubicBezTo>
                  <a:pt x="746625" y="672767"/>
                  <a:pt x="880631" y="672767"/>
                  <a:pt x="1012107" y="672767"/>
                </a:cubicBezTo>
                <a:cubicBezTo>
                  <a:pt x="1019693" y="629787"/>
                  <a:pt x="1019693" y="298561"/>
                  <a:pt x="1009582" y="270748"/>
                </a:cubicBezTo>
                <a:cubicBezTo>
                  <a:pt x="878100" y="270748"/>
                  <a:pt x="746625" y="270748"/>
                  <a:pt x="612619" y="270748"/>
                </a:cubicBezTo>
                <a:close/>
                <a:moveTo>
                  <a:pt x="190366" y="270748"/>
                </a:moveTo>
                <a:cubicBezTo>
                  <a:pt x="190366" y="407285"/>
                  <a:pt x="190366" y="538761"/>
                  <a:pt x="190366" y="672767"/>
                </a:cubicBezTo>
                <a:cubicBezTo>
                  <a:pt x="324372" y="672767"/>
                  <a:pt x="458385" y="672767"/>
                  <a:pt x="592391" y="672767"/>
                </a:cubicBezTo>
                <a:cubicBezTo>
                  <a:pt x="592391" y="538761"/>
                  <a:pt x="592391" y="407285"/>
                  <a:pt x="592391" y="270748"/>
                </a:cubicBezTo>
                <a:cubicBezTo>
                  <a:pt x="458385" y="270748"/>
                  <a:pt x="326903" y="270748"/>
                  <a:pt x="190366" y="270748"/>
                </a:cubicBezTo>
                <a:close/>
                <a:moveTo>
                  <a:pt x="9747795" y="268744"/>
                </a:moveTo>
                <a:cubicBezTo>
                  <a:pt x="9637547" y="268298"/>
                  <a:pt x="9503225" y="271062"/>
                  <a:pt x="9487423" y="275803"/>
                </a:cubicBezTo>
                <a:cubicBezTo>
                  <a:pt x="9479831" y="344072"/>
                  <a:pt x="9482362" y="644953"/>
                  <a:pt x="9492479" y="672767"/>
                </a:cubicBezTo>
                <a:cubicBezTo>
                  <a:pt x="9540520" y="680353"/>
                  <a:pt x="9861628" y="677828"/>
                  <a:pt x="9889442" y="670242"/>
                </a:cubicBezTo>
                <a:cubicBezTo>
                  <a:pt x="9889442" y="538761"/>
                  <a:pt x="9889442" y="407285"/>
                  <a:pt x="9889442" y="273279"/>
                </a:cubicBezTo>
                <a:cubicBezTo>
                  <a:pt x="9871427" y="270434"/>
                  <a:pt x="9813944" y="269011"/>
                  <a:pt x="9747795" y="268744"/>
                </a:cubicBezTo>
                <a:close/>
                <a:moveTo>
                  <a:pt x="8484299" y="268744"/>
                </a:moveTo>
                <a:cubicBezTo>
                  <a:pt x="8374593" y="268298"/>
                  <a:pt x="8237109" y="271062"/>
                  <a:pt x="8218148" y="275803"/>
                </a:cubicBezTo>
                <a:cubicBezTo>
                  <a:pt x="8218148" y="407285"/>
                  <a:pt x="8218148" y="538761"/>
                  <a:pt x="8218148" y="672767"/>
                </a:cubicBezTo>
                <a:cubicBezTo>
                  <a:pt x="8357209" y="672767"/>
                  <a:pt x="8486160" y="672767"/>
                  <a:pt x="8617636" y="672767"/>
                </a:cubicBezTo>
                <a:cubicBezTo>
                  <a:pt x="8625222" y="644953"/>
                  <a:pt x="8627753" y="313734"/>
                  <a:pt x="8620167" y="273279"/>
                </a:cubicBezTo>
                <a:cubicBezTo>
                  <a:pt x="8605945" y="270434"/>
                  <a:pt x="8550122" y="269011"/>
                  <a:pt x="8484299" y="268744"/>
                </a:cubicBezTo>
                <a:close/>
                <a:moveTo>
                  <a:pt x="6364922" y="268744"/>
                </a:moveTo>
                <a:cubicBezTo>
                  <a:pt x="6254698" y="268298"/>
                  <a:pt x="6121758" y="271062"/>
                  <a:pt x="6104374" y="275803"/>
                </a:cubicBezTo>
                <a:cubicBezTo>
                  <a:pt x="6104374" y="407285"/>
                  <a:pt x="6104374" y="538761"/>
                  <a:pt x="6104374" y="670242"/>
                </a:cubicBezTo>
                <a:cubicBezTo>
                  <a:pt x="6154946" y="677828"/>
                  <a:pt x="6481110" y="675297"/>
                  <a:pt x="6508924" y="667711"/>
                </a:cubicBezTo>
                <a:cubicBezTo>
                  <a:pt x="6508924" y="536236"/>
                  <a:pt x="6508924" y="404754"/>
                  <a:pt x="6508924" y="273279"/>
                </a:cubicBezTo>
                <a:cubicBezTo>
                  <a:pt x="6489013" y="270434"/>
                  <a:pt x="6431056" y="269011"/>
                  <a:pt x="6364922" y="268744"/>
                </a:cubicBezTo>
                <a:close/>
                <a:moveTo>
                  <a:pt x="5941391" y="268744"/>
                </a:moveTo>
                <a:cubicBezTo>
                  <a:pt x="5831266" y="268298"/>
                  <a:pt x="5697930" y="271062"/>
                  <a:pt x="5682128" y="275803"/>
                </a:cubicBezTo>
                <a:cubicBezTo>
                  <a:pt x="5674542" y="349127"/>
                  <a:pt x="5677073" y="644953"/>
                  <a:pt x="5687184" y="672767"/>
                </a:cubicBezTo>
                <a:cubicBezTo>
                  <a:pt x="5818665" y="672767"/>
                  <a:pt x="5947616" y="672767"/>
                  <a:pt x="6084147" y="672767"/>
                </a:cubicBezTo>
                <a:cubicBezTo>
                  <a:pt x="6084147" y="536236"/>
                  <a:pt x="6084147" y="404754"/>
                  <a:pt x="6084147" y="273279"/>
                </a:cubicBezTo>
                <a:cubicBezTo>
                  <a:pt x="6065185" y="270434"/>
                  <a:pt x="6007466" y="269011"/>
                  <a:pt x="5941391" y="268744"/>
                </a:cubicBezTo>
                <a:close/>
                <a:moveTo>
                  <a:pt x="1293816" y="268744"/>
                </a:moveTo>
                <a:cubicBezTo>
                  <a:pt x="1184556" y="268298"/>
                  <a:pt x="1053197" y="271062"/>
                  <a:pt x="1037395" y="275803"/>
                </a:cubicBezTo>
                <a:cubicBezTo>
                  <a:pt x="1029809" y="323844"/>
                  <a:pt x="1032334" y="644953"/>
                  <a:pt x="1039920" y="672767"/>
                </a:cubicBezTo>
                <a:cubicBezTo>
                  <a:pt x="1085436" y="680353"/>
                  <a:pt x="1409076" y="677828"/>
                  <a:pt x="1436884" y="670242"/>
                </a:cubicBezTo>
                <a:cubicBezTo>
                  <a:pt x="1436884" y="538761"/>
                  <a:pt x="1436884" y="407285"/>
                  <a:pt x="1436884" y="273279"/>
                </a:cubicBezTo>
                <a:cubicBezTo>
                  <a:pt x="1416972" y="270434"/>
                  <a:pt x="1359372" y="269011"/>
                  <a:pt x="1293816" y="268744"/>
                </a:cubicBezTo>
                <a:close/>
                <a:moveTo>
                  <a:pt x="5456148" y="267905"/>
                </a:moveTo>
                <a:cubicBezTo>
                  <a:pt x="5364175" y="268220"/>
                  <a:pt x="5273783" y="270748"/>
                  <a:pt x="5259876" y="275803"/>
                </a:cubicBezTo>
                <a:cubicBezTo>
                  <a:pt x="5259876" y="407285"/>
                  <a:pt x="5259876" y="538761"/>
                  <a:pt x="5259876" y="672767"/>
                </a:cubicBezTo>
                <a:cubicBezTo>
                  <a:pt x="5396413" y="672767"/>
                  <a:pt x="5527894" y="672767"/>
                  <a:pt x="5661901" y="672767"/>
                </a:cubicBezTo>
                <a:cubicBezTo>
                  <a:pt x="5661901" y="538761"/>
                  <a:pt x="5661901" y="404754"/>
                  <a:pt x="5661901" y="273279"/>
                </a:cubicBezTo>
                <a:cubicBezTo>
                  <a:pt x="5641673" y="269486"/>
                  <a:pt x="5548121" y="267589"/>
                  <a:pt x="5456148" y="267905"/>
                </a:cubicBezTo>
                <a:close/>
                <a:moveTo>
                  <a:pt x="9263338" y="267589"/>
                </a:moveTo>
                <a:cubicBezTo>
                  <a:pt x="9171367" y="267589"/>
                  <a:pt x="9080343" y="269486"/>
                  <a:pt x="9065171" y="273279"/>
                </a:cubicBezTo>
                <a:cubicBezTo>
                  <a:pt x="9065171" y="407285"/>
                  <a:pt x="9065171" y="538761"/>
                  <a:pt x="9065171" y="672767"/>
                </a:cubicBezTo>
                <a:cubicBezTo>
                  <a:pt x="9201708" y="672767"/>
                  <a:pt x="9333184" y="672767"/>
                  <a:pt x="9467190" y="672767"/>
                </a:cubicBezTo>
                <a:cubicBezTo>
                  <a:pt x="9467190" y="538761"/>
                  <a:pt x="9467190" y="407285"/>
                  <a:pt x="9467190" y="273279"/>
                </a:cubicBezTo>
                <a:cubicBezTo>
                  <a:pt x="9448228" y="269486"/>
                  <a:pt x="9355309" y="267589"/>
                  <a:pt x="9263338" y="267589"/>
                </a:cubicBezTo>
                <a:close/>
                <a:moveTo>
                  <a:pt x="6727319" y="267589"/>
                </a:moveTo>
                <a:cubicBezTo>
                  <a:pt x="6635347" y="267589"/>
                  <a:pt x="6544323" y="269486"/>
                  <a:pt x="6529151" y="273279"/>
                </a:cubicBezTo>
                <a:cubicBezTo>
                  <a:pt x="6529151" y="407285"/>
                  <a:pt x="6529151" y="538761"/>
                  <a:pt x="6529151" y="672767"/>
                </a:cubicBezTo>
                <a:cubicBezTo>
                  <a:pt x="6665688" y="672767"/>
                  <a:pt x="6797164" y="672767"/>
                  <a:pt x="6931176" y="672767"/>
                </a:cubicBezTo>
                <a:cubicBezTo>
                  <a:pt x="6931176" y="538761"/>
                  <a:pt x="6931176" y="407285"/>
                  <a:pt x="6931176" y="273279"/>
                </a:cubicBezTo>
                <a:cubicBezTo>
                  <a:pt x="6912211" y="269486"/>
                  <a:pt x="6819291" y="267589"/>
                  <a:pt x="6727319" y="267589"/>
                </a:cubicBezTo>
                <a:close/>
                <a:moveTo>
                  <a:pt x="170139" y="0"/>
                </a:moveTo>
                <a:lnTo>
                  <a:pt x="190366" y="0"/>
                </a:lnTo>
                <a:lnTo>
                  <a:pt x="190366" y="247990"/>
                </a:lnTo>
                <a:cubicBezTo>
                  <a:pt x="324372" y="247990"/>
                  <a:pt x="455854" y="247990"/>
                  <a:pt x="592391" y="247990"/>
                </a:cubicBezTo>
                <a:cubicBezTo>
                  <a:pt x="592391" y="179724"/>
                  <a:pt x="592391" y="112721"/>
                  <a:pt x="592391" y="46350"/>
                </a:cubicBezTo>
                <a:lnTo>
                  <a:pt x="592391" y="0"/>
                </a:lnTo>
                <a:lnTo>
                  <a:pt x="612619" y="0"/>
                </a:lnTo>
                <a:lnTo>
                  <a:pt x="612619" y="47614"/>
                </a:lnTo>
                <a:cubicBezTo>
                  <a:pt x="612619" y="113985"/>
                  <a:pt x="612619" y="179725"/>
                  <a:pt x="612619" y="245465"/>
                </a:cubicBezTo>
                <a:cubicBezTo>
                  <a:pt x="655598" y="253051"/>
                  <a:pt x="986824" y="253051"/>
                  <a:pt x="1014637" y="242934"/>
                </a:cubicBezTo>
                <a:cubicBezTo>
                  <a:pt x="1018430" y="216386"/>
                  <a:pt x="1019694" y="124099"/>
                  <a:pt x="1019062" y="34972"/>
                </a:cubicBezTo>
                <a:lnTo>
                  <a:pt x="1018621" y="0"/>
                </a:lnTo>
                <a:lnTo>
                  <a:pt x="1037395" y="0"/>
                </a:lnTo>
                <a:lnTo>
                  <a:pt x="1037395" y="247990"/>
                </a:lnTo>
                <a:cubicBezTo>
                  <a:pt x="1171402" y="247990"/>
                  <a:pt x="1302877" y="247990"/>
                  <a:pt x="1436884" y="247990"/>
                </a:cubicBezTo>
                <a:cubicBezTo>
                  <a:pt x="1436884" y="180987"/>
                  <a:pt x="1436884" y="115247"/>
                  <a:pt x="1436884" y="49508"/>
                </a:cubicBezTo>
                <a:lnTo>
                  <a:pt x="1436884" y="0"/>
                </a:lnTo>
                <a:lnTo>
                  <a:pt x="1457117" y="0"/>
                </a:lnTo>
                <a:lnTo>
                  <a:pt x="1457117" y="247990"/>
                </a:lnTo>
                <a:cubicBezTo>
                  <a:pt x="1591123" y="247990"/>
                  <a:pt x="1722599" y="247990"/>
                  <a:pt x="1859136" y="247990"/>
                </a:cubicBezTo>
                <a:lnTo>
                  <a:pt x="1859136" y="0"/>
                </a:lnTo>
                <a:lnTo>
                  <a:pt x="1879363" y="0"/>
                </a:lnTo>
                <a:lnTo>
                  <a:pt x="1879363" y="247990"/>
                </a:lnTo>
                <a:cubicBezTo>
                  <a:pt x="2013369" y="247990"/>
                  <a:pt x="2144845" y="247990"/>
                  <a:pt x="2278857" y="247990"/>
                </a:cubicBezTo>
                <a:lnTo>
                  <a:pt x="2278857" y="0"/>
                </a:lnTo>
                <a:lnTo>
                  <a:pt x="2304140" y="0"/>
                </a:lnTo>
                <a:lnTo>
                  <a:pt x="2304140" y="245465"/>
                </a:lnTo>
                <a:cubicBezTo>
                  <a:pt x="2344595" y="253051"/>
                  <a:pt x="2675821" y="253051"/>
                  <a:pt x="2703634" y="245465"/>
                </a:cubicBezTo>
                <a:cubicBezTo>
                  <a:pt x="2707424" y="222707"/>
                  <a:pt x="2708688" y="130418"/>
                  <a:pt x="2708056" y="40343"/>
                </a:cubicBezTo>
                <a:lnTo>
                  <a:pt x="2707555" y="0"/>
                </a:lnTo>
                <a:lnTo>
                  <a:pt x="2724699" y="0"/>
                </a:lnTo>
                <a:lnTo>
                  <a:pt x="2724177" y="47614"/>
                </a:lnTo>
                <a:cubicBezTo>
                  <a:pt x="2723862" y="113985"/>
                  <a:pt x="2723862" y="179725"/>
                  <a:pt x="2723862" y="245465"/>
                </a:cubicBezTo>
                <a:cubicBezTo>
                  <a:pt x="2769372" y="253051"/>
                  <a:pt x="3098067" y="250520"/>
                  <a:pt x="3125881" y="242934"/>
                </a:cubicBezTo>
                <a:cubicBezTo>
                  <a:pt x="3129673" y="215121"/>
                  <a:pt x="3130937" y="122833"/>
                  <a:pt x="3130305" y="34023"/>
                </a:cubicBezTo>
                <a:lnTo>
                  <a:pt x="3129875" y="0"/>
                </a:lnTo>
                <a:lnTo>
                  <a:pt x="3144117" y="0"/>
                </a:lnTo>
                <a:lnTo>
                  <a:pt x="3144212" y="58676"/>
                </a:lnTo>
                <a:cubicBezTo>
                  <a:pt x="3144843" y="148750"/>
                  <a:pt x="3147370" y="235348"/>
                  <a:pt x="3151163" y="247990"/>
                </a:cubicBezTo>
                <a:cubicBezTo>
                  <a:pt x="3282645" y="247990"/>
                  <a:pt x="3414121" y="247990"/>
                  <a:pt x="3548127" y="247990"/>
                </a:cubicBezTo>
                <a:lnTo>
                  <a:pt x="3548127" y="0"/>
                </a:lnTo>
                <a:lnTo>
                  <a:pt x="3572452" y="0"/>
                </a:lnTo>
                <a:lnTo>
                  <a:pt x="3570885" y="247990"/>
                </a:lnTo>
                <a:cubicBezTo>
                  <a:pt x="3621451" y="255576"/>
                  <a:pt x="3945090" y="253051"/>
                  <a:pt x="3970379" y="245465"/>
                </a:cubicBezTo>
                <a:cubicBezTo>
                  <a:pt x="3974169" y="215124"/>
                  <a:pt x="3975433" y="122835"/>
                  <a:pt x="3974801" y="34655"/>
                </a:cubicBezTo>
                <a:lnTo>
                  <a:pt x="3974360" y="0"/>
                </a:lnTo>
                <a:lnTo>
                  <a:pt x="3990606" y="0"/>
                </a:lnTo>
                <a:lnTo>
                  <a:pt x="3990606" y="48246"/>
                </a:lnTo>
                <a:cubicBezTo>
                  <a:pt x="3990606" y="115249"/>
                  <a:pt x="3990606" y="182252"/>
                  <a:pt x="3990606" y="250520"/>
                </a:cubicBezTo>
                <a:cubicBezTo>
                  <a:pt x="4127137" y="250520"/>
                  <a:pt x="4258619" y="250520"/>
                  <a:pt x="4392625" y="250520"/>
                </a:cubicBezTo>
                <a:lnTo>
                  <a:pt x="4392625" y="0"/>
                </a:lnTo>
                <a:lnTo>
                  <a:pt x="4415383" y="0"/>
                </a:lnTo>
                <a:lnTo>
                  <a:pt x="4415383" y="247990"/>
                </a:lnTo>
                <a:cubicBezTo>
                  <a:pt x="4549390" y="247990"/>
                  <a:pt x="4680865" y="247990"/>
                  <a:pt x="4814877" y="247990"/>
                </a:cubicBezTo>
                <a:lnTo>
                  <a:pt x="4814877" y="0"/>
                </a:lnTo>
                <a:lnTo>
                  <a:pt x="4837630" y="0"/>
                </a:lnTo>
                <a:lnTo>
                  <a:pt x="4837630" y="247990"/>
                </a:lnTo>
                <a:cubicBezTo>
                  <a:pt x="4974166" y="247990"/>
                  <a:pt x="5105642" y="247990"/>
                  <a:pt x="5239648" y="247990"/>
                </a:cubicBezTo>
                <a:lnTo>
                  <a:pt x="5239648" y="0"/>
                </a:lnTo>
                <a:lnTo>
                  <a:pt x="5255353" y="0"/>
                </a:lnTo>
                <a:lnTo>
                  <a:pt x="5255454" y="61520"/>
                </a:lnTo>
                <a:cubicBezTo>
                  <a:pt x="5256086" y="150647"/>
                  <a:pt x="5258614" y="236613"/>
                  <a:pt x="5262406" y="250520"/>
                </a:cubicBezTo>
                <a:cubicBezTo>
                  <a:pt x="5393883" y="250520"/>
                  <a:pt x="5525364" y="250520"/>
                  <a:pt x="5659370" y="250520"/>
                </a:cubicBezTo>
                <a:cubicBezTo>
                  <a:pt x="5660635" y="182252"/>
                  <a:pt x="5661268" y="115249"/>
                  <a:pt x="5661585" y="48878"/>
                </a:cubicBezTo>
                <a:lnTo>
                  <a:pt x="5661663" y="0"/>
                </a:lnTo>
                <a:lnTo>
                  <a:pt x="5682128" y="0"/>
                </a:lnTo>
                <a:lnTo>
                  <a:pt x="5682128" y="245465"/>
                </a:lnTo>
                <a:cubicBezTo>
                  <a:pt x="5720052" y="253051"/>
                  <a:pt x="6053809" y="253051"/>
                  <a:pt x="6084147" y="245465"/>
                </a:cubicBezTo>
                <a:lnTo>
                  <a:pt x="6084147" y="0"/>
                </a:lnTo>
                <a:lnTo>
                  <a:pt x="6104374" y="0"/>
                </a:lnTo>
                <a:lnTo>
                  <a:pt x="6104374" y="247990"/>
                </a:lnTo>
                <a:cubicBezTo>
                  <a:pt x="6240911" y="247990"/>
                  <a:pt x="6372387" y="247990"/>
                  <a:pt x="6508924" y="247990"/>
                </a:cubicBezTo>
                <a:cubicBezTo>
                  <a:pt x="6508924" y="180987"/>
                  <a:pt x="6508924" y="115247"/>
                  <a:pt x="6508924" y="49508"/>
                </a:cubicBezTo>
                <a:lnTo>
                  <a:pt x="6508924" y="0"/>
                </a:lnTo>
                <a:lnTo>
                  <a:pt x="6532521" y="0"/>
                </a:lnTo>
                <a:lnTo>
                  <a:pt x="6531998" y="47614"/>
                </a:lnTo>
                <a:cubicBezTo>
                  <a:pt x="6531682" y="113985"/>
                  <a:pt x="6531682" y="179725"/>
                  <a:pt x="6531682" y="245465"/>
                </a:cubicBezTo>
                <a:cubicBezTo>
                  <a:pt x="6577192" y="253051"/>
                  <a:pt x="6905887" y="250520"/>
                  <a:pt x="6933701" y="242934"/>
                </a:cubicBezTo>
                <a:cubicBezTo>
                  <a:pt x="6937494" y="215121"/>
                  <a:pt x="6938759" y="122833"/>
                  <a:pt x="6938128" y="34023"/>
                </a:cubicBezTo>
                <a:lnTo>
                  <a:pt x="6937698" y="0"/>
                </a:lnTo>
                <a:lnTo>
                  <a:pt x="6951403" y="0"/>
                </a:lnTo>
                <a:lnTo>
                  <a:pt x="6951403" y="245465"/>
                </a:lnTo>
                <a:cubicBezTo>
                  <a:pt x="6991858" y="253051"/>
                  <a:pt x="7323084" y="253051"/>
                  <a:pt x="7353422" y="245465"/>
                </a:cubicBezTo>
                <a:lnTo>
                  <a:pt x="7353422" y="0"/>
                </a:lnTo>
                <a:lnTo>
                  <a:pt x="7374189" y="0"/>
                </a:lnTo>
                <a:lnTo>
                  <a:pt x="7374281" y="56144"/>
                </a:lnTo>
                <a:cubicBezTo>
                  <a:pt x="7374914" y="146220"/>
                  <a:pt x="7377443" y="234083"/>
                  <a:pt x="7381236" y="247990"/>
                </a:cubicBezTo>
                <a:cubicBezTo>
                  <a:pt x="7510187" y="247990"/>
                  <a:pt x="7644193" y="247990"/>
                  <a:pt x="7778199" y="247990"/>
                </a:cubicBezTo>
                <a:lnTo>
                  <a:pt x="7778199" y="0"/>
                </a:lnTo>
                <a:lnTo>
                  <a:pt x="7798427" y="0"/>
                </a:lnTo>
                <a:lnTo>
                  <a:pt x="7798427" y="247990"/>
                </a:lnTo>
                <a:cubicBezTo>
                  <a:pt x="7856578" y="255576"/>
                  <a:pt x="8172637" y="253051"/>
                  <a:pt x="8197920" y="245465"/>
                </a:cubicBezTo>
                <a:cubicBezTo>
                  <a:pt x="8201713" y="216386"/>
                  <a:pt x="8202977" y="124097"/>
                  <a:pt x="8202345" y="35602"/>
                </a:cubicBezTo>
                <a:lnTo>
                  <a:pt x="8201893" y="0"/>
                </a:lnTo>
                <a:lnTo>
                  <a:pt x="8220673" y="0"/>
                </a:lnTo>
                <a:lnTo>
                  <a:pt x="8220673" y="247990"/>
                </a:lnTo>
                <a:cubicBezTo>
                  <a:pt x="8354685" y="247990"/>
                  <a:pt x="8486160" y="247990"/>
                  <a:pt x="8622697" y="247990"/>
                </a:cubicBezTo>
                <a:lnTo>
                  <a:pt x="8622697" y="0"/>
                </a:lnTo>
                <a:lnTo>
                  <a:pt x="8640921" y="0"/>
                </a:lnTo>
                <a:lnTo>
                  <a:pt x="8641027" y="64364"/>
                </a:lnTo>
                <a:cubicBezTo>
                  <a:pt x="8641659" y="152543"/>
                  <a:pt x="8644187" y="236613"/>
                  <a:pt x="8647980" y="250520"/>
                </a:cubicBezTo>
                <a:cubicBezTo>
                  <a:pt x="8779462" y="250520"/>
                  <a:pt x="8910937" y="250520"/>
                  <a:pt x="9042419" y="250520"/>
                </a:cubicBezTo>
                <a:cubicBezTo>
                  <a:pt x="9043682" y="182252"/>
                  <a:pt x="9044313" y="115880"/>
                  <a:pt x="9044629" y="49824"/>
                </a:cubicBezTo>
                <a:lnTo>
                  <a:pt x="9044708" y="0"/>
                </a:lnTo>
                <a:lnTo>
                  <a:pt x="9065171" y="0"/>
                </a:lnTo>
                <a:lnTo>
                  <a:pt x="9065171" y="247990"/>
                </a:lnTo>
                <a:cubicBezTo>
                  <a:pt x="9201708" y="247990"/>
                  <a:pt x="9333184" y="247990"/>
                  <a:pt x="9467190" y="247990"/>
                </a:cubicBezTo>
                <a:lnTo>
                  <a:pt x="9467190" y="0"/>
                </a:lnTo>
                <a:lnTo>
                  <a:pt x="9487423" y="0"/>
                </a:lnTo>
                <a:lnTo>
                  <a:pt x="9487423" y="245465"/>
                </a:lnTo>
                <a:cubicBezTo>
                  <a:pt x="9540520" y="253051"/>
                  <a:pt x="9864159" y="250520"/>
                  <a:pt x="9889442" y="242934"/>
                </a:cubicBezTo>
                <a:cubicBezTo>
                  <a:pt x="9889442" y="177196"/>
                  <a:pt x="9889442" y="112090"/>
                  <a:pt x="9889442" y="46667"/>
                </a:cubicBezTo>
                <a:lnTo>
                  <a:pt x="9889442" y="0"/>
                </a:lnTo>
                <a:lnTo>
                  <a:pt x="9909669" y="0"/>
                </a:lnTo>
                <a:lnTo>
                  <a:pt x="9909669" y="245465"/>
                </a:lnTo>
                <a:cubicBezTo>
                  <a:pt x="9955180" y="253051"/>
                  <a:pt x="10283875" y="250520"/>
                  <a:pt x="10311688" y="242934"/>
                </a:cubicBezTo>
                <a:lnTo>
                  <a:pt x="10311688" y="0"/>
                </a:lnTo>
                <a:lnTo>
                  <a:pt x="10331916" y="0"/>
                </a:lnTo>
                <a:lnTo>
                  <a:pt x="10331916" y="245465"/>
                </a:lnTo>
                <a:cubicBezTo>
                  <a:pt x="10369846" y="253051"/>
                  <a:pt x="10706127" y="253051"/>
                  <a:pt x="10733940" y="245465"/>
                </a:cubicBezTo>
                <a:lnTo>
                  <a:pt x="10733940" y="0"/>
                </a:lnTo>
                <a:lnTo>
                  <a:pt x="10756693" y="0"/>
                </a:lnTo>
                <a:lnTo>
                  <a:pt x="10756693" y="247990"/>
                </a:lnTo>
                <a:cubicBezTo>
                  <a:pt x="10890699" y="247990"/>
                  <a:pt x="11022180" y="247990"/>
                  <a:pt x="11156187" y="247990"/>
                </a:cubicBezTo>
                <a:lnTo>
                  <a:pt x="11156187" y="0"/>
                </a:lnTo>
                <a:lnTo>
                  <a:pt x="11179782" y="0"/>
                </a:lnTo>
                <a:lnTo>
                  <a:pt x="11179261" y="47614"/>
                </a:lnTo>
                <a:cubicBezTo>
                  <a:pt x="11178945" y="113985"/>
                  <a:pt x="11178945" y="179725"/>
                  <a:pt x="11178945" y="245465"/>
                </a:cubicBezTo>
                <a:cubicBezTo>
                  <a:pt x="11226986" y="253051"/>
                  <a:pt x="11550619" y="250520"/>
                  <a:pt x="11578433" y="242934"/>
                </a:cubicBezTo>
                <a:cubicBezTo>
                  <a:pt x="11582226" y="216386"/>
                  <a:pt x="11583491" y="124099"/>
                  <a:pt x="11582860" y="34972"/>
                </a:cubicBezTo>
                <a:lnTo>
                  <a:pt x="11582420" y="0"/>
                </a:lnTo>
                <a:lnTo>
                  <a:pt x="11598660" y="0"/>
                </a:lnTo>
                <a:lnTo>
                  <a:pt x="11598660" y="247990"/>
                </a:lnTo>
                <a:cubicBezTo>
                  <a:pt x="11735197" y="247990"/>
                  <a:pt x="11866679" y="247990"/>
                  <a:pt x="12000685" y="247990"/>
                </a:cubicBezTo>
                <a:lnTo>
                  <a:pt x="12000685" y="0"/>
                </a:lnTo>
                <a:lnTo>
                  <a:pt x="12028499" y="0"/>
                </a:lnTo>
                <a:lnTo>
                  <a:pt x="12028499" y="45085"/>
                </a:lnTo>
                <a:cubicBezTo>
                  <a:pt x="12028499" y="111457"/>
                  <a:pt x="12028499" y="177196"/>
                  <a:pt x="12028499" y="242934"/>
                </a:cubicBezTo>
                <a:lnTo>
                  <a:pt x="12192000" y="242934"/>
                </a:lnTo>
                <a:lnTo>
                  <a:pt x="12192000" y="265412"/>
                </a:lnTo>
                <a:lnTo>
                  <a:pt x="12159974" y="264744"/>
                </a:lnTo>
                <a:cubicBezTo>
                  <a:pt x="12144803" y="264427"/>
                  <a:pt x="12129633" y="264427"/>
                  <a:pt x="12114464" y="265693"/>
                </a:cubicBezTo>
                <a:cubicBezTo>
                  <a:pt x="12084120" y="265693"/>
                  <a:pt x="12056306" y="260631"/>
                  <a:pt x="12025968" y="270748"/>
                </a:cubicBezTo>
                <a:cubicBezTo>
                  <a:pt x="12025968" y="404754"/>
                  <a:pt x="12025968" y="536236"/>
                  <a:pt x="12025968" y="672767"/>
                </a:cubicBezTo>
                <a:lnTo>
                  <a:pt x="12192000" y="672767"/>
                </a:lnTo>
                <a:lnTo>
                  <a:pt x="12192000" y="687939"/>
                </a:lnTo>
                <a:lnTo>
                  <a:pt x="12111939" y="687939"/>
                </a:lnTo>
                <a:cubicBezTo>
                  <a:pt x="12081595" y="687939"/>
                  <a:pt x="12053782" y="682883"/>
                  <a:pt x="12023443" y="692994"/>
                </a:cubicBezTo>
                <a:cubicBezTo>
                  <a:pt x="12023443" y="827001"/>
                  <a:pt x="12023443" y="958482"/>
                  <a:pt x="12023443" y="1095019"/>
                </a:cubicBezTo>
                <a:lnTo>
                  <a:pt x="12192000" y="1095019"/>
                </a:lnTo>
                <a:lnTo>
                  <a:pt x="12192000" y="1110306"/>
                </a:lnTo>
                <a:lnTo>
                  <a:pt x="12023443" y="1112716"/>
                </a:lnTo>
                <a:cubicBezTo>
                  <a:pt x="12023443" y="1249253"/>
                  <a:pt x="12023443" y="1380728"/>
                  <a:pt x="12023443" y="1517265"/>
                </a:cubicBezTo>
                <a:lnTo>
                  <a:pt x="12192000" y="1517265"/>
                </a:lnTo>
                <a:lnTo>
                  <a:pt x="12192000" y="1532557"/>
                </a:lnTo>
                <a:lnTo>
                  <a:pt x="12023443" y="1534962"/>
                </a:lnTo>
                <a:cubicBezTo>
                  <a:pt x="12023443" y="1671499"/>
                  <a:pt x="12023443" y="1805505"/>
                  <a:pt x="12023443" y="1939511"/>
                </a:cubicBezTo>
                <a:lnTo>
                  <a:pt x="12192000" y="1939511"/>
                </a:lnTo>
                <a:lnTo>
                  <a:pt x="12192000" y="1954924"/>
                </a:lnTo>
                <a:lnTo>
                  <a:pt x="12023443" y="1959739"/>
                </a:lnTo>
                <a:cubicBezTo>
                  <a:pt x="12023443" y="2096275"/>
                  <a:pt x="12023443" y="2227757"/>
                  <a:pt x="12023443" y="2361764"/>
                </a:cubicBezTo>
                <a:lnTo>
                  <a:pt x="12192000" y="2361764"/>
                </a:lnTo>
                <a:lnTo>
                  <a:pt x="12192000" y="2384154"/>
                </a:lnTo>
                <a:lnTo>
                  <a:pt x="12111936" y="2380724"/>
                </a:lnTo>
                <a:cubicBezTo>
                  <a:pt x="12082228" y="2380724"/>
                  <a:pt x="12052519" y="2381988"/>
                  <a:pt x="12023443" y="2384516"/>
                </a:cubicBezTo>
                <a:cubicBezTo>
                  <a:pt x="12023443" y="2521053"/>
                  <a:pt x="12023443" y="2652534"/>
                  <a:pt x="12023443" y="2784010"/>
                </a:cubicBezTo>
                <a:lnTo>
                  <a:pt x="12192000" y="2784010"/>
                </a:lnTo>
                <a:lnTo>
                  <a:pt x="12192000" y="2806592"/>
                </a:lnTo>
                <a:lnTo>
                  <a:pt x="12154918" y="2805819"/>
                </a:lnTo>
                <a:cubicBezTo>
                  <a:pt x="12139747" y="2805503"/>
                  <a:pt x="12124575" y="2805503"/>
                  <a:pt x="12109403" y="2806768"/>
                </a:cubicBezTo>
                <a:cubicBezTo>
                  <a:pt x="12079064" y="2806768"/>
                  <a:pt x="12051251" y="2801713"/>
                  <a:pt x="12020913" y="2811824"/>
                </a:cubicBezTo>
                <a:cubicBezTo>
                  <a:pt x="12020913" y="2945830"/>
                  <a:pt x="12020913" y="3077311"/>
                  <a:pt x="12020913" y="3213848"/>
                </a:cubicBezTo>
                <a:lnTo>
                  <a:pt x="12192000" y="3213848"/>
                </a:lnTo>
                <a:lnTo>
                  <a:pt x="12192000" y="3229014"/>
                </a:lnTo>
                <a:lnTo>
                  <a:pt x="12106878" y="3229014"/>
                </a:lnTo>
                <a:cubicBezTo>
                  <a:pt x="12076540" y="3229014"/>
                  <a:pt x="12048726" y="3223959"/>
                  <a:pt x="12018382" y="3234070"/>
                </a:cubicBezTo>
                <a:cubicBezTo>
                  <a:pt x="12018382" y="3368082"/>
                  <a:pt x="12018382" y="3499557"/>
                  <a:pt x="12018382" y="3636094"/>
                </a:cubicBezTo>
                <a:lnTo>
                  <a:pt x="12192000" y="3636094"/>
                </a:lnTo>
                <a:lnTo>
                  <a:pt x="12192000" y="3651314"/>
                </a:lnTo>
                <a:lnTo>
                  <a:pt x="12018382" y="3653791"/>
                </a:lnTo>
                <a:cubicBezTo>
                  <a:pt x="12018382" y="3790328"/>
                  <a:pt x="12018382" y="3921810"/>
                  <a:pt x="12018382" y="4058341"/>
                </a:cubicBezTo>
                <a:lnTo>
                  <a:pt x="12192000" y="4058341"/>
                </a:lnTo>
                <a:lnTo>
                  <a:pt x="12192000" y="4073561"/>
                </a:lnTo>
                <a:lnTo>
                  <a:pt x="12018382" y="4076043"/>
                </a:lnTo>
                <a:cubicBezTo>
                  <a:pt x="12018382" y="4212574"/>
                  <a:pt x="12018382" y="4346581"/>
                  <a:pt x="12018382" y="4480593"/>
                </a:cubicBezTo>
                <a:lnTo>
                  <a:pt x="12192000" y="4480593"/>
                </a:lnTo>
                <a:lnTo>
                  <a:pt x="12192000" y="4495856"/>
                </a:lnTo>
                <a:lnTo>
                  <a:pt x="12018382" y="4500814"/>
                </a:lnTo>
                <a:cubicBezTo>
                  <a:pt x="12018382" y="4637351"/>
                  <a:pt x="12018382" y="4768833"/>
                  <a:pt x="12018382" y="4902839"/>
                </a:cubicBezTo>
                <a:lnTo>
                  <a:pt x="12192000" y="4902839"/>
                </a:lnTo>
                <a:lnTo>
                  <a:pt x="12192000" y="4925453"/>
                </a:lnTo>
                <a:lnTo>
                  <a:pt x="12106880" y="4921802"/>
                </a:lnTo>
                <a:cubicBezTo>
                  <a:pt x="12077171" y="4921801"/>
                  <a:pt x="12047461" y="4923067"/>
                  <a:pt x="12018382" y="4925597"/>
                </a:cubicBezTo>
                <a:cubicBezTo>
                  <a:pt x="12018382" y="5062128"/>
                  <a:pt x="12018382" y="5193610"/>
                  <a:pt x="12018382" y="5325085"/>
                </a:cubicBezTo>
                <a:lnTo>
                  <a:pt x="12192000" y="5325085"/>
                </a:lnTo>
                <a:lnTo>
                  <a:pt x="12192000" y="5347773"/>
                </a:lnTo>
                <a:lnTo>
                  <a:pt x="12149863" y="5346895"/>
                </a:lnTo>
                <a:cubicBezTo>
                  <a:pt x="12134691" y="5346578"/>
                  <a:pt x="12119519" y="5346578"/>
                  <a:pt x="12104347" y="5347843"/>
                </a:cubicBezTo>
                <a:cubicBezTo>
                  <a:pt x="12074009" y="5347843"/>
                  <a:pt x="12046195" y="5342788"/>
                  <a:pt x="12015857" y="5352899"/>
                </a:cubicBezTo>
                <a:cubicBezTo>
                  <a:pt x="12015857" y="5486905"/>
                  <a:pt x="12015857" y="5618387"/>
                  <a:pt x="12015857" y="5754924"/>
                </a:cubicBezTo>
                <a:lnTo>
                  <a:pt x="12192000" y="5754924"/>
                </a:lnTo>
                <a:lnTo>
                  <a:pt x="12192000" y="5770090"/>
                </a:lnTo>
                <a:lnTo>
                  <a:pt x="12101822" y="5770090"/>
                </a:lnTo>
                <a:cubicBezTo>
                  <a:pt x="12071478" y="5770090"/>
                  <a:pt x="12043665" y="5765034"/>
                  <a:pt x="12013327" y="5775151"/>
                </a:cubicBezTo>
                <a:cubicBezTo>
                  <a:pt x="12013327" y="5909157"/>
                  <a:pt x="12013327" y="6040633"/>
                  <a:pt x="12013327" y="6177170"/>
                </a:cubicBezTo>
                <a:cubicBezTo>
                  <a:pt x="12074009" y="6177170"/>
                  <a:pt x="12132161" y="6177170"/>
                  <a:pt x="12190318" y="6177170"/>
                </a:cubicBezTo>
                <a:cubicBezTo>
                  <a:pt x="12190318" y="6182225"/>
                  <a:pt x="12190318" y="6187281"/>
                  <a:pt x="12190318" y="6192342"/>
                </a:cubicBezTo>
                <a:cubicBezTo>
                  <a:pt x="12132161" y="6192342"/>
                  <a:pt x="12071478" y="6192342"/>
                  <a:pt x="12013327" y="6194867"/>
                </a:cubicBezTo>
                <a:cubicBezTo>
                  <a:pt x="12013327" y="6333934"/>
                  <a:pt x="12013327" y="6465410"/>
                  <a:pt x="12013327" y="6599416"/>
                </a:cubicBezTo>
                <a:cubicBezTo>
                  <a:pt x="12074009" y="6599416"/>
                  <a:pt x="12132161" y="6599416"/>
                  <a:pt x="12190318" y="6599416"/>
                </a:cubicBezTo>
                <a:cubicBezTo>
                  <a:pt x="12190318" y="6607002"/>
                  <a:pt x="12190318" y="6614588"/>
                  <a:pt x="12190318" y="6622174"/>
                </a:cubicBezTo>
                <a:cubicBezTo>
                  <a:pt x="12132161" y="6619644"/>
                  <a:pt x="12071478" y="6619644"/>
                  <a:pt x="12013327" y="6619644"/>
                </a:cubicBezTo>
                <a:cubicBezTo>
                  <a:pt x="12013327" y="6687913"/>
                  <a:pt x="12013327" y="6754917"/>
                  <a:pt x="12013327" y="6821289"/>
                </a:cubicBezTo>
                <a:lnTo>
                  <a:pt x="12013327" y="6858000"/>
                </a:lnTo>
                <a:lnTo>
                  <a:pt x="12003210" y="6858000"/>
                </a:lnTo>
                <a:lnTo>
                  <a:pt x="12003210" y="6810226"/>
                </a:lnTo>
                <a:cubicBezTo>
                  <a:pt x="12003210" y="6744803"/>
                  <a:pt x="12003210" y="6679064"/>
                  <a:pt x="12003210" y="6612058"/>
                </a:cubicBezTo>
                <a:cubicBezTo>
                  <a:pt x="11866679" y="6612058"/>
                  <a:pt x="11735197" y="6612058"/>
                  <a:pt x="11601191" y="6612058"/>
                </a:cubicBezTo>
                <a:cubicBezTo>
                  <a:pt x="11601191" y="6680326"/>
                  <a:pt x="11601191" y="6746698"/>
                  <a:pt x="11601191" y="6812438"/>
                </a:cubicBezTo>
                <a:lnTo>
                  <a:pt x="11601191" y="6858000"/>
                </a:lnTo>
                <a:lnTo>
                  <a:pt x="11580420" y="6858000"/>
                </a:lnTo>
                <a:lnTo>
                  <a:pt x="11580333" y="6803590"/>
                </a:lnTo>
                <a:cubicBezTo>
                  <a:pt x="11579700" y="6712567"/>
                  <a:pt x="11577171" y="6623440"/>
                  <a:pt x="11573378" y="6609533"/>
                </a:cubicBezTo>
                <a:cubicBezTo>
                  <a:pt x="11444427" y="6609533"/>
                  <a:pt x="11312951" y="6609533"/>
                  <a:pt x="11178945" y="6609533"/>
                </a:cubicBezTo>
                <a:cubicBezTo>
                  <a:pt x="11178945" y="6677802"/>
                  <a:pt x="11178945" y="6744172"/>
                  <a:pt x="11178945" y="6810227"/>
                </a:cubicBezTo>
                <a:lnTo>
                  <a:pt x="11178945" y="6858000"/>
                </a:lnTo>
                <a:lnTo>
                  <a:pt x="11158717" y="6858000"/>
                </a:lnTo>
                <a:lnTo>
                  <a:pt x="11158717" y="6612058"/>
                </a:lnTo>
                <a:cubicBezTo>
                  <a:pt x="11022180" y="6612058"/>
                  <a:pt x="10890699" y="6612058"/>
                  <a:pt x="10756693" y="6612058"/>
                </a:cubicBezTo>
                <a:cubicBezTo>
                  <a:pt x="10756693" y="6680326"/>
                  <a:pt x="10756693" y="6746698"/>
                  <a:pt x="10756693" y="6812754"/>
                </a:cubicBezTo>
                <a:lnTo>
                  <a:pt x="10756693" y="6858000"/>
                </a:lnTo>
                <a:lnTo>
                  <a:pt x="10733940" y="6858000"/>
                </a:lnTo>
                <a:lnTo>
                  <a:pt x="10733940" y="6612058"/>
                </a:lnTo>
                <a:cubicBezTo>
                  <a:pt x="10599934" y="6612058"/>
                  <a:pt x="10468453" y="6612058"/>
                  <a:pt x="10331916" y="6612058"/>
                </a:cubicBezTo>
                <a:lnTo>
                  <a:pt x="10331916" y="6858000"/>
                </a:lnTo>
                <a:lnTo>
                  <a:pt x="10313682" y="6858000"/>
                </a:lnTo>
                <a:lnTo>
                  <a:pt x="10313588" y="6800115"/>
                </a:lnTo>
                <a:cubicBezTo>
                  <a:pt x="10312955" y="6710039"/>
                  <a:pt x="10310426" y="6623440"/>
                  <a:pt x="10306633" y="6609533"/>
                </a:cubicBezTo>
                <a:cubicBezTo>
                  <a:pt x="10175151" y="6609533"/>
                  <a:pt x="10041145" y="6609533"/>
                  <a:pt x="9909669" y="6609533"/>
                </a:cubicBezTo>
                <a:cubicBezTo>
                  <a:pt x="9909669" y="6677802"/>
                  <a:pt x="9909669" y="6744172"/>
                  <a:pt x="9909669" y="6810543"/>
                </a:cubicBezTo>
                <a:lnTo>
                  <a:pt x="9909669" y="6858000"/>
                </a:lnTo>
                <a:lnTo>
                  <a:pt x="9889442" y="6858000"/>
                </a:lnTo>
                <a:lnTo>
                  <a:pt x="9889442" y="6614588"/>
                </a:lnTo>
                <a:cubicBezTo>
                  <a:pt x="9836346" y="6607002"/>
                  <a:pt x="9512706" y="6609533"/>
                  <a:pt x="9487423" y="6617119"/>
                </a:cubicBezTo>
                <a:lnTo>
                  <a:pt x="9487423" y="6858000"/>
                </a:lnTo>
                <a:lnTo>
                  <a:pt x="9467190" y="6858000"/>
                </a:lnTo>
                <a:lnTo>
                  <a:pt x="9467190" y="6612058"/>
                </a:lnTo>
                <a:cubicBezTo>
                  <a:pt x="9330659" y="6612058"/>
                  <a:pt x="9199177" y="6612058"/>
                  <a:pt x="9065171" y="6612058"/>
                </a:cubicBezTo>
                <a:lnTo>
                  <a:pt x="9065171" y="6858000"/>
                </a:lnTo>
                <a:lnTo>
                  <a:pt x="9044944" y="6858000"/>
                </a:lnTo>
                <a:lnTo>
                  <a:pt x="9044944" y="6609533"/>
                </a:lnTo>
                <a:cubicBezTo>
                  <a:pt x="8908407" y="6609533"/>
                  <a:pt x="8776931" y="6609533"/>
                  <a:pt x="8642925" y="6609533"/>
                </a:cubicBezTo>
                <a:cubicBezTo>
                  <a:pt x="8642925" y="6677802"/>
                  <a:pt x="8642925" y="6744172"/>
                  <a:pt x="8642925" y="6810227"/>
                </a:cubicBezTo>
                <a:lnTo>
                  <a:pt x="8642925" y="6858000"/>
                </a:lnTo>
                <a:lnTo>
                  <a:pt x="8625222" y="6858000"/>
                </a:lnTo>
                <a:lnTo>
                  <a:pt x="8625222" y="6810226"/>
                </a:lnTo>
                <a:cubicBezTo>
                  <a:pt x="8625222" y="6744803"/>
                  <a:pt x="8625222" y="6679064"/>
                  <a:pt x="8625222" y="6612058"/>
                </a:cubicBezTo>
                <a:cubicBezTo>
                  <a:pt x="8488691" y="6612058"/>
                  <a:pt x="8357209" y="6612058"/>
                  <a:pt x="8223203" y="6612058"/>
                </a:cubicBezTo>
                <a:cubicBezTo>
                  <a:pt x="8219410" y="6653778"/>
                  <a:pt x="8218147" y="6747331"/>
                  <a:pt x="8219095" y="6833614"/>
                </a:cubicBezTo>
                <a:lnTo>
                  <a:pt x="8219533" y="6858000"/>
                </a:lnTo>
                <a:lnTo>
                  <a:pt x="8200445" y="6858000"/>
                </a:lnTo>
                <a:lnTo>
                  <a:pt x="8200445" y="6810858"/>
                </a:lnTo>
                <a:cubicBezTo>
                  <a:pt x="8200445" y="6744803"/>
                  <a:pt x="8200445" y="6679064"/>
                  <a:pt x="8200445" y="6612058"/>
                </a:cubicBezTo>
                <a:cubicBezTo>
                  <a:pt x="8063914" y="6612058"/>
                  <a:pt x="7932433" y="6612058"/>
                  <a:pt x="7800957" y="6612058"/>
                </a:cubicBezTo>
                <a:cubicBezTo>
                  <a:pt x="7797164" y="6634816"/>
                  <a:pt x="7795899" y="6727736"/>
                  <a:pt x="7796530" y="6818444"/>
                </a:cubicBezTo>
                <a:lnTo>
                  <a:pt x="7797017" y="6858000"/>
                </a:lnTo>
                <a:lnTo>
                  <a:pt x="7775668" y="6858000"/>
                </a:lnTo>
                <a:lnTo>
                  <a:pt x="7775668" y="6612058"/>
                </a:lnTo>
                <a:cubicBezTo>
                  <a:pt x="7641662" y="6612058"/>
                  <a:pt x="7510187" y="6612058"/>
                  <a:pt x="7373650" y="6612058"/>
                </a:cubicBezTo>
                <a:lnTo>
                  <a:pt x="7373650" y="6858000"/>
                </a:lnTo>
                <a:lnTo>
                  <a:pt x="7353422" y="6858000"/>
                </a:lnTo>
                <a:lnTo>
                  <a:pt x="7353422" y="6614588"/>
                </a:lnTo>
                <a:cubicBezTo>
                  <a:pt x="7315498" y="6607002"/>
                  <a:pt x="6981742" y="6607002"/>
                  <a:pt x="6951403" y="6614588"/>
                </a:cubicBezTo>
                <a:lnTo>
                  <a:pt x="6951403" y="6858000"/>
                </a:lnTo>
                <a:lnTo>
                  <a:pt x="6931176" y="6858000"/>
                </a:lnTo>
                <a:lnTo>
                  <a:pt x="6931176" y="6614588"/>
                </a:lnTo>
                <a:cubicBezTo>
                  <a:pt x="6878074" y="6607002"/>
                  <a:pt x="6554440" y="6609533"/>
                  <a:pt x="6529151" y="6617119"/>
                </a:cubicBezTo>
                <a:cubicBezTo>
                  <a:pt x="6529151" y="6681595"/>
                  <a:pt x="6529151" y="6746069"/>
                  <a:pt x="6529151" y="6811491"/>
                </a:cubicBezTo>
                <a:lnTo>
                  <a:pt x="6529151" y="6858000"/>
                </a:lnTo>
                <a:lnTo>
                  <a:pt x="6508924" y="6858000"/>
                </a:lnTo>
                <a:lnTo>
                  <a:pt x="6508924" y="6612058"/>
                </a:lnTo>
                <a:cubicBezTo>
                  <a:pt x="6372387" y="6612058"/>
                  <a:pt x="6240911" y="6612058"/>
                  <a:pt x="6106905" y="6612058"/>
                </a:cubicBezTo>
                <a:cubicBezTo>
                  <a:pt x="6103112" y="6638609"/>
                  <a:pt x="6101848" y="6731529"/>
                  <a:pt x="6102481" y="6821288"/>
                </a:cubicBezTo>
                <a:lnTo>
                  <a:pt x="6102940" y="6858000"/>
                </a:lnTo>
                <a:lnTo>
                  <a:pt x="6084147" y="6858000"/>
                </a:lnTo>
                <a:lnTo>
                  <a:pt x="6084147" y="6811175"/>
                </a:lnTo>
                <a:cubicBezTo>
                  <a:pt x="6084147" y="6745436"/>
                  <a:pt x="6084147" y="6680329"/>
                  <a:pt x="6084147" y="6614588"/>
                </a:cubicBezTo>
                <a:cubicBezTo>
                  <a:pt x="6038636" y="6607002"/>
                  <a:pt x="5709941" y="6609533"/>
                  <a:pt x="5682128" y="6617119"/>
                </a:cubicBezTo>
                <a:lnTo>
                  <a:pt x="5682128" y="6858000"/>
                </a:lnTo>
                <a:lnTo>
                  <a:pt x="5661901" y="6858000"/>
                </a:lnTo>
                <a:lnTo>
                  <a:pt x="5661901" y="6614588"/>
                </a:lnTo>
                <a:cubicBezTo>
                  <a:pt x="5608805" y="6607002"/>
                  <a:pt x="5285165" y="6609533"/>
                  <a:pt x="5259876" y="6617119"/>
                </a:cubicBezTo>
                <a:lnTo>
                  <a:pt x="5259876" y="6858000"/>
                </a:lnTo>
                <a:lnTo>
                  <a:pt x="5239648" y="6858000"/>
                </a:lnTo>
                <a:lnTo>
                  <a:pt x="5239648" y="6609533"/>
                </a:lnTo>
                <a:cubicBezTo>
                  <a:pt x="5105642" y="6609533"/>
                  <a:pt x="4971636" y="6609533"/>
                  <a:pt x="4837630" y="6609533"/>
                </a:cubicBezTo>
                <a:lnTo>
                  <a:pt x="4837630" y="6858000"/>
                </a:lnTo>
                <a:lnTo>
                  <a:pt x="4814877" y="6858000"/>
                </a:lnTo>
                <a:lnTo>
                  <a:pt x="4814877" y="6614588"/>
                </a:lnTo>
                <a:cubicBezTo>
                  <a:pt x="4766836" y="6607002"/>
                  <a:pt x="4440666" y="6609533"/>
                  <a:pt x="4415383" y="6617119"/>
                </a:cubicBezTo>
                <a:lnTo>
                  <a:pt x="4415383" y="6858000"/>
                </a:lnTo>
                <a:lnTo>
                  <a:pt x="4395156" y="6858000"/>
                </a:lnTo>
                <a:lnTo>
                  <a:pt x="4395156" y="6612058"/>
                </a:lnTo>
                <a:cubicBezTo>
                  <a:pt x="4258619" y="6612058"/>
                  <a:pt x="4127137" y="6612058"/>
                  <a:pt x="3993131" y="6612058"/>
                </a:cubicBezTo>
                <a:lnTo>
                  <a:pt x="3993131" y="6858000"/>
                </a:lnTo>
                <a:lnTo>
                  <a:pt x="3970379" y="6858000"/>
                </a:lnTo>
                <a:lnTo>
                  <a:pt x="3970379" y="6612058"/>
                </a:lnTo>
                <a:cubicBezTo>
                  <a:pt x="3919807" y="6604477"/>
                  <a:pt x="3598698" y="6607002"/>
                  <a:pt x="3570885" y="6614588"/>
                </a:cubicBezTo>
                <a:cubicBezTo>
                  <a:pt x="3570885" y="6680329"/>
                  <a:pt x="3570885" y="6745436"/>
                  <a:pt x="3570885" y="6810859"/>
                </a:cubicBezTo>
                <a:lnTo>
                  <a:pt x="3570885" y="6858000"/>
                </a:lnTo>
                <a:lnTo>
                  <a:pt x="3550657" y="6858000"/>
                </a:lnTo>
                <a:lnTo>
                  <a:pt x="3550657" y="6612058"/>
                </a:lnTo>
                <a:cubicBezTo>
                  <a:pt x="3414121" y="6612058"/>
                  <a:pt x="3282645" y="6612058"/>
                  <a:pt x="3148639" y="6612058"/>
                </a:cubicBezTo>
                <a:lnTo>
                  <a:pt x="3148639" y="6858000"/>
                </a:lnTo>
                <a:lnTo>
                  <a:pt x="3125881" y="6858000"/>
                </a:lnTo>
                <a:lnTo>
                  <a:pt x="3125881" y="6609533"/>
                </a:lnTo>
                <a:cubicBezTo>
                  <a:pt x="2991874" y="6609533"/>
                  <a:pt x="2857868" y="6609533"/>
                  <a:pt x="2723862" y="6609533"/>
                </a:cubicBezTo>
                <a:lnTo>
                  <a:pt x="2723862" y="6858000"/>
                </a:lnTo>
                <a:lnTo>
                  <a:pt x="2705617" y="6858000"/>
                </a:lnTo>
                <a:lnTo>
                  <a:pt x="2705528" y="6802642"/>
                </a:lnTo>
                <a:cubicBezTo>
                  <a:pt x="2704895" y="6711934"/>
                  <a:pt x="2702366" y="6623440"/>
                  <a:pt x="2698573" y="6609533"/>
                </a:cubicBezTo>
                <a:cubicBezTo>
                  <a:pt x="2567097" y="6609533"/>
                  <a:pt x="2435616" y="6609533"/>
                  <a:pt x="2301610" y="6609533"/>
                </a:cubicBezTo>
                <a:cubicBezTo>
                  <a:pt x="2301610" y="6677802"/>
                  <a:pt x="2301610" y="6744172"/>
                  <a:pt x="2301610" y="6810227"/>
                </a:cubicBezTo>
                <a:lnTo>
                  <a:pt x="2301610" y="6858000"/>
                </a:lnTo>
                <a:lnTo>
                  <a:pt x="2278857" y="6858000"/>
                </a:lnTo>
                <a:lnTo>
                  <a:pt x="2278857" y="6612058"/>
                </a:lnTo>
                <a:cubicBezTo>
                  <a:pt x="2230816" y="6604477"/>
                  <a:pt x="1904646" y="6607002"/>
                  <a:pt x="1879363" y="6614588"/>
                </a:cubicBezTo>
                <a:lnTo>
                  <a:pt x="1879363" y="6858000"/>
                </a:lnTo>
                <a:lnTo>
                  <a:pt x="1859136" y="6858000"/>
                </a:lnTo>
                <a:lnTo>
                  <a:pt x="1859136" y="6609533"/>
                </a:lnTo>
                <a:cubicBezTo>
                  <a:pt x="1725130" y="6609533"/>
                  <a:pt x="1593648" y="6609533"/>
                  <a:pt x="1459642" y="6609533"/>
                </a:cubicBezTo>
                <a:lnTo>
                  <a:pt x="1459642" y="6858000"/>
                </a:lnTo>
                <a:lnTo>
                  <a:pt x="1436884" y="6858000"/>
                </a:lnTo>
                <a:lnTo>
                  <a:pt x="1436884" y="6810858"/>
                </a:lnTo>
                <a:cubicBezTo>
                  <a:pt x="1436884" y="6744803"/>
                  <a:pt x="1436884" y="6679064"/>
                  <a:pt x="1436884" y="6612058"/>
                </a:cubicBezTo>
                <a:cubicBezTo>
                  <a:pt x="1302877" y="6612058"/>
                  <a:pt x="1171402" y="6612058"/>
                  <a:pt x="1039920" y="6612058"/>
                </a:cubicBezTo>
                <a:cubicBezTo>
                  <a:pt x="1036127" y="6633551"/>
                  <a:pt x="1034863" y="6726471"/>
                  <a:pt x="1035496" y="6817494"/>
                </a:cubicBezTo>
                <a:lnTo>
                  <a:pt x="1035994" y="6858000"/>
                </a:lnTo>
                <a:lnTo>
                  <a:pt x="1014637" y="6858000"/>
                </a:lnTo>
                <a:lnTo>
                  <a:pt x="1014637" y="6810225"/>
                </a:lnTo>
                <a:cubicBezTo>
                  <a:pt x="1014637" y="6744170"/>
                  <a:pt x="1014637" y="6679064"/>
                  <a:pt x="1014637" y="6614588"/>
                </a:cubicBezTo>
                <a:cubicBezTo>
                  <a:pt x="964071" y="6607002"/>
                  <a:pt x="637901" y="6609533"/>
                  <a:pt x="612619" y="6617119"/>
                </a:cubicBezTo>
                <a:lnTo>
                  <a:pt x="612619" y="6858000"/>
                </a:lnTo>
                <a:lnTo>
                  <a:pt x="592391" y="6858000"/>
                </a:lnTo>
                <a:lnTo>
                  <a:pt x="592391" y="6612058"/>
                </a:lnTo>
                <a:cubicBezTo>
                  <a:pt x="455854" y="6612058"/>
                  <a:pt x="324372" y="6612058"/>
                  <a:pt x="190366" y="6612058"/>
                </a:cubicBezTo>
                <a:lnTo>
                  <a:pt x="190366" y="6858000"/>
                </a:lnTo>
                <a:lnTo>
                  <a:pt x="170139" y="6858000"/>
                </a:lnTo>
                <a:lnTo>
                  <a:pt x="170139" y="6810226"/>
                </a:lnTo>
                <a:cubicBezTo>
                  <a:pt x="170139" y="6744803"/>
                  <a:pt x="170139" y="6679064"/>
                  <a:pt x="170139" y="6612058"/>
                </a:cubicBezTo>
                <a:lnTo>
                  <a:pt x="0" y="6612058"/>
                </a:lnTo>
                <a:lnTo>
                  <a:pt x="0" y="6590374"/>
                </a:lnTo>
                <a:lnTo>
                  <a:pt x="170139" y="6589305"/>
                </a:lnTo>
                <a:cubicBezTo>
                  <a:pt x="170139" y="6452768"/>
                  <a:pt x="170139" y="6321287"/>
                  <a:pt x="170139" y="6189811"/>
                </a:cubicBezTo>
                <a:cubicBezTo>
                  <a:pt x="154021" y="6186966"/>
                  <a:pt x="97369" y="6185188"/>
                  <a:pt x="31384" y="6184611"/>
                </a:cubicBezTo>
                <a:lnTo>
                  <a:pt x="0" y="6184531"/>
                </a:lnTo>
                <a:lnTo>
                  <a:pt x="0" y="6164528"/>
                </a:lnTo>
                <a:lnTo>
                  <a:pt x="170139" y="6164528"/>
                </a:lnTo>
                <a:cubicBezTo>
                  <a:pt x="170139" y="6030522"/>
                  <a:pt x="170139" y="5899041"/>
                  <a:pt x="170139" y="5767565"/>
                </a:cubicBezTo>
                <a:cubicBezTo>
                  <a:pt x="154021" y="5764721"/>
                  <a:pt x="97369" y="5762943"/>
                  <a:pt x="31384" y="5762365"/>
                </a:cubicBezTo>
                <a:lnTo>
                  <a:pt x="0" y="5762285"/>
                </a:lnTo>
                <a:lnTo>
                  <a:pt x="0" y="5743900"/>
                </a:lnTo>
                <a:lnTo>
                  <a:pt x="44050" y="5743356"/>
                </a:lnTo>
                <a:cubicBezTo>
                  <a:pt x="107681" y="5742200"/>
                  <a:pt x="159711" y="5740066"/>
                  <a:pt x="170139" y="5737221"/>
                </a:cubicBezTo>
                <a:cubicBezTo>
                  <a:pt x="170139" y="5605745"/>
                  <a:pt x="170139" y="5474264"/>
                  <a:pt x="170139" y="5342788"/>
                </a:cubicBezTo>
                <a:cubicBezTo>
                  <a:pt x="154021" y="5339944"/>
                  <a:pt x="97369" y="5338522"/>
                  <a:pt x="31384" y="5338255"/>
                </a:cubicBezTo>
                <a:lnTo>
                  <a:pt x="0" y="5338305"/>
                </a:lnTo>
                <a:lnTo>
                  <a:pt x="0" y="5320519"/>
                </a:lnTo>
                <a:lnTo>
                  <a:pt x="39656" y="5320309"/>
                </a:lnTo>
                <a:cubicBezTo>
                  <a:pt x="104087" y="5319598"/>
                  <a:pt x="157184" y="5317820"/>
                  <a:pt x="167614" y="5314975"/>
                </a:cubicBezTo>
                <a:cubicBezTo>
                  <a:pt x="175200" y="5269464"/>
                  <a:pt x="172669" y="4945825"/>
                  <a:pt x="165083" y="4918011"/>
                </a:cubicBezTo>
                <a:lnTo>
                  <a:pt x="0" y="4918011"/>
                </a:lnTo>
                <a:lnTo>
                  <a:pt x="0" y="4899391"/>
                </a:lnTo>
                <a:lnTo>
                  <a:pt x="43384" y="4898857"/>
                </a:lnTo>
                <a:cubicBezTo>
                  <a:pt x="107326" y="4897701"/>
                  <a:pt x="159711" y="4895567"/>
                  <a:pt x="170139" y="4892722"/>
                </a:cubicBezTo>
                <a:cubicBezTo>
                  <a:pt x="177725" y="4832046"/>
                  <a:pt x="175200" y="4523572"/>
                  <a:pt x="165083" y="4495759"/>
                </a:cubicBezTo>
                <a:lnTo>
                  <a:pt x="0" y="4495759"/>
                </a:lnTo>
                <a:lnTo>
                  <a:pt x="0" y="4475531"/>
                </a:lnTo>
                <a:lnTo>
                  <a:pt x="170139" y="4475531"/>
                </a:lnTo>
                <a:cubicBezTo>
                  <a:pt x="170139" y="4339000"/>
                  <a:pt x="170139" y="4207519"/>
                  <a:pt x="170139" y="4073513"/>
                </a:cubicBezTo>
                <a:cubicBezTo>
                  <a:pt x="147383" y="4070668"/>
                  <a:pt x="89071" y="4069246"/>
                  <a:pt x="23604" y="4068980"/>
                </a:cubicBezTo>
                <a:lnTo>
                  <a:pt x="0" y="4069018"/>
                </a:lnTo>
                <a:lnTo>
                  <a:pt x="0" y="4053285"/>
                </a:lnTo>
                <a:lnTo>
                  <a:pt x="167614" y="4053285"/>
                </a:lnTo>
                <a:cubicBezTo>
                  <a:pt x="167614" y="3919279"/>
                  <a:pt x="167614" y="3787797"/>
                  <a:pt x="167614" y="3651266"/>
                </a:cubicBezTo>
                <a:lnTo>
                  <a:pt x="0" y="3651266"/>
                </a:lnTo>
                <a:lnTo>
                  <a:pt x="0" y="3633635"/>
                </a:lnTo>
                <a:lnTo>
                  <a:pt x="42051" y="3633224"/>
                </a:lnTo>
                <a:cubicBezTo>
                  <a:pt x="106615" y="3632143"/>
                  <a:pt x="159711" y="3629772"/>
                  <a:pt x="170139" y="3625978"/>
                </a:cubicBezTo>
                <a:cubicBezTo>
                  <a:pt x="177725" y="3575412"/>
                  <a:pt x="175200" y="3256828"/>
                  <a:pt x="167614" y="3229014"/>
                </a:cubicBezTo>
                <a:lnTo>
                  <a:pt x="0" y="3229014"/>
                </a:lnTo>
                <a:lnTo>
                  <a:pt x="0" y="3206262"/>
                </a:lnTo>
                <a:lnTo>
                  <a:pt x="167614" y="3206262"/>
                </a:lnTo>
                <a:cubicBezTo>
                  <a:pt x="177725" y="3163276"/>
                  <a:pt x="175200" y="2832051"/>
                  <a:pt x="165083" y="2804237"/>
                </a:cubicBezTo>
                <a:lnTo>
                  <a:pt x="0" y="2804237"/>
                </a:lnTo>
                <a:lnTo>
                  <a:pt x="0" y="2784010"/>
                </a:lnTo>
                <a:lnTo>
                  <a:pt x="170139" y="2784010"/>
                </a:lnTo>
                <a:cubicBezTo>
                  <a:pt x="170139" y="2650004"/>
                  <a:pt x="170139" y="2518528"/>
                  <a:pt x="170139" y="2384516"/>
                </a:cubicBezTo>
                <a:lnTo>
                  <a:pt x="0" y="2384516"/>
                </a:lnTo>
                <a:lnTo>
                  <a:pt x="0" y="2359233"/>
                </a:lnTo>
                <a:lnTo>
                  <a:pt x="170139" y="2359233"/>
                </a:lnTo>
                <a:cubicBezTo>
                  <a:pt x="170139" y="2225227"/>
                  <a:pt x="170139" y="2093751"/>
                  <a:pt x="170139" y="1959739"/>
                </a:cubicBezTo>
                <a:lnTo>
                  <a:pt x="0" y="1959739"/>
                </a:lnTo>
                <a:lnTo>
                  <a:pt x="0" y="1943723"/>
                </a:lnTo>
                <a:lnTo>
                  <a:pt x="47650" y="1943119"/>
                </a:lnTo>
                <a:cubicBezTo>
                  <a:pt x="109459" y="1941964"/>
                  <a:pt x="159711" y="1939831"/>
                  <a:pt x="170139" y="1936987"/>
                </a:cubicBezTo>
                <a:cubicBezTo>
                  <a:pt x="170139" y="1805505"/>
                  <a:pt x="170139" y="1674030"/>
                  <a:pt x="170139" y="1540023"/>
                </a:cubicBezTo>
                <a:lnTo>
                  <a:pt x="0" y="1538945"/>
                </a:lnTo>
                <a:lnTo>
                  <a:pt x="0" y="1516999"/>
                </a:lnTo>
                <a:lnTo>
                  <a:pt x="170139" y="1517265"/>
                </a:lnTo>
                <a:cubicBezTo>
                  <a:pt x="170139" y="1380728"/>
                  <a:pt x="170139" y="1249253"/>
                  <a:pt x="170139" y="1117771"/>
                </a:cubicBezTo>
                <a:cubicBezTo>
                  <a:pt x="154968" y="1114926"/>
                  <a:pt x="98553" y="1113148"/>
                  <a:pt x="32493" y="1112437"/>
                </a:cubicBezTo>
                <a:lnTo>
                  <a:pt x="0" y="1112268"/>
                </a:lnTo>
                <a:lnTo>
                  <a:pt x="0" y="1094751"/>
                </a:lnTo>
                <a:lnTo>
                  <a:pt x="167614" y="1095019"/>
                </a:lnTo>
                <a:cubicBezTo>
                  <a:pt x="177725" y="1052033"/>
                  <a:pt x="175200" y="720808"/>
                  <a:pt x="165083" y="692994"/>
                </a:cubicBezTo>
                <a:cubicBezTo>
                  <a:pt x="142328" y="690150"/>
                  <a:pt x="84727" y="688727"/>
                  <a:pt x="20148" y="688461"/>
                </a:cubicBezTo>
                <a:lnTo>
                  <a:pt x="0" y="688494"/>
                </a:lnTo>
                <a:lnTo>
                  <a:pt x="0" y="676248"/>
                </a:lnTo>
                <a:lnTo>
                  <a:pt x="44494" y="675624"/>
                </a:lnTo>
                <a:cubicBezTo>
                  <a:pt x="108509" y="674231"/>
                  <a:pt x="160658" y="671505"/>
                  <a:pt x="170139" y="667711"/>
                </a:cubicBezTo>
                <a:cubicBezTo>
                  <a:pt x="170139" y="536236"/>
                  <a:pt x="170139" y="404754"/>
                  <a:pt x="170139" y="270748"/>
                </a:cubicBezTo>
                <a:lnTo>
                  <a:pt x="0" y="270748"/>
                </a:lnTo>
                <a:lnTo>
                  <a:pt x="0" y="247990"/>
                </a:lnTo>
                <a:lnTo>
                  <a:pt x="170139" y="247990"/>
                </a:lnTo>
                <a:close/>
              </a:path>
            </a:pathLst>
          </a:custGeom>
          <a:solidFill>
            <a:schemeClr val="bg1">
              <a:lumMod val="95000"/>
              <a:alpha val="48000"/>
            </a:schemeClr>
          </a:solidFill>
          <a:ln w="4286" cap="flat">
            <a:noFill/>
            <a:prstDash val="solid"/>
            <a:miter/>
          </a:ln>
        </p:spPr>
        <p:txBody>
          <a:bodyPr wrap="square" rtlCol="0" anchor="ctr">
            <a:noAutofit/>
          </a:bodyPr>
          <a:lstStyle/>
          <a:p>
            <a:endParaRPr lang="zh-CN" altLang="en-US"/>
          </a:p>
        </p:txBody>
      </p:sp>
      <p:grpSp>
        <p:nvGrpSpPr>
          <p:cNvPr id="71" name="图形 13" descr="D:\51PPT模板网\51pptmoban.com\图片.jpg"/>
          <p:cNvGrpSpPr/>
          <p:nvPr userDrawn="1"/>
        </p:nvGrpSpPr>
        <p:grpSpPr>
          <a:xfrm flipV="1">
            <a:off x="-24272" y="5019191"/>
            <a:ext cx="1514725" cy="2689844"/>
            <a:chOff x="1619011" y="5026485"/>
            <a:chExt cx="1827657" cy="3245548"/>
          </a:xfrm>
        </p:grpSpPr>
        <p:sp>
          <p:nvSpPr>
            <p:cNvPr id="72" name="任意多边形: 形状 71"/>
            <p:cNvSpPr/>
            <p:nvPr/>
          </p:nvSpPr>
          <p:spPr>
            <a:xfrm>
              <a:off x="2228516" y="7216758"/>
              <a:ext cx="609076" cy="703802"/>
            </a:xfrm>
            <a:custGeom>
              <a:avLst/>
              <a:gdLst>
                <a:gd name="connsiteX0" fmla="*/ 609076 w 609076"/>
                <a:gd name="connsiteY0" fmla="*/ 351902 h 703802"/>
                <a:gd name="connsiteX1" fmla="*/ 0 w 609076"/>
                <a:gd name="connsiteY1" fmla="*/ 0 h 703802"/>
                <a:gd name="connsiteX2" fmla="*/ 0 w 609076"/>
                <a:gd name="connsiteY2" fmla="*/ 703803 h 703802"/>
              </a:gdLst>
              <a:ahLst/>
              <a:cxnLst>
                <a:cxn ang="0">
                  <a:pos x="connsiteX0" y="connsiteY0"/>
                </a:cxn>
                <a:cxn ang="0">
                  <a:pos x="connsiteX1" y="connsiteY1"/>
                </a:cxn>
                <a:cxn ang="0">
                  <a:pos x="connsiteX2" y="connsiteY2"/>
                </a:cxn>
              </a:cxnLst>
              <a:rect l="l" t="t" r="r" b="b"/>
              <a:pathLst>
                <a:path w="609076" h="703802">
                  <a:moveTo>
                    <a:pt x="609076" y="351902"/>
                  </a:moveTo>
                  <a:lnTo>
                    <a:pt x="0" y="0"/>
                  </a:lnTo>
                  <a:lnTo>
                    <a:pt x="0" y="703803"/>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3" name="任意多边形: 形状 72"/>
            <p:cNvSpPr/>
            <p:nvPr/>
          </p:nvSpPr>
          <p:spPr>
            <a:xfrm>
              <a:off x="1619011" y="6865286"/>
              <a:ext cx="609504" cy="703374"/>
            </a:xfrm>
            <a:custGeom>
              <a:avLst/>
              <a:gdLst>
                <a:gd name="connsiteX0" fmla="*/ 609505 w 609504"/>
                <a:gd name="connsiteY0" fmla="*/ 351473 h 703374"/>
                <a:gd name="connsiteX1" fmla="*/ 0 w 609504"/>
                <a:gd name="connsiteY1" fmla="*/ 0 h 703374"/>
                <a:gd name="connsiteX2" fmla="*/ 0 w 609504"/>
                <a:gd name="connsiteY2" fmla="*/ 703374 h 703374"/>
              </a:gdLst>
              <a:ahLst/>
              <a:cxnLst>
                <a:cxn ang="0">
                  <a:pos x="connsiteX0" y="connsiteY0"/>
                </a:cxn>
                <a:cxn ang="0">
                  <a:pos x="connsiteX1" y="connsiteY1"/>
                </a:cxn>
                <a:cxn ang="0">
                  <a:pos x="connsiteX2" y="connsiteY2"/>
                </a:cxn>
              </a:cxnLst>
              <a:rect l="l" t="t" r="r" b="b"/>
              <a:pathLst>
                <a:path w="609504" h="703374">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4" name="任意多边形: 形状 73"/>
            <p:cNvSpPr/>
            <p:nvPr/>
          </p:nvSpPr>
          <p:spPr>
            <a:xfrm>
              <a:off x="2228516" y="6513385"/>
              <a:ext cx="609076" cy="703373"/>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5" name="任意多边形: 形状 74"/>
            <p:cNvSpPr/>
            <p:nvPr/>
          </p:nvSpPr>
          <p:spPr>
            <a:xfrm>
              <a:off x="2837592" y="6161484"/>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76" name="任意多边形: 形状 75"/>
            <p:cNvSpPr/>
            <p:nvPr/>
          </p:nvSpPr>
          <p:spPr>
            <a:xfrm>
              <a:off x="2228516" y="5810011"/>
              <a:ext cx="609076" cy="703373"/>
            </a:xfrm>
            <a:custGeom>
              <a:avLst/>
              <a:gdLst>
                <a:gd name="connsiteX0" fmla="*/ 609076 w 609076"/>
                <a:gd name="connsiteY0" fmla="*/ 351473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7" name="任意多边形: 形状 76"/>
            <p:cNvSpPr/>
            <p:nvPr/>
          </p:nvSpPr>
          <p:spPr>
            <a:xfrm>
              <a:off x="1619011" y="545811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8" name="任意多边形: 形状 77"/>
            <p:cNvSpPr/>
            <p:nvPr/>
          </p:nvSpPr>
          <p:spPr>
            <a:xfrm>
              <a:off x="2228516" y="5106209"/>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9" name="任意多边形: 形状 78"/>
            <p:cNvSpPr/>
            <p:nvPr/>
          </p:nvSpPr>
          <p:spPr>
            <a:xfrm>
              <a:off x="1619011" y="756866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0" name="任意多边形: 形状 79"/>
            <p:cNvSpPr/>
            <p:nvPr/>
          </p:nvSpPr>
          <p:spPr>
            <a:xfrm>
              <a:off x="1619011" y="6161484"/>
              <a:ext cx="609504" cy="703802"/>
            </a:xfrm>
            <a:custGeom>
              <a:avLst/>
              <a:gdLst>
                <a:gd name="connsiteX0" fmla="*/ 609505 w 609504"/>
                <a:gd name="connsiteY0" fmla="*/ 351901 h 703802"/>
                <a:gd name="connsiteX1" fmla="*/ 0 w 609504"/>
                <a:gd name="connsiteY1" fmla="*/ 0 h 703802"/>
                <a:gd name="connsiteX2" fmla="*/ 0 w 609504"/>
                <a:gd name="connsiteY2" fmla="*/ 703802 h 703802"/>
              </a:gdLst>
              <a:ahLst/>
              <a:cxnLst>
                <a:cxn ang="0">
                  <a:pos x="connsiteX0" y="connsiteY0"/>
                </a:cxn>
                <a:cxn ang="0">
                  <a:pos x="connsiteX1" y="connsiteY1"/>
                </a:cxn>
                <a:cxn ang="0">
                  <a:pos x="connsiteX2" y="connsiteY2"/>
                </a:cxn>
              </a:cxnLst>
              <a:rect l="l" t="t" r="r" b="b"/>
              <a:pathLst>
                <a:path w="609504" h="703802">
                  <a:moveTo>
                    <a:pt x="609505"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1" name="任意多边形: 形状 80"/>
            <p:cNvSpPr/>
            <p:nvPr/>
          </p:nvSpPr>
          <p:spPr>
            <a:xfrm>
              <a:off x="1619011" y="7216758"/>
              <a:ext cx="609504" cy="703802"/>
            </a:xfrm>
            <a:custGeom>
              <a:avLst/>
              <a:gdLst>
                <a:gd name="connsiteX0" fmla="*/ 0 w 609504"/>
                <a:gd name="connsiteY0" fmla="*/ 351902 h 703802"/>
                <a:gd name="connsiteX1" fmla="*/ 609505 w 609504"/>
                <a:gd name="connsiteY1" fmla="*/ 703803 h 703802"/>
                <a:gd name="connsiteX2" fmla="*/ 609505 w 609504"/>
                <a:gd name="connsiteY2" fmla="*/ 0 h 703802"/>
              </a:gdLst>
              <a:ahLst/>
              <a:cxnLst>
                <a:cxn ang="0">
                  <a:pos x="connsiteX0" y="connsiteY0"/>
                </a:cxn>
                <a:cxn ang="0">
                  <a:pos x="connsiteX1" y="connsiteY1"/>
                </a:cxn>
                <a:cxn ang="0">
                  <a:pos x="connsiteX2" y="connsiteY2"/>
                </a:cxn>
              </a:cxnLst>
              <a:rect l="l" t="t" r="r" b="b"/>
              <a:pathLst>
                <a:path w="609504" h="703802">
                  <a:moveTo>
                    <a:pt x="0" y="351902"/>
                  </a:moveTo>
                  <a:lnTo>
                    <a:pt x="609505" y="703803"/>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5" name="任意多边形: 形状 84"/>
            <p:cNvSpPr/>
            <p:nvPr/>
          </p:nvSpPr>
          <p:spPr>
            <a:xfrm>
              <a:off x="1619011" y="6513385"/>
              <a:ext cx="609504" cy="703373"/>
            </a:xfrm>
            <a:custGeom>
              <a:avLst/>
              <a:gdLst>
                <a:gd name="connsiteX0" fmla="*/ 0 w 609504"/>
                <a:gd name="connsiteY0" fmla="*/ 351901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6" name="任意多边形: 形状 85"/>
            <p:cNvSpPr/>
            <p:nvPr/>
          </p:nvSpPr>
          <p:spPr>
            <a:xfrm>
              <a:off x="2228516" y="6161484"/>
              <a:ext cx="609076" cy="703802"/>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7" name="任意多边形: 形状 86"/>
            <p:cNvSpPr/>
            <p:nvPr/>
          </p:nvSpPr>
          <p:spPr>
            <a:xfrm>
              <a:off x="1619011" y="5810011"/>
              <a:ext cx="609504" cy="703373"/>
            </a:xfrm>
            <a:custGeom>
              <a:avLst/>
              <a:gdLst>
                <a:gd name="connsiteX0" fmla="*/ 0 w 609504"/>
                <a:gd name="connsiteY0" fmla="*/ 351473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473"/>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8" name="任意多边形: 形状 87"/>
            <p:cNvSpPr/>
            <p:nvPr/>
          </p:nvSpPr>
          <p:spPr>
            <a:xfrm>
              <a:off x="1622868" y="5026485"/>
              <a:ext cx="478774" cy="552926"/>
            </a:xfrm>
            <a:custGeom>
              <a:avLst/>
              <a:gdLst>
                <a:gd name="connsiteX0" fmla="*/ 0 w 478774"/>
                <a:gd name="connsiteY0" fmla="*/ 276463 h 552926"/>
                <a:gd name="connsiteX1" fmla="*/ 478774 w 478774"/>
                <a:gd name="connsiteY1" fmla="*/ 552926 h 552926"/>
                <a:gd name="connsiteX2" fmla="*/ 478774 w 478774"/>
                <a:gd name="connsiteY2" fmla="*/ 0 h 552926"/>
              </a:gdLst>
              <a:ahLst/>
              <a:cxnLst>
                <a:cxn ang="0">
                  <a:pos x="connsiteX0" y="connsiteY0"/>
                </a:cxn>
                <a:cxn ang="0">
                  <a:pos x="connsiteX1" y="connsiteY1"/>
                </a:cxn>
                <a:cxn ang="0">
                  <a:pos x="connsiteX2" y="connsiteY2"/>
                </a:cxn>
              </a:cxnLst>
              <a:rect l="l" t="t" r="r" b="b"/>
              <a:pathLst>
                <a:path w="478774" h="552926">
                  <a:moveTo>
                    <a:pt x="0" y="276463"/>
                  </a:moveTo>
                  <a:lnTo>
                    <a:pt x="478774" y="552926"/>
                  </a:lnTo>
                  <a:lnTo>
                    <a:pt x="478774"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9" name="任意多边形: 形状 88"/>
            <p:cNvSpPr/>
            <p:nvPr/>
          </p:nvSpPr>
          <p:spPr>
            <a:xfrm>
              <a:off x="2460830" y="5592270"/>
              <a:ext cx="376761" cy="435054"/>
            </a:xfrm>
            <a:custGeom>
              <a:avLst/>
              <a:gdLst>
                <a:gd name="connsiteX0" fmla="*/ 0 w 376761"/>
                <a:gd name="connsiteY0" fmla="*/ 217742 h 435054"/>
                <a:gd name="connsiteX1" fmla="*/ 376761 w 376761"/>
                <a:gd name="connsiteY1" fmla="*/ 435054 h 435054"/>
                <a:gd name="connsiteX2" fmla="*/ 376761 w 376761"/>
                <a:gd name="connsiteY2" fmla="*/ 0 h 435054"/>
              </a:gdLst>
              <a:ahLst/>
              <a:cxnLst>
                <a:cxn ang="0">
                  <a:pos x="connsiteX0" y="connsiteY0"/>
                </a:cxn>
                <a:cxn ang="0">
                  <a:pos x="connsiteX1" y="connsiteY1"/>
                </a:cxn>
                <a:cxn ang="0">
                  <a:pos x="connsiteX2" y="connsiteY2"/>
                </a:cxn>
              </a:cxnLst>
              <a:rect l="l" t="t" r="r" b="b"/>
              <a:pathLst>
                <a:path w="376761" h="435054">
                  <a:moveTo>
                    <a:pt x="0" y="217742"/>
                  </a:moveTo>
                  <a:lnTo>
                    <a:pt x="376761" y="435054"/>
                  </a:lnTo>
                  <a:lnTo>
                    <a:pt x="376761" y="0"/>
                  </a:lnTo>
                  <a:close/>
                </a:path>
              </a:pathLst>
            </a:custGeom>
            <a:solidFill>
              <a:schemeClr val="bg1"/>
            </a:solidFill>
            <a:ln w="4286" cap="flat">
              <a:solidFill>
                <a:srgbClr val="002DB0"/>
              </a:solidFill>
              <a:prstDash val="solid"/>
              <a:miter/>
            </a:ln>
          </p:spPr>
          <p:txBody>
            <a:bodyPr rtlCol="0" anchor="ctr"/>
            <a:lstStyle/>
            <a:p>
              <a:endParaRPr lang="zh-CN" altLang="en-US"/>
            </a:p>
          </p:txBody>
        </p:sp>
      </p:grpSp>
      <p:grpSp>
        <p:nvGrpSpPr>
          <p:cNvPr id="8" name="组合 7"/>
          <p:cNvGrpSpPr/>
          <p:nvPr userDrawn="1"/>
        </p:nvGrpSpPr>
        <p:grpSpPr>
          <a:xfrm>
            <a:off x="10288458" y="-831732"/>
            <a:ext cx="1916343" cy="4140990"/>
            <a:chOff x="9653814" y="-1107504"/>
            <a:chExt cx="2550987" cy="5512380"/>
          </a:xfrm>
        </p:grpSpPr>
        <p:sp>
          <p:nvSpPr>
            <p:cNvPr id="97" name="任意多边形: 形状 96"/>
            <p:cNvSpPr/>
            <p:nvPr/>
          </p:nvSpPr>
          <p:spPr>
            <a:xfrm rot="10800000" flipH="1">
              <a:off x="11354073" y="1459037"/>
              <a:ext cx="850728" cy="981746"/>
            </a:xfrm>
            <a:custGeom>
              <a:avLst/>
              <a:gdLst>
                <a:gd name="connsiteX0" fmla="*/ 0 w 609505"/>
                <a:gd name="connsiteY0" fmla="*/ 351472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472"/>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8" name="任意多边形: 形状 97"/>
            <p:cNvSpPr/>
            <p:nvPr/>
          </p:nvSpPr>
          <p:spPr>
            <a:xfrm rot="10800000" flipH="1">
              <a:off x="10503943" y="967865"/>
              <a:ext cx="850129" cy="982345"/>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9" name="任意多边形: 形状 98"/>
            <p:cNvSpPr/>
            <p:nvPr/>
          </p:nvSpPr>
          <p:spPr>
            <a:xfrm rot="10800000" flipH="1">
              <a:off x="9653814" y="47729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0" name="任意多边形: 形状 99"/>
            <p:cNvSpPr/>
            <p:nvPr/>
          </p:nvSpPr>
          <p:spPr>
            <a:xfrm rot="10800000" flipH="1">
              <a:off x="10503943" y="-13883"/>
              <a:ext cx="850129" cy="981746"/>
            </a:xfrm>
            <a:custGeom>
              <a:avLst/>
              <a:gdLst>
                <a:gd name="connsiteX0" fmla="*/ 0 w 609076"/>
                <a:gd name="connsiteY0" fmla="*/ 351473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473"/>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2" name="任意多边形: 形状 101"/>
            <p:cNvSpPr/>
            <p:nvPr/>
          </p:nvSpPr>
          <p:spPr>
            <a:xfrm rot="10800000" flipH="1">
              <a:off x="10503943" y="-995629"/>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3" name="任意多边形: 形状 102"/>
            <p:cNvSpPr/>
            <p:nvPr/>
          </p:nvSpPr>
          <p:spPr>
            <a:xfrm rot="10800000" flipH="1">
              <a:off x="11354073" y="2440783"/>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4" name="任意多边形: 形状 103"/>
            <p:cNvSpPr/>
            <p:nvPr/>
          </p:nvSpPr>
          <p:spPr>
            <a:xfrm rot="10800000" flipH="1">
              <a:off x="11354073" y="47729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5" name="任意多边形: 形状 104"/>
            <p:cNvSpPr/>
            <p:nvPr/>
          </p:nvSpPr>
          <p:spPr>
            <a:xfrm rot="10800000" flipH="1">
              <a:off x="11354073" y="1950210"/>
              <a:ext cx="850728" cy="981746"/>
            </a:xfrm>
            <a:custGeom>
              <a:avLst/>
              <a:gdLst>
                <a:gd name="connsiteX0" fmla="*/ 609505 w 609505"/>
                <a:gd name="connsiteY0" fmla="*/ 351901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8" name="任意多边形: 形状 107"/>
            <p:cNvSpPr/>
            <p:nvPr/>
          </p:nvSpPr>
          <p:spPr>
            <a:xfrm rot="10800000" flipH="1">
              <a:off x="11354073" y="2931957"/>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1" name="任意多边形: 形状 110"/>
            <p:cNvSpPr/>
            <p:nvPr/>
          </p:nvSpPr>
          <p:spPr>
            <a:xfrm rot="10800000" flipH="1">
              <a:off x="11354073" y="-13883"/>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2" name="任意多边形: 形状 111"/>
            <p:cNvSpPr/>
            <p:nvPr/>
          </p:nvSpPr>
          <p:spPr>
            <a:xfrm rot="10800000" flipH="1">
              <a:off x="11531158" y="-1107504"/>
              <a:ext cx="668258" cy="771756"/>
            </a:xfrm>
            <a:custGeom>
              <a:avLst/>
              <a:gdLst>
                <a:gd name="connsiteX0" fmla="*/ 478774 w 478774"/>
                <a:gd name="connsiteY0" fmla="*/ 276463 h 552925"/>
                <a:gd name="connsiteX1" fmla="*/ 0 w 478774"/>
                <a:gd name="connsiteY1" fmla="*/ 0 h 552925"/>
                <a:gd name="connsiteX2" fmla="*/ 0 w 478774"/>
                <a:gd name="connsiteY2" fmla="*/ 552926 h 552925"/>
              </a:gdLst>
              <a:ahLst/>
              <a:cxnLst>
                <a:cxn ang="0">
                  <a:pos x="connsiteX0" y="connsiteY0"/>
                </a:cxn>
                <a:cxn ang="0">
                  <a:pos x="connsiteX1" y="connsiteY1"/>
                </a:cxn>
                <a:cxn ang="0">
                  <a:pos x="connsiteX2" y="connsiteY2"/>
                </a:cxn>
              </a:cxnLst>
              <a:rect l="l" t="t" r="r" b="b"/>
              <a:pathLst>
                <a:path w="478774" h="552925">
                  <a:moveTo>
                    <a:pt x="478774" y="276463"/>
                  </a:moveTo>
                  <a:lnTo>
                    <a:pt x="0" y="0"/>
                  </a:lnTo>
                  <a:lnTo>
                    <a:pt x="0" y="552926"/>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3" name="任意多边形: 形状 112"/>
            <p:cNvSpPr/>
            <p:nvPr/>
          </p:nvSpPr>
          <p:spPr>
            <a:xfrm rot="10800000" flipH="1">
              <a:off x="10503943" y="-317800"/>
              <a:ext cx="525871" cy="607834"/>
            </a:xfrm>
            <a:custGeom>
              <a:avLst/>
              <a:gdLst>
                <a:gd name="connsiteX0" fmla="*/ 376761 w 376761"/>
                <a:gd name="connsiteY0" fmla="*/ 217742 h 435483"/>
                <a:gd name="connsiteX1" fmla="*/ 0 w 376761"/>
                <a:gd name="connsiteY1" fmla="*/ 0 h 435483"/>
                <a:gd name="connsiteX2" fmla="*/ 0 w 376761"/>
                <a:gd name="connsiteY2" fmla="*/ 435483 h 435483"/>
              </a:gdLst>
              <a:ahLst/>
              <a:cxnLst>
                <a:cxn ang="0">
                  <a:pos x="connsiteX0" y="connsiteY0"/>
                </a:cxn>
                <a:cxn ang="0">
                  <a:pos x="connsiteX1" y="connsiteY1"/>
                </a:cxn>
                <a:cxn ang="0">
                  <a:pos x="connsiteX2" y="connsiteY2"/>
                </a:cxn>
              </a:cxnLst>
              <a:rect l="l" t="t" r="r" b="b"/>
              <a:pathLst>
                <a:path w="376761" h="435483">
                  <a:moveTo>
                    <a:pt x="376761" y="217742"/>
                  </a:moveTo>
                  <a:lnTo>
                    <a:pt x="0" y="0"/>
                  </a:lnTo>
                  <a:lnTo>
                    <a:pt x="0" y="435483"/>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96" name="任意多边形: 形状 95"/>
            <p:cNvSpPr/>
            <p:nvPr/>
          </p:nvSpPr>
          <p:spPr>
            <a:xfrm rot="10800000" flipH="1">
              <a:off x="10503943" y="195021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1" name="任意多边形: 形状 100"/>
            <p:cNvSpPr/>
            <p:nvPr/>
          </p:nvSpPr>
          <p:spPr>
            <a:xfrm rot="10800000" flipH="1">
              <a:off x="11354073" y="-505055"/>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7" name="任意多边形: 形状 106"/>
            <p:cNvSpPr/>
            <p:nvPr/>
          </p:nvSpPr>
          <p:spPr>
            <a:xfrm rot="10800000" flipH="1">
              <a:off x="11354073" y="342313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9" name="任意多边形: 形状 108"/>
            <p:cNvSpPr/>
            <p:nvPr/>
          </p:nvSpPr>
          <p:spPr>
            <a:xfrm rot="10800000" flipH="1">
              <a:off x="11354073" y="967865"/>
              <a:ext cx="850728" cy="982345"/>
            </a:xfrm>
            <a:custGeom>
              <a:avLst/>
              <a:gdLst>
                <a:gd name="connsiteX0" fmla="*/ 609505 w 609505"/>
                <a:gd name="connsiteY0" fmla="*/ 351901 h 703802"/>
                <a:gd name="connsiteX1" fmla="*/ 0 w 609505"/>
                <a:gd name="connsiteY1" fmla="*/ 0 h 703802"/>
                <a:gd name="connsiteX2" fmla="*/ 0 w 609505"/>
                <a:gd name="connsiteY2" fmla="*/ 703802 h 703802"/>
              </a:gdLst>
              <a:ahLst/>
              <a:cxnLst>
                <a:cxn ang="0">
                  <a:pos x="connsiteX0" y="connsiteY0"/>
                </a:cxn>
                <a:cxn ang="0">
                  <a:pos x="connsiteX1" y="connsiteY1"/>
                </a:cxn>
                <a:cxn ang="0">
                  <a:pos x="connsiteX2" y="connsiteY2"/>
                </a:cxn>
              </a:cxnLst>
              <a:rect l="l" t="t" r="r" b="b"/>
              <a:pathLst>
                <a:path w="609505" h="703802">
                  <a:moveTo>
                    <a:pt x="609505" y="351901"/>
                  </a:moveTo>
                  <a:lnTo>
                    <a:pt x="0" y="0"/>
                  </a:lnTo>
                  <a:lnTo>
                    <a:pt x="0" y="703802"/>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10" name="任意多边形: 形状 109"/>
            <p:cNvSpPr/>
            <p:nvPr/>
          </p:nvSpPr>
          <p:spPr>
            <a:xfrm rot="10800000" flipH="1">
              <a:off x="10503943" y="477290"/>
              <a:ext cx="850129" cy="981746"/>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12700" cap="flat">
              <a:solidFill>
                <a:srgbClr val="002DB0"/>
              </a:solidFill>
              <a:prstDash val="solid"/>
              <a:miter/>
            </a:ln>
          </p:spPr>
          <p:txBody>
            <a:bodyPr rtlCol="0" anchor="ctr"/>
            <a:lstStyle/>
            <a:p>
              <a:endParaRPr lang="zh-CN" altLang="en-US"/>
            </a:p>
          </p:txBody>
        </p:sp>
      </p:grpSp>
    </p:spTree>
  </p:cSld>
  <p:clrMapOvr>
    <a:masterClrMapping/>
  </p:clrMapOvr>
  <p:transition/>
  <p:hf sldNum="0" ftr="0" dt="0"/>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C521AA-310D-4F99-A2AA-3636FF138D0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AB0205-13CB-4A50-8E29-B8DCDB76C31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3.xml"/><Relationship Id="rId3" Type="http://schemas.openxmlformats.org/officeDocument/2006/relationships/image" Target="../media/image5.png"/><Relationship Id="rId2" Type="http://schemas.openxmlformats.org/officeDocument/2006/relationships/tags" Target="../tags/tag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0" Type="http://schemas.openxmlformats.org/officeDocument/2006/relationships/notesSlide" Target="../notesSlides/notesSlide1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1" Type="http://schemas.openxmlformats.org/officeDocument/2006/relationships/notesSlide" Target="../notesSlides/notesSlide18.xml"/><Relationship Id="rId10" Type="http://schemas.openxmlformats.org/officeDocument/2006/relationships/slideLayout" Target="../slideLayouts/slideLayout3.xml"/><Relationship Id="rId1" Type="http://schemas.openxmlformats.org/officeDocument/2006/relationships/tags" Target="../tags/tag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图形 13"/>
          <p:cNvGrpSpPr/>
          <p:nvPr/>
        </p:nvGrpSpPr>
        <p:grpSpPr>
          <a:xfrm flipV="1">
            <a:off x="-24272" y="4739259"/>
            <a:ext cx="1827657" cy="3245548"/>
            <a:chOff x="1619011" y="5026485"/>
            <a:chExt cx="1827657" cy="3245548"/>
          </a:xfrm>
        </p:grpSpPr>
        <p:sp>
          <p:nvSpPr>
            <p:cNvPr id="72" name="任意多边形: 形状 71"/>
            <p:cNvSpPr/>
            <p:nvPr/>
          </p:nvSpPr>
          <p:spPr>
            <a:xfrm>
              <a:off x="2228516" y="7216758"/>
              <a:ext cx="609076" cy="703802"/>
            </a:xfrm>
            <a:custGeom>
              <a:avLst/>
              <a:gdLst>
                <a:gd name="connsiteX0" fmla="*/ 609076 w 609076"/>
                <a:gd name="connsiteY0" fmla="*/ 351902 h 703802"/>
                <a:gd name="connsiteX1" fmla="*/ 0 w 609076"/>
                <a:gd name="connsiteY1" fmla="*/ 0 h 703802"/>
                <a:gd name="connsiteX2" fmla="*/ 0 w 609076"/>
                <a:gd name="connsiteY2" fmla="*/ 703803 h 703802"/>
              </a:gdLst>
              <a:ahLst/>
              <a:cxnLst>
                <a:cxn ang="0">
                  <a:pos x="connsiteX0" y="connsiteY0"/>
                </a:cxn>
                <a:cxn ang="0">
                  <a:pos x="connsiteX1" y="connsiteY1"/>
                </a:cxn>
                <a:cxn ang="0">
                  <a:pos x="connsiteX2" y="connsiteY2"/>
                </a:cxn>
              </a:cxnLst>
              <a:rect l="l" t="t" r="r" b="b"/>
              <a:pathLst>
                <a:path w="609076" h="703802">
                  <a:moveTo>
                    <a:pt x="609076" y="351902"/>
                  </a:moveTo>
                  <a:lnTo>
                    <a:pt x="0" y="0"/>
                  </a:lnTo>
                  <a:lnTo>
                    <a:pt x="0" y="703803"/>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3" name="任意多边形: 形状 72"/>
            <p:cNvSpPr/>
            <p:nvPr/>
          </p:nvSpPr>
          <p:spPr>
            <a:xfrm>
              <a:off x="1619011" y="6865286"/>
              <a:ext cx="609504" cy="703374"/>
            </a:xfrm>
            <a:custGeom>
              <a:avLst/>
              <a:gdLst>
                <a:gd name="connsiteX0" fmla="*/ 609505 w 609504"/>
                <a:gd name="connsiteY0" fmla="*/ 351473 h 703374"/>
                <a:gd name="connsiteX1" fmla="*/ 0 w 609504"/>
                <a:gd name="connsiteY1" fmla="*/ 0 h 703374"/>
                <a:gd name="connsiteX2" fmla="*/ 0 w 609504"/>
                <a:gd name="connsiteY2" fmla="*/ 703374 h 703374"/>
              </a:gdLst>
              <a:ahLst/>
              <a:cxnLst>
                <a:cxn ang="0">
                  <a:pos x="connsiteX0" y="connsiteY0"/>
                </a:cxn>
                <a:cxn ang="0">
                  <a:pos x="connsiteX1" y="connsiteY1"/>
                </a:cxn>
                <a:cxn ang="0">
                  <a:pos x="connsiteX2" y="connsiteY2"/>
                </a:cxn>
              </a:cxnLst>
              <a:rect l="l" t="t" r="r" b="b"/>
              <a:pathLst>
                <a:path w="609504" h="703374">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4" name="任意多边形: 形状 73"/>
            <p:cNvSpPr/>
            <p:nvPr/>
          </p:nvSpPr>
          <p:spPr>
            <a:xfrm>
              <a:off x="2228516" y="6513385"/>
              <a:ext cx="609076" cy="703373"/>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5" name="任意多边形: 形状 74"/>
            <p:cNvSpPr/>
            <p:nvPr/>
          </p:nvSpPr>
          <p:spPr>
            <a:xfrm>
              <a:off x="2837592" y="6161484"/>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76" name="任意多边形: 形状 75"/>
            <p:cNvSpPr/>
            <p:nvPr/>
          </p:nvSpPr>
          <p:spPr>
            <a:xfrm>
              <a:off x="2228516" y="5810011"/>
              <a:ext cx="609076" cy="703373"/>
            </a:xfrm>
            <a:custGeom>
              <a:avLst/>
              <a:gdLst>
                <a:gd name="connsiteX0" fmla="*/ 609076 w 609076"/>
                <a:gd name="connsiteY0" fmla="*/ 351473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7" name="任意多边形: 形状 76"/>
            <p:cNvSpPr/>
            <p:nvPr/>
          </p:nvSpPr>
          <p:spPr>
            <a:xfrm>
              <a:off x="1619011" y="545811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8" name="任意多边形: 形状 77"/>
            <p:cNvSpPr/>
            <p:nvPr/>
          </p:nvSpPr>
          <p:spPr>
            <a:xfrm>
              <a:off x="2228516" y="5106209"/>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9" name="任意多边形: 形状 78"/>
            <p:cNvSpPr/>
            <p:nvPr/>
          </p:nvSpPr>
          <p:spPr>
            <a:xfrm>
              <a:off x="1619011" y="756866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0" name="任意多边形: 形状 79"/>
            <p:cNvSpPr/>
            <p:nvPr/>
          </p:nvSpPr>
          <p:spPr>
            <a:xfrm>
              <a:off x="1619011" y="6161484"/>
              <a:ext cx="609504" cy="703802"/>
            </a:xfrm>
            <a:custGeom>
              <a:avLst/>
              <a:gdLst>
                <a:gd name="connsiteX0" fmla="*/ 609505 w 609504"/>
                <a:gd name="connsiteY0" fmla="*/ 351901 h 703802"/>
                <a:gd name="connsiteX1" fmla="*/ 0 w 609504"/>
                <a:gd name="connsiteY1" fmla="*/ 0 h 703802"/>
                <a:gd name="connsiteX2" fmla="*/ 0 w 609504"/>
                <a:gd name="connsiteY2" fmla="*/ 703802 h 703802"/>
              </a:gdLst>
              <a:ahLst/>
              <a:cxnLst>
                <a:cxn ang="0">
                  <a:pos x="connsiteX0" y="connsiteY0"/>
                </a:cxn>
                <a:cxn ang="0">
                  <a:pos x="connsiteX1" y="connsiteY1"/>
                </a:cxn>
                <a:cxn ang="0">
                  <a:pos x="connsiteX2" y="connsiteY2"/>
                </a:cxn>
              </a:cxnLst>
              <a:rect l="l" t="t" r="r" b="b"/>
              <a:pathLst>
                <a:path w="609504" h="703802">
                  <a:moveTo>
                    <a:pt x="609505"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1" name="任意多边形: 形状 80"/>
            <p:cNvSpPr/>
            <p:nvPr/>
          </p:nvSpPr>
          <p:spPr>
            <a:xfrm>
              <a:off x="1619011" y="7216758"/>
              <a:ext cx="609504" cy="703802"/>
            </a:xfrm>
            <a:custGeom>
              <a:avLst/>
              <a:gdLst>
                <a:gd name="connsiteX0" fmla="*/ 0 w 609504"/>
                <a:gd name="connsiteY0" fmla="*/ 351902 h 703802"/>
                <a:gd name="connsiteX1" fmla="*/ 609505 w 609504"/>
                <a:gd name="connsiteY1" fmla="*/ 703803 h 703802"/>
                <a:gd name="connsiteX2" fmla="*/ 609505 w 609504"/>
                <a:gd name="connsiteY2" fmla="*/ 0 h 703802"/>
              </a:gdLst>
              <a:ahLst/>
              <a:cxnLst>
                <a:cxn ang="0">
                  <a:pos x="connsiteX0" y="connsiteY0"/>
                </a:cxn>
                <a:cxn ang="0">
                  <a:pos x="connsiteX1" y="connsiteY1"/>
                </a:cxn>
                <a:cxn ang="0">
                  <a:pos x="connsiteX2" y="connsiteY2"/>
                </a:cxn>
              </a:cxnLst>
              <a:rect l="l" t="t" r="r" b="b"/>
              <a:pathLst>
                <a:path w="609504" h="703802">
                  <a:moveTo>
                    <a:pt x="0" y="351902"/>
                  </a:moveTo>
                  <a:lnTo>
                    <a:pt x="609505" y="703803"/>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5" name="任意多边形: 形状 84"/>
            <p:cNvSpPr/>
            <p:nvPr/>
          </p:nvSpPr>
          <p:spPr>
            <a:xfrm>
              <a:off x="1619011" y="6513385"/>
              <a:ext cx="609504" cy="703373"/>
            </a:xfrm>
            <a:custGeom>
              <a:avLst/>
              <a:gdLst>
                <a:gd name="connsiteX0" fmla="*/ 0 w 609504"/>
                <a:gd name="connsiteY0" fmla="*/ 351901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6" name="任意多边形: 形状 85"/>
            <p:cNvSpPr/>
            <p:nvPr/>
          </p:nvSpPr>
          <p:spPr>
            <a:xfrm>
              <a:off x="2228516" y="6161484"/>
              <a:ext cx="609076" cy="703802"/>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7" name="任意多边形: 形状 86"/>
            <p:cNvSpPr/>
            <p:nvPr/>
          </p:nvSpPr>
          <p:spPr>
            <a:xfrm>
              <a:off x="1619011" y="5810011"/>
              <a:ext cx="609504" cy="703373"/>
            </a:xfrm>
            <a:custGeom>
              <a:avLst/>
              <a:gdLst>
                <a:gd name="connsiteX0" fmla="*/ 0 w 609504"/>
                <a:gd name="connsiteY0" fmla="*/ 351473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473"/>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8" name="任意多边形: 形状 87"/>
            <p:cNvSpPr/>
            <p:nvPr/>
          </p:nvSpPr>
          <p:spPr>
            <a:xfrm>
              <a:off x="1622868" y="5026485"/>
              <a:ext cx="478774" cy="552926"/>
            </a:xfrm>
            <a:custGeom>
              <a:avLst/>
              <a:gdLst>
                <a:gd name="connsiteX0" fmla="*/ 0 w 478774"/>
                <a:gd name="connsiteY0" fmla="*/ 276463 h 552926"/>
                <a:gd name="connsiteX1" fmla="*/ 478774 w 478774"/>
                <a:gd name="connsiteY1" fmla="*/ 552926 h 552926"/>
                <a:gd name="connsiteX2" fmla="*/ 478774 w 478774"/>
                <a:gd name="connsiteY2" fmla="*/ 0 h 552926"/>
              </a:gdLst>
              <a:ahLst/>
              <a:cxnLst>
                <a:cxn ang="0">
                  <a:pos x="connsiteX0" y="connsiteY0"/>
                </a:cxn>
                <a:cxn ang="0">
                  <a:pos x="connsiteX1" y="connsiteY1"/>
                </a:cxn>
                <a:cxn ang="0">
                  <a:pos x="connsiteX2" y="connsiteY2"/>
                </a:cxn>
              </a:cxnLst>
              <a:rect l="l" t="t" r="r" b="b"/>
              <a:pathLst>
                <a:path w="478774" h="552926">
                  <a:moveTo>
                    <a:pt x="0" y="276463"/>
                  </a:moveTo>
                  <a:lnTo>
                    <a:pt x="478774" y="552926"/>
                  </a:lnTo>
                  <a:lnTo>
                    <a:pt x="478774"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9" name="任意多边形: 形状 88"/>
            <p:cNvSpPr/>
            <p:nvPr/>
          </p:nvSpPr>
          <p:spPr>
            <a:xfrm>
              <a:off x="2460830" y="5592270"/>
              <a:ext cx="376761" cy="435054"/>
            </a:xfrm>
            <a:custGeom>
              <a:avLst/>
              <a:gdLst>
                <a:gd name="connsiteX0" fmla="*/ 0 w 376761"/>
                <a:gd name="connsiteY0" fmla="*/ 217742 h 435054"/>
                <a:gd name="connsiteX1" fmla="*/ 376761 w 376761"/>
                <a:gd name="connsiteY1" fmla="*/ 435054 h 435054"/>
                <a:gd name="connsiteX2" fmla="*/ 376761 w 376761"/>
                <a:gd name="connsiteY2" fmla="*/ 0 h 435054"/>
              </a:gdLst>
              <a:ahLst/>
              <a:cxnLst>
                <a:cxn ang="0">
                  <a:pos x="connsiteX0" y="connsiteY0"/>
                </a:cxn>
                <a:cxn ang="0">
                  <a:pos x="connsiteX1" y="connsiteY1"/>
                </a:cxn>
                <a:cxn ang="0">
                  <a:pos x="connsiteX2" y="connsiteY2"/>
                </a:cxn>
              </a:cxnLst>
              <a:rect l="l" t="t" r="r" b="b"/>
              <a:pathLst>
                <a:path w="376761" h="435054">
                  <a:moveTo>
                    <a:pt x="0" y="217742"/>
                  </a:moveTo>
                  <a:lnTo>
                    <a:pt x="376761" y="435054"/>
                  </a:lnTo>
                  <a:lnTo>
                    <a:pt x="376761" y="0"/>
                  </a:lnTo>
                  <a:close/>
                </a:path>
              </a:pathLst>
            </a:custGeom>
            <a:solidFill>
              <a:schemeClr val="bg1"/>
            </a:solidFill>
            <a:ln w="4286" cap="flat">
              <a:solidFill>
                <a:srgbClr val="002DB0"/>
              </a:solidFill>
              <a:prstDash val="solid"/>
              <a:miter/>
            </a:ln>
          </p:spPr>
          <p:txBody>
            <a:bodyPr rtlCol="0" anchor="ctr"/>
            <a:lstStyle/>
            <a:p>
              <a:endParaRPr lang="zh-CN" altLang="en-US"/>
            </a:p>
          </p:txBody>
        </p:sp>
      </p:grpSp>
      <p:sp>
        <p:nvSpPr>
          <p:cNvPr id="97" name="任意多边形: 形状 96"/>
          <p:cNvSpPr/>
          <p:nvPr/>
        </p:nvSpPr>
        <p:spPr>
          <a:xfrm rot="10800000" flipH="1">
            <a:off x="11354073" y="1459037"/>
            <a:ext cx="850728" cy="981746"/>
          </a:xfrm>
          <a:custGeom>
            <a:avLst/>
            <a:gdLst>
              <a:gd name="connsiteX0" fmla="*/ 0 w 609505"/>
              <a:gd name="connsiteY0" fmla="*/ 351472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472"/>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8" name="任意多边形: 形状 97"/>
          <p:cNvSpPr/>
          <p:nvPr/>
        </p:nvSpPr>
        <p:spPr>
          <a:xfrm rot="10800000" flipH="1">
            <a:off x="10503943" y="967865"/>
            <a:ext cx="850129" cy="982345"/>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9" name="任意多边形: 形状 98" descr="D:\51PPT模板网\51pptmoban.com\图片.jpg"/>
          <p:cNvSpPr/>
          <p:nvPr/>
        </p:nvSpPr>
        <p:spPr>
          <a:xfrm rot="10800000" flipH="1">
            <a:off x="9653814" y="47729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0" name="任意多边形: 形状 99"/>
          <p:cNvSpPr/>
          <p:nvPr/>
        </p:nvSpPr>
        <p:spPr>
          <a:xfrm rot="10800000" flipH="1">
            <a:off x="10503943" y="-13883"/>
            <a:ext cx="850129" cy="981746"/>
          </a:xfrm>
          <a:custGeom>
            <a:avLst/>
            <a:gdLst>
              <a:gd name="connsiteX0" fmla="*/ 0 w 609076"/>
              <a:gd name="connsiteY0" fmla="*/ 351473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473"/>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2" name="任意多边形: 形状 101"/>
          <p:cNvSpPr/>
          <p:nvPr/>
        </p:nvSpPr>
        <p:spPr>
          <a:xfrm rot="10800000" flipH="1">
            <a:off x="10503943" y="-995629"/>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3" name="任意多边形: 形状 102"/>
          <p:cNvSpPr/>
          <p:nvPr/>
        </p:nvSpPr>
        <p:spPr>
          <a:xfrm rot="10800000" flipH="1">
            <a:off x="11354073" y="2440783"/>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4" name="任意多边形: 形状 103"/>
          <p:cNvSpPr/>
          <p:nvPr/>
        </p:nvSpPr>
        <p:spPr>
          <a:xfrm rot="10800000" flipH="1">
            <a:off x="11354073" y="47729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5" name="任意多边形: 形状 104"/>
          <p:cNvSpPr/>
          <p:nvPr/>
        </p:nvSpPr>
        <p:spPr>
          <a:xfrm rot="10800000" flipH="1">
            <a:off x="11354073" y="1950210"/>
            <a:ext cx="850728" cy="981746"/>
          </a:xfrm>
          <a:custGeom>
            <a:avLst/>
            <a:gdLst>
              <a:gd name="connsiteX0" fmla="*/ 609505 w 609505"/>
              <a:gd name="connsiteY0" fmla="*/ 351901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8" name="任意多边形: 形状 107"/>
          <p:cNvSpPr/>
          <p:nvPr/>
        </p:nvSpPr>
        <p:spPr>
          <a:xfrm rot="10800000" flipH="1">
            <a:off x="11354073" y="2931957"/>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1" name="任意多边形: 形状 110"/>
          <p:cNvSpPr/>
          <p:nvPr/>
        </p:nvSpPr>
        <p:spPr>
          <a:xfrm rot="10800000" flipH="1">
            <a:off x="11354073" y="-13883"/>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2" name="任意多边形: 形状 111"/>
          <p:cNvSpPr/>
          <p:nvPr/>
        </p:nvSpPr>
        <p:spPr>
          <a:xfrm rot="10800000" flipH="1">
            <a:off x="11531158" y="-1107504"/>
            <a:ext cx="668258" cy="771756"/>
          </a:xfrm>
          <a:custGeom>
            <a:avLst/>
            <a:gdLst>
              <a:gd name="connsiteX0" fmla="*/ 478774 w 478774"/>
              <a:gd name="connsiteY0" fmla="*/ 276463 h 552925"/>
              <a:gd name="connsiteX1" fmla="*/ 0 w 478774"/>
              <a:gd name="connsiteY1" fmla="*/ 0 h 552925"/>
              <a:gd name="connsiteX2" fmla="*/ 0 w 478774"/>
              <a:gd name="connsiteY2" fmla="*/ 552926 h 552925"/>
            </a:gdLst>
            <a:ahLst/>
            <a:cxnLst>
              <a:cxn ang="0">
                <a:pos x="connsiteX0" y="connsiteY0"/>
              </a:cxn>
              <a:cxn ang="0">
                <a:pos x="connsiteX1" y="connsiteY1"/>
              </a:cxn>
              <a:cxn ang="0">
                <a:pos x="connsiteX2" y="connsiteY2"/>
              </a:cxn>
            </a:cxnLst>
            <a:rect l="l" t="t" r="r" b="b"/>
            <a:pathLst>
              <a:path w="478774" h="552925">
                <a:moveTo>
                  <a:pt x="478774" y="276463"/>
                </a:moveTo>
                <a:lnTo>
                  <a:pt x="0" y="0"/>
                </a:lnTo>
                <a:lnTo>
                  <a:pt x="0" y="552926"/>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3" name="任意多边形: 形状 112"/>
          <p:cNvSpPr/>
          <p:nvPr/>
        </p:nvSpPr>
        <p:spPr>
          <a:xfrm rot="10800000" flipH="1">
            <a:off x="10503943" y="-317800"/>
            <a:ext cx="525871" cy="607834"/>
          </a:xfrm>
          <a:custGeom>
            <a:avLst/>
            <a:gdLst>
              <a:gd name="connsiteX0" fmla="*/ 376761 w 376761"/>
              <a:gd name="connsiteY0" fmla="*/ 217742 h 435483"/>
              <a:gd name="connsiteX1" fmla="*/ 0 w 376761"/>
              <a:gd name="connsiteY1" fmla="*/ 0 h 435483"/>
              <a:gd name="connsiteX2" fmla="*/ 0 w 376761"/>
              <a:gd name="connsiteY2" fmla="*/ 435483 h 435483"/>
            </a:gdLst>
            <a:ahLst/>
            <a:cxnLst>
              <a:cxn ang="0">
                <a:pos x="connsiteX0" y="connsiteY0"/>
              </a:cxn>
              <a:cxn ang="0">
                <a:pos x="connsiteX1" y="connsiteY1"/>
              </a:cxn>
              <a:cxn ang="0">
                <a:pos x="connsiteX2" y="connsiteY2"/>
              </a:cxn>
            </a:cxnLst>
            <a:rect l="l" t="t" r="r" b="b"/>
            <a:pathLst>
              <a:path w="376761" h="435483">
                <a:moveTo>
                  <a:pt x="376761" y="217742"/>
                </a:moveTo>
                <a:lnTo>
                  <a:pt x="0" y="0"/>
                </a:lnTo>
                <a:lnTo>
                  <a:pt x="0" y="435483"/>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96" name="任意多边形: 形状 95"/>
          <p:cNvSpPr/>
          <p:nvPr/>
        </p:nvSpPr>
        <p:spPr>
          <a:xfrm rot="10800000" flipH="1">
            <a:off x="10503943" y="195021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1" name="任意多边形: 形状 100"/>
          <p:cNvSpPr/>
          <p:nvPr/>
        </p:nvSpPr>
        <p:spPr>
          <a:xfrm rot="10800000" flipH="1">
            <a:off x="11354073" y="-505055"/>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7" name="任意多边形: 形状 106"/>
          <p:cNvSpPr/>
          <p:nvPr/>
        </p:nvSpPr>
        <p:spPr>
          <a:xfrm rot="10800000" flipH="1">
            <a:off x="11354073" y="342313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9" name="任意多边形: 形状 108"/>
          <p:cNvSpPr/>
          <p:nvPr/>
        </p:nvSpPr>
        <p:spPr>
          <a:xfrm rot="10800000" flipH="1">
            <a:off x="11354073" y="967865"/>
            <a:ext cx="850728" cy="982345"/>
          </a:xfrm>
          <a:custGeom>
            <a:avLst/>
            <a:gdLst>
              <a:gd name="connsiteX0" fmla="*/ 609505 w 609505"/>
              <a:gd name="connsiteY0" fmla="*/ 351901 h 703802"/>
              <a:gd name="connsiteX1" fmla="*/ 0 w 609505"/>
              <a:gd name="connsiteY1" fmla="*/ 0 h 703802"/>
              <a:gd name="connsiteX2" fmla="*/ 0 w 609505"/>
              <a:gd name="connsiteY2" fmla="*/ 703802 h 703802"/>
            </a:gdLst>
            <a:ahLst/>
            <a:cxnLst>
              <a:cxn ang="0">
                <a:pos x="connsiteX0" y="connsiteY0"/>
              </a:cxn>
              <a:cxn ang="0">
                <a:pos x="connsiteX1" y="connsiteY1"/>
              </a:cxn>
              <a:cxn ang="0">
                <a:pos x="connsiteX2" y="connsiteY2"/>
              </a:cxn>
            </a:cxnLst>
            <a:rect l="l" t="t" r="r" b="b"/>
            <a:pathLst>
              <a:path w="609505" h="703802">
                <a:moveTo>
                  <a:pt x="609505" y="351901"/>
                </a:moveTo>
                <a:lnTo>
                  <a:pt x="0" y="0"/>
                </a:lnTo>
                <a:lnTo>
                  <a:pt x="0" y="703802"/>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10" name="任意多边形: 形状 109"/>
          <p:cNvSpPr/>
          <p:nvPr/>
        </p:nvSpPr>
        <p:spPr>
          <a:xfrm rot="10800000" flipH="1">
            <a:off x="10503943" y="477290"/>
            <a:ext cx="850129" cy="981746"/>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6" name="文本框 15"/>
          <p:cNvSpPr txBox="1"/>
          <p:nvPr/>
        </p:nvSpPr>
        <p:spPr>
          <a:xfrm>
            <a:off x="2319010" y="2440782"/>
            <a:ext cx="7569701" cy="830997"/>
          </a:xfrm>
          <a:prstGeom prst="rect">
            <a:avLst/>
          </a:prstGeom>
          <a:noFill/>
        </p:spPr>
        <p:txBody>
          <a:bodyPr wrap="none" rtlCol="0">
            <a:spAutoFit/>
          </a:bodyPr>
          <a:lstStyle/>
          <a:p>
            <a:r>
              <a:rPr lang="en-US" altLang="zh-CN" sz="4800" dirty="0">
                <a:solidFill>
                  <a:schemeClr val="tx1">
                    <a:lumMod val="95000"/>
                    <a:lumOff val="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rPr>
              <a:t>AI</a:t>
            </a:r>
            <a:r>
              <a:rPr lang="zh-CN" altLang="en-US" sz="4800" dirty="0">
                <a:solidFill>
                  <a:schemeClr val="tx1">
                    <a:lumMod val="95000"/>
                    <a:lumOff val="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rPr>
              <a:t>配音技术与社会伦理挑战</a:t>
            </a:r>
            <a:endParaRPr lang="zh-CN" altLang="en-US" sz="4800" dirty="0">
              <a:solidFill>
                <a:schemeClr val="tx1">
                  <a:lumMod val="95000"/>
                  <a:lumOff val="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endParaRPr>
          </a:p>
        </p:txBody>
      </p:sp>
      <p:sp>
        <p:nvSpPr>
          <p:cNvPr id="593" name="矩形: 剪去对角 592" descr="D:\51PPT模板网\51pptmoban.com\图片.jpg"/>
          <p:cNvSpPr/>
          <p:nvPr/>
        </p:nvSpPr>
        <p:spPr>
          <a:xfrm>
            <a:off x="2538186" y="3710767"/>
            <a:ext cx="7115628" cy="499321"/>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594" name="文本框 593"/>
          <p:cNvSpPr txBox="1"/>
          <p:nvPr/>
        </p:nvSpPr>
        <p:spPr>
          <a:xfrm>
            <a:off x="2805306" y="3791150"/>
            <a:ext cx="7200458" cy="338554"/>
          </a:xfrm>
          <a:prstGeom prst="rect">
            <a:avLst/>
          </a:prstGeom>
          <a:noFill/>
        </p:spPr>
        <p:txBody>
          <a:bodyPr wrap="square" rtlCol="0">
            <a:spAutoFit/>
          </a:bodyPr>
          <a:lstStyle/>
          <a:p>
            <a:r>
              <a:rPr lang="zh-CN" altLang="en-US" sz="1600" b="1" dirty="0">
                <a:solidFill>
                  <a:schemeClr val="tx1">
                    <a:lumMod val="95000"/>
                    <a:lumOff val="5000"/>
                  </a:schemeClr>
                </a:solidFill>
              </a:rPr>
              <a:t>组长：刘逸</a:t>
            </a:r>
            <a:r>
              <a:rPr lang="en-US" altLang="zh-CN" sz="1600" b="1" dirty="0">
                <a:solidFill>
                  <a:schemeClr val="tx1">
                    <a:lumMod val="95000"/>
                    <a:lumOff val="5000"/>
                  </a:schemeClr>
                </a:solidFill>
              </a:rPr>
              <a:t>	</a:t>
            </a:r>
            <a:r>
              <a:rPr lang="zh-CN" altLang="en-US" sz="1600" b="1" dirty="0">
                <a:solidFill>
                  <a:schemeClr val="tx1">
                    <a:lumMod val="95000"/>
                    <a:lumOff val="5000"/>
                  </a:schemeClr>
                </a:solidFill>
              </a:rPr>
              <a:t>组员：何禹辰 罗苏涵 史博文 毛棵粲 李俊兴 梁俊杰</a:t>
            </a:r>
            <a:endParaRPr lang="zh-CN" altLang="en-US" sz="1600" b="1" dirty="0">
              <a:solidFill>
                <a:schemeClr val="tx1">
                  <a:lumMod val="95000"/>
                  <a:lumOff val="5000"/>
                </a:schemeClr>
              </a:solidFill>
            </a:endParaRPr>
          </a:p>
        </p:txBody>
      </p:sp>
      <p:grpSp>
        <p:nvGrpSpPr>
          <p:cNvPr id="595" name="组合 594"/>
          <p:cNvGrpSpPr/>
          <p:nvPr/>
        </p:nvGrpSpPr>
        <p:grpSpPr>
          <a:xfrm>
            <a:off x="3743510" y="5696961"/>
            <a:ext cx="4313944" cy="315056"/>
            <a:chOff x="1253246" y="4118390"/>
            <a:chExt cx="4313944" cy="315056"/>
          </a:xfrm>
        </p:grpSpPr>
        <p:sp>
          <p:nvSpPr>
            <p:cNvPr id="596" name="文本框 595"/>
            <p:cNvSpPr txBox="1"/>
            <p:nvPr/>
          </p:nvSpPr>
          <p:spPr>
            <a:xfrm>
              <a:off x="1561022" y="4125669"/>
              <a:ext cx="2027128" cy="307777"/>
            </a:xfrm>
            <a:prstGeom prst="rect">
              <a:avLst/>
            </a:prstGeom>
            <a:noFill/>
          </p:spPr>
          <p:txBody>
            <a:bodyPr wrap="square" rtlCol="0">
              <a:spAutoFit/>
            </a:bodyPr>
            <a:lstStyle>
              <a:defPPr>
                <a:defRPr lang="zh-CN"/>
              </a:defPPr>
              <a:lvl1pPr>
                <a:defRPr sz="1000" b="1">
                  <a:solidFill>
                    <a:schemeClr val="tx1">
                      <a:lumMod val="65000"/>
                      <a:lumOff val="3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lang="zh-CN" altLang="en-US" sz="1400" dirty="0">
                  <a:solidFill>
                    <a:schemeClr val="tx1">
                      <a:lumMod val="75000"/>
                      <a:lumOff val="25000"/>
                    </a:schemeClr>
                  </a:solidFill>
                  <a:latin typeface="+mn-lt"/>
                  <a:ea typeface="+mn-ea"/>
                  <a:cs typeface="+mn-ea"/>
                  <a:sym typeface="+mn-lt"/>
                </a:rPr>
                <a:t>汇报人：刘逸 史博文</a:t>
              </a:r>
              <a:endParaRPr lang="zh-CN" altLang="en-US" sz="1400" dirty="0">
                <a:solidFill>
                  <a:schemeClr val="tx1">
                    <a:lumMod val="75000"/>
                    <a:lumOff val="25000"/>
                  </a:schemeClr>
                </a:solidFill>
                <a:latin typeface="+mn-lt"/>
                <a:ea typeface="+mn-ea"/>
                <a:cs typeface="+mn-ea"/>
                <a:sym typeface="+mn-lt"/>
              </a:endParaRPr>
            </a:p>
          </p:txBody>
        </p:sp>
        <p:sp>
          <p:nvSpPr>
            <p:cNvPr id="597" name="iconfont-10019-4889788"/>
            <p:cNvSpPr/>
            <p:nvPr/>
          </p:nvSpPr>
          <p:spPr>
            <a:xfrm>
              <a:off x="1253246" y="4118392"/>
              <a:ext cx="307776" cy="307776"/>
            </a:xfrm>
            <a:custGeom>
              <a:avLst/>
              <a:gdLst>
                <a:gd name="T0" fmla="*/ 6383 w 12767"/>
                <a:gd name="T1" fmla="*/ 0 h 12767"/>
                <a:gd name="T2" fmla="*/ 0 w 12767"/>
                <a:gd name="T3" fmla="*/ 6383 h 12767"/>
                <a:gd name="T4" fmla="*/ 6383 w 12767"/>
                <a:gd name="T5" fmla="*/ 12767 h 12767"/>
                <a:gd name="T6" fmla="*/ 12767 w 12767"/>
                <a:gd name="T7" fmla="*/ 6383 h 12767"/>
                <a:gd name="T8" fmla="*/ 6383 w 12767"/>
                <a:gd name="T9" fmla="*/ 0 h 12767"/>
                <a:gd name="T10" fmla="*/ 6383 w 12767"/>
                <a:gd name="T11" fmla="*/ 870 h 12767"/>
                <a:gd name="T12" fmla="*/ 11897 w 12767"/>
                <a:gd name="T13" fmla="*/ 6383 h 12767"/>
                <a:gd name="T14" fmla="*/ 11032 w 12767"/>
                <a:gd name="T15" fmla="*/ 9349 h 12767"/>
                <a:gd name="T16" fmla="*/ 7524 w 12767"/>
                <a:gd name="T17" fmla="*/ 7451 h 12767"/>
                <a:gd name="T18" fmla="*/ 9004 w 12767"/>
                <a:gd name="T19" fmla="*/ 5101 h 12767"/>
                <a:gd name="T20" fmla="*/ 6393 w 12767"/>
                <a:gd name="T21" fmla="*/ 2489 h 12767"/>
                <a:gd name="T22" fmla="*/ 3781 w 12767"/>
                <a:gd name="T23" fmla="*/ 5101 h 12767"/>
                <a:gd name="T24" fmla="*/ 5261 w 12767"/>
                <a:gd name="T25" fmla="*/ 7451 h 12767"/>
                <a:gd name="T26" fmla="*/ 1743 w 12767"/>
                <a:gd name="T27" fmla="*/ 9361 h 12767"/>
                <a:gd name="T28" fmla="*/ 870 w 12767"/>
                <a:gd name="T29" fmla="*/ 6383 h 12767"/>
                <a:gd name="T30" fmla="*/ 6383 w 12767"/>
                <a:gd name="T31" fmla="*/ 870 h 1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767" h="12767">
                  <a:moveTo>
                    <a:pt x="6383" y="0"/>
                  </a:moveTo>
                  <a:cubicBezTo>
                    <a:pt x="2858" y="0"/>
                    <a:pt x="0" y="2858"/>
                    <a:pt x="0" y="6383"/>
                  </a:cubicBezTo>
                  <a:cubicBezTo>
                    <a:pt x="0" y="9909"/>
                    <a:pt x="2858" y="12767"/>
                    <a:pt x="6383" y="12767"/>
                  </a:cubicBezTo>
                  <a:cubicBezTo>
                    <a:pt x="9909" y="12767"/>
                    <a:pt x="12767" y="9909"/>
                    <a:pt x="12767" y="6383"/>
                  </a:cubicBezTo>
                  <a:cubicBezTo>
                    <a:pt x="12767" y="2858"/>
                    <a:pt x="9909" y="0"/>
                    <a:pt x="6383" y="0"/>
                  </a:cubicBezTo>
                  <a:close/>
                  <a:moveTo>
                    <a:pt x="6383" y="870"/>
                  </a:moveTo>
                  <a:cubicBezTo>
                    <a:pt x="9428" y="870"/>
                    <a:pt x="11897" y="3339"/>
                    <a:pt x="11897" y="6383"/>
                  </a:cubicBezTo>
                  <a:cubicBezTo>
                    <a:pt x="11897" y="7475"/>
                    <a:pt x="11579" y="8493"/>
                    <a:pt x="11032" y="9349"/>
                  </a:cubicBezTo>
                  <a:cubicBezTo>
                    <a:pt x="10114" y="8379"/>
                    <a:pt x="8895" y="7697"/>
                    <a:pt x="7524" y="7451"/>
                  </a:cubicBezTo>
                  <a:cubicBezTo>
                    <a:pt x="8399" y="7030"/>
                    <a:pt x="9004" y="6137"/>
                    <a:pt x="9004" y="5101"/>
                  </a:cubicBezTo>
                  <a:cubicBezTo>
                    <a:pt x="9004" y="3658"/>
                    <a:pt x="7835" y="2489"/>
                    <a:pt x="6393" y="2489"/>
                  </a:cubicBezTo>
                  <a:cubicBezTo>
                    <a:pt x="4950" y="2489"/>
                    <a:pt x="3781" y="3658"/>
                    <a:pt x="3781" y="5101"/>
                  </a:cubicBezTo>
                  <a:cubicBezTo>
                    <a:pt x="3781" y="6137"/>
                    <a:pt x="4386" y="7030"/>
                    <a:pt x="5261" y="7451"/>
                  </a:cubicBezTo>
                  <a:cubicBezTo>
                    <a:pt x="3885" y="7698"/>
                    <a:pt x="2662" y="8385"/>
                    <a:pt x="1743" y="9361"/>
                  </a:cubicBezTo>
                  <a:cubicBezTo>
                    <a:pt x="1190" y="8502"/>
                    <a:pt x="870" y="7480"/>
                    <a:pt x="870" y="6383"/>
                  </a:cubicBezTo>
                  <a:cubicBezTo>
                    <a:pt x="870" y="3339"/>
                    <a:pt x="3339" y="870"/>
                    <a:pt x="6383" y="870"/>
                  </a:cubicBezTo>
                  <a:close/>
                </a:path>
              </a:pathLst>
            </a:custGeom>
            <a:solidFill>
              <a:srgbClr val="002DB0"/>
            </a:solidFill>
            <a:ln w="12700" cap="flat">
              <a:noFill/>
              <a:prstDash val="solid"/>
              <a:miter/>
            </a:ln>
          </p:spPr>
          <p:txBody>
            <a:bodyPr rtlCol="0" anchor="ctr"/>
            <a:lstStyle/>
            <a:p>
              <a:endParaRPr lang="en-US">
                <a:solidFill>
                  <a:schemeClr val="tx1"/>
                </a:solidFill>
                <a:sym typeface="+mn-lt"/>
              </a:endParaRPr>
            </a:p>
          </p:txBody>
        </p:sp>
        <p:sp>
          <p:nvSpPr>
            <p:cNvPr id="598" name="文本框 597"/>
            <p:cNvSpPr txBox="1"/>
            <p:nvPr/>
          </p:nvSpPr>
          <p:spPr>
            <a:xfrm>
              <a:off x="3898985" y="4118390"/>
              <a:ext cx="1668205" cy="307777"/>
            </a:xfrm>
            <a:prstGeom prst="rect">
              <a:avLst/>
            </a:prstGeom>
            <a:noFill/>
          </p:spPr>
          <p:txBody>
            <a:bodyPr wrap="square" rtlCol="0">
              <a:spAutoFit/>
            </a:bodyPr>
            <a:lstStyle>
              <a:defPPr>
                <a:defRPr lang="zh-CN"/>
              </a:defPPr>
              <a:lvl1pPr>
                <a:defRPr sz="1000" b="1">
                  <a:solidFill>
                    <a:schemeClr val="bg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lang="zh-CN" altLang="en-US" sz="1400" dirty="0">
                  <a:solidFill>
                    <a:schemeClr val="tx1">
                      <a:lumMod val="75000"/>
                      <a:lumOff val="25000"/>
                    </a:schemeClr>
                  </a:solidFill>
                  <a:latin typeface="+mn-lt"/>
                  <a:ea typeface="+mn-ea"/>
                  <a:cs typeface="+mn-ea"/>
                  <a:sym typeface="+mn-lt"/>
                </a:rPr>
                <a:t>时间：</a:t>
              </a:r>
              <a:r>
                <a:rPr lang="en-US" altLang="zh-CN" sz="1400" dirty="0">
                  <a:solidFill>
                    <a:schemeClr val="tx1">
                      <a:lumMod val="75000"/>
                      <a:lumOff val="25000"/>
                    </a:schemeClr>
                  </a:solidFill>
                  <a:latin typeface="+mn-lt"/>
                  <a:ea typeface="+mn-ea"/>
                  <a:cs typeface="+mn-ea"/>
                  <a:sym typeface="+mn-lt"/>
                </a:rPr>
                <a:t>2024.11.07</a:t>
              </a:r>
              <a:endParaRPr lang="zh-CN" altLang="en-US" sz="1400" dirty="0">
                <a:solidFill>
                  <a:schemeClr val="tx1">
                    <a:lumMod val="75000"/>
                    <a:lumOff val="25000"/>
                  </a:schemeClr>
                </a:solidFill>
                <a:latin typeface="+mn-lt"/>
                <a:ea typeface="+mn-ea"/>
                <a:cs typeface="+mn-ea"/>
                <a:sym typeface="+mn-lt"/>
              </a:endParaRPr>
            </a:p>
          </p:txBody>
        </p:sp>
        <p:sp>
          <p:nvSpPr>
            <p:cNvPr id="599" name="iconfont-11899-5651509"/>
            <p:cNvSpPr/>
            <p:nvPr/>
          </p:nvSpPr>
          <p:spPr>
            <a:xfrm>
              <a:off x="3588150" y="4118394"/>
              <a:ext cx="307836" cy="307774"/>
            </a:xfrm>
            <a:custGeom>
              <a:avLst/>
              <a:gdLst>
                <a:gd name="T0" fmla="*/ 5872 w 10378"/>
                <a:gd name="T1" fmla="*/ 5277 h 10377"/>
                <a:gd name="T2" fmla="*/ 5872 w 10378"/>
                <a:gd name="T3" fmla="*/ 2783 h 10377"/>
                <a:gd name="T4" fmla="*/ 5223 w 10378"/>
                <a:gd name="T5" fmla="*/ 2135 h 10377"/>
                <a:gd name="T6" fmla="*/ 4574 w 10378"/>
                <a:gd name="T7" fmla="*/ 2783 h 10377"/>
                <a:gd name="T8" fmla="*/ 4574 w 10378"/>
                <a:gd name="T9" fmla="*/ 6026 h 10377"/>
                <a:gd name="T10" fmla="*/ 7383 w 10378"/>
                <a:gd name="T11" fmla="*/ 7647 h 10377"/>
                <a:gd name="T12" fmla="*/ 8267 w 10378"/>
                <a:gd name="T13" fmla="*/ 7403 h 10377"/>
                <a:gd name="T14" fmla="*/ 8031 w 10378"/>
                <a:gd name="T15" fmla="*/ 6523 h 10377"/>
                <a:gd name="T16" fmla="*/ 5872 w 10378"/>
                <a:gd name="T17" fmla="*/ 5277 h 10377"/>
                <a:gd name="T18" fmla="*/ 5189 w 10378"/>
                <a:gd name="T19" fmla="*/ 10377 h 10377"/>
                <a:gd name="T20" fmla="*/ 0 w 10378"/>
                <a:gd name="T21" fmla="*/ 5188 h 10377"/>
                <a:gd name="T22" fmla="*/ 5189 w 10378"/>
                <a:gd name="T23" fmla="*/ 0 h 10377"/>
                <a:gd name="T24" fmla="*/ 10378 w 10378"/>
                <a:gd name="T25" fmla="*/ 5188 h 10377"/>
                <a:gd name="T26" fmla="*/ 5189 w 10378"/>
                <a:gd name="T27" fmla="*/ 10377 h 10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78" h="10377">
                  <a:moveTo>
                    <a:pt x="5872" y="5277"/>
                  </a:moveTo>
                  <a:lnTo>
                    <a:pt x="5872" y="2783"/>
                  </a:lnTo>
                  <a:cubicBezTo>
                    <a:pt x="5872" y="2425"/>
                    <a:pt x="5582" y="2135"/>
                    <a:pt x="5223" y="2135"/>
                  </a:cubicBezTo>
                  <a:cubicBezTo>
                    <a:pt x="4864" y="2135"/>
                    <a:pt x="4574" y="2425"/>
                    <a:pt x="4574" y="2783"/>
                  </a:cubicBezTo>
                  <a:lnTo>
                    <a:pt x="4574" y="6026"/>
                  </a:lnTo>
                  <a:lnTo>
                    <a:pt x="7383" y="7647"/>
                  </a:lnTo>
                  <a:cubicBezTo>
                    <a:pt x="7694" y="7825"/>
                    <a:pt x="8091" y="7716"/>
                    <a:pt x="8267" y="7403"/>
                  </a:cubicBezTo>
                  <a:cubicBezTo>
                    <a:pt x="8442" y="7095"/>
                    <a:pt x="8337" y="6703"/>
                    <a:pt x="8031" y="6523"/>
                  </a:cubicBezTo>
                  <a:lnTo>
                    <a:pt x="5872" y="5277"/>
                  </a:lnTo>
                  <a:close/>
                  <a:moveTo>
                    <a:pt x="5189" y="10377"/>
                  </a:moveTo>
                  <a:cubicBezTo>
                    <a:pt x="2324" y="10377"/>
                    <a:pt x="0" y="8054"/>
                    <a:pt x="0" y="5188"/>
                  </a:cubicBezTo>
                  <a:cubicBezTo>
                    <a:pt x="0" y="2322"/>
                    <a:pt x="2324" y="0"/>
                    <a:pt x="5189" y="0"/>
                  </a:cubicBezTo>
                  <a:cubicBezTo>
                    <a:pt x="8054" y="0"/>
                    <a:pt x="10378" y="2322"/>
                    <a:pt x="10378" y="5188"/>
                  </a:cubicBezTo>
                  <a:cubicBezTo>
                    <a:pt x="10378" y="8054"/>
                    <a:pt x="8056" y="10377"/>
                    <a:pt x="5189" y="10377"/>
                  </a:cubicBezTo>
                  <a:close/>
                </a:path>
              </a:pathLst>
            </a:custGeom>
            <a:solidFill>
              <a:srgbClr val="002DB0"/>
            </a:solidFill>
            <a:ln w="12700" cap="flat">
              <a:noFill/>
              <a:prstDash val="solid"/>
              <a:miter/>
            </a:ln>
          </p:spPr>
          <p:txBody>
            <a:bodyPr rtlCol="0" anchor="ctr"/>
            <a:lstStyle/>
            <a:p>
              <a:endParaRPr lang="en-US" dirty="0">
                <a:solidFill>
                  <a:schemeClr val="tx1"/>
                </a:solidFill>
                <a:sym typeface="+mn-lt"/>
              </a:endParaRPr>
            </a:p>
          </p:txBody>
        </p:sp>
      </p:grpSp>
      <p:sp>
        <p:nvSpPr>
          <p:cNvPr id="604" name="任意多边形: 形状 603"/>
          <p:cNvSpPr/>
          <p:nvPr/>
        </p:nvSpPr>
        <p:spPr>
          <a:xfrm>
            <a:off x="2186236" y="3710767"/>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603" name="任意多边形: 形状 602"/>
          <p:cNvSpPr/>
          <p:nvPr/>
        </p:nvSpPr>
        <p:spPr>
          <a:xfrm>
            <a:off x="9539532" y="3710767"/>
            <a:ext cx="472059" cy="499321"/>
          </a:xfrm>
          <a:custGeom>
            <a:avLst/>
            <a:gdLst>
              <a:gd name="connsiteX0" fmla="*/ 0 w 472059"/>
              <a:gd name="connsiteY0" fmla="*/ 0 h 499321"/>
              <a:gd name="connsiteX1" fmla="*/ 222399 w 472059"/>
              <a:gd name="connsiteY1" fmla="*/ 0 h 499321"/>
              <a:gd name="connsiteX2" fmla="*/ 472059 w 472059"/>
              <a:gd name="connsiteY2" fmla="*/ 249661 h 499321"/>
              <a:gd name="connsiteX3" fmla="*/ 222399 w 472059"/>
              <a:gd name="connsiteY3" fmla="*/ 499321 h 499321"/>
              <a:gd name="connsiteX4" fmla="*/ 0 w 472059"/>
              <a:gd name="connsiteY4" fmla="*/ 499321 h 499321"/>
              <a:gd name="connsiteX5" fmla="*/ 249660 w 472059"/>
              <a:gd name="connsiteY5" fmla="*/ 249661 h 499321"/>
              <a:gd name="connsiteX6" fmla="*/ 0 w 472059"/>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59" h="499321">
                <a:moveTo>
                  <a:pt x="0" y="0"/>
                </a:moveTo>
                <a:lnTo>
                  <a:pt x="222399" y="0"/>
                </a:lnTo>
                <a:lnTo>
                  <a:pt x="472059" y="249661"/>
                </a:lnTo>
                <a:lnTo>
                  <a:pt x="222399" y="499321"/>
                </a:lnTo>
                <a:lnTo>
                  <a:pt x="0" y="499321"/>
                </a:lnTo>
                <a:lnTo>
                  <a:pt x="249660" y="249661"/>
                </a:lnTo>
                <a:lnTo>
                  <a:pt x="0"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606" name="文本框 605"/>
          <p:cNvSpPr txBox="1"/>
          <p:nvPr/>
        </p:nvSpPr>
        <p:spPr>
          <a:xfrm>
            <a:off x="4602463" y="1233175"/>
            <a:ext cx="2351926" cy="1200329"/>
          </a:xfrm>
          <a:prstGeom prst="rect">
            <a:avLst/>
          </a:prstGeom>
          <a:noFill/>
        </p:spPr>
        <p:txBody>
          <a:bodyPr wrap="none" rtlCol="0">
            <a:spAutoFit/>
          </a:bodyPr>
          <a:lstStyle/>
          <a:p>
            <a:r>
              <a:rPr lang="en-US" altLang="zh-CN" sz="7200" dirty="0">
                <a:gradFill flip="none" rotWithShape="1">
                  <a:gsLst>
                    <a:gs pos="0">
                      <a:srgbClr val="002DB0"/>
                    </a:gs>
                    <a:gs pos="55000">
                      <a:srgbClr val="002DB0">
                        <a:alpha val="19000"/>
                      </a:srgbClr>
                    </a:gs>
                    <a:gs pos="83000">
                      <a:srgbClr val="002DB0">
                        <a:alpha val="0"/>
                      </a:srgbClr>
                    </a:gs>
                  </a:gsLst>
                  <a:lin ang="5400000" scaled="1"/>
                  <a:tileRect/>
                </a:gradFill>
                <a:latin typeface="MiSans Heavy" panose="00000A00000000000000" pitchFamily="2" charset="-122"/>
                <a:ea typeface="MiSans Heavy" panose="00000A00000000000000" pitchFamily="2" charset="-122"/>
              </a:rPr>
              <a:t>2024</a:t>
            </a:r>
            <a:endParaRPr lang="zh-CN" altLang="en-US" sz="7200" dirty="0">
              <a:gradFill flip="none" rotWithShape="1">
                <a:gsLst>
                  <a:gs pos="0">
                    <a:srgbClr val="002DB0"/>
                  </a:gs>
                  <a:gs pos="55000">
                    <a:srgbClr val="002DB0">
                      <a:alpha val="19000"/>
                    </a:srgbClr>
                  </a:gs>
                  <a:gs pos="83000">
                    <a:srgbClr val="002DB0">
                      <a:alpha val="0"/>
                    </a:srgbClr>
                  </a:gs>
                </a:gsLst>
                <a:lin ang="5400000" scaled="1"/>
                <a:tileRect/>
              </a:gradFill>
              <a:latin typeface="MiSans Heavy" panose="00000A00000000000000" pitchFamily="2" charset="-122"/>
              <a:ea typeface="MiSans Heavy" panose="00000A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图形 13" descr="D:\51PPT模板网\51pptmoban.com\图片.jpg"/>
          <p:cNvGrpSpPr/>
          <p:nvPr/>
        </p:nvGrpSpPr>
        <p:grpSpPr>
          <a:xfrm flipV="1">
            <a:off x="-24272" y="4739259"/>
            <a:ext cx="1827657" cy="3245548"/>
            <a:chOff x="1619011" y="5026485"/>
            <a:chExt cx="1827657" cy="3245548"/>
          </a:xfrm>
        </p:grpSpPr>
        <p:sp>
          <p:nvSpPr>
            <p:cNvPr id="72" name="任意多边形: 形状 71"/>
            <p:cNvSpPr/>
            <p:nvPr/>
          </p:nvSpPr>
          <p:spPr>
            <a:xfrm>
              <a:off x="2228516" y="7216758"/>
              <a:ext cx="609076" cy="703802"/>
            </a:xfrm>
            <a:custGeom>
              <a:avLst/>
              <a:gdLst>
                <a:gd name="connsiteX0" fmla="*/ 609076 w 609076"/>
                <a:gd name="connsiteY0" fmla="*/ 351902 h 703802"/>
                <a:gd name="connsiteX1" fmla="*/ 0 w 609076"/>
                <a:gd name="connsiteY1" fmla="*/ 0 h 703802"/>
                <a:gd name="connsiteX2" fmla="*/ 0 w 609076"/>
                <a:gd name="connsiteY2" fmla="*/ 703803 h 703802"/>
              </a:gdLst>
              <a:ahLst/>
              <a:cxnLst>
                <a:cxn ang="0">
                  <a:pos x="connsiteX0" y="connsiteY0"/>
                </a:cxn>
                <a:cxn ang="0">
                  <a:pos x="connsiteX1" y="connsiteY1"/>
                </a:cxn>
                <a:cxn ang="0">
                  <a:pos x="connsiteX2" y="connsiteY2"/>
                </a:cxn>
              </a:cxnLst>
              <a:rect l="l" t="t" r="r" b="b"/>
              <a:pathLst>
                <a:path w="609076" h="703802">
                  <a:moveTo>
                    <a:pt x="609076" y="351902"/>
                  </a:moveTo>
                  <a:lnTo>
                    <a:pt x="0" y="0"/>
                  </a:lnTo>
                  <a:lnTo>
                    <a:pt x="0" y="703803"/>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3" name="任意多边形: 形状 72"/>
            <p:cNvSpPr/>
            <p:nvPr/>
          </p:nvSpPr>
          <p:spPr>
            <a:xfrm>
              <a:off x="1619011" y="6865286"/>
              <a:ext cx="609504" cy="703374"/>
            </a:xfrm>
            <a:custGeom>
              <a:avLst/>
              <a:gdLst>
                <a:gd name="connsiteX0" fmla="*/ 609505 w 609504"/>
                <a:gd name="connsiteY0" fmla="*/ 351473 h 703374"/>
                <a:gd name="connsiteX1" fmla="*/ 0 w 609504"/>
                <a:gd name="connsiteY1" fmla="*/ 0 h 703374"/>
                <a:gd name="connsiteX2" fmla="*/ 0 w 609504"/>
                <a:gd name="connsiteY2" fmla="*/ 703374 h 703374"/>
              </a:gdLst>
              <a:ahLst/>
              <a:cxnLst>
                <a:cxn ang="0">
                  <a:pos x="connsiteX0" y="connsiteY0"/>
                </a:cxn>
                <a:cxn ang="0">
                  <a:pos x="connsiteX1" y="connsiteY1"/>
                </a:cxn>
                <a:cxn ang="0">
                  <a:pos x="connsiteX2" y="connsiteY2"/>
                </a:cxn>
              </a:cxnLst>
              <a:rect l="l" t="t" r="r" b="b"/>
              <a:pathLst>
                <a:path w="609504" h="703374">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4" name="任意多边形: 形状 73"/>
            <p:cNvSpPr/>
            <p:nvPr/>
          </p:nvSpPr>
          <p:spPr>
            <a:xfrm>
              <a:off x="2228516" y="6513385"/>
              <a:ext cx="609076" cy="703373"/>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5" name="任意多边形: 形状 74"/>
            <p:cNvSpPr/>
            <p:nvPr/>
          </p:nvSpPr>
          <p:spPr>
            <a:xfrm>
              <a:off x="2837592" y="6161484"/>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76" name="任意多边形: 形状 75"/>
            <p:cNvSpPr/>
            <p:nvPr/>
          </p:nvSpPr>
          <p:spPr>
            <a:xfrm>
              <a:off x="2228516" y="5810011"/>
              <a:ext cx="609076" cy="703373"/>
            </a:xfrm>
            <a:custGeom>
              <a:avLst/>
              <a:gdLst>
                <a:gd name="connsiteX0" fmla="*/ 609076 w 609076"/>
                <a:gd name="connsiteY0" fmla="*/ 351473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7" name="任意多边形: 形状 76"/>
            <p:cNvSpPr/>
            <p:nvPr/>
          </p:nvSpPr>
          <p:spPr>
            <a:xfrm>
              <a:off x="1619011" y="545811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8" name="任意多边形: 形状 77"/>
            <p:cNvSpPr/>
            <p:nvPr/>
          </p:nvSpPr>
          <p:spPr>
            <a:xfrm>
              <a:off x="2228516" y="5106209"/>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9" name="任意多边形: 形状 78"/>
            <p:cNvSpPr/>
            <p:nvPr/>
          </p:nvSpPr>
          <p:spPr>
            <a:xfrm>
              <a:off x="1619011" y="756866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0" name="任意多边形: 形状 79"/>
            <p:cNvSpPr/>
            <p:nvPr/>
          </p:nvSpPr>
          <p:spPr>
            <a:xfrm>
              <a:off x="1619011" y="6161484"/>
              <a:ext cx="609504" cy="703802"/>
            </a:xfrm>
            <a:custGeom>
              <a:avLst/>
              <a:gdLst>
                <a:gd name="connsiteX0" fmla="*/ 609505 w 609504"/>
                <a:gd name="connsiteY0" fmla="*/ 351901 h 703802"/>
                <a:gd name="connsiteX1" fmla="*/ 0 w 609504"/>
                <a:gd name="connsiteY1" fmla="*/ 0 h 703802"/>
                <a:gd name="connsiteX2" fmla="*/ 0 w 609504"/>
                <a:gd name="connsiteY2" fmla="*/ 703802 h 703802"/>
              </a:gdLst>
              <a:ahLst/>
              <a:cxnLst>
                <a:cxn ang="0">
                  <a:pos x="connsiteX0" y="connsiteY0"/>
                </a:cxn>
                <a:cxn ang="0">
                  <a:pos x="connsiteX1" y="connsiteY1"/>
                </a:cxn>
                <a:cxn ang="0">
                  <a:pos x="connsiteX2" y="connsiteY2"/>
                </a:cxn>
              </a:cxnLst>
              <a:rect l="l" t="t" r="r" b="b"/>
              <a:pathLst>
                <a:path w="609504" h="703802">
                  <a:moveTo>
                    <a:pt x="609505"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1" name="任意多边形: 形状 80"/>
            <p:cNvSpPr/>
            <p:nvPr/>
          </p:nvSpPr>
          <p:spPr>
            <a:xfrm>
              <a:off x="1619011" y="7216758"/>
              <a:ext cx="609504" cy="703802"/>
            </a:xfrm>
            <a:custGeom>
              <a:avLst/>
              <a:gdLst>
                <a:gd name="connsiteX0" fmla="*/ 0 w 609504"/>
                <a:gd name="connsiteY0" fmla="*/ 351902 h 703802"/>
                <a:gd name="connsiteX1" fmla="*/ 609505 w 609504"/>
                <a:gd name="connsiteY1" fmla="*/ 703803 h 703802"/>
                <a:gd name="connsiteX2" fmla="*/ 609505 w 609504"/>
                <a:gd name="connsiteY2" fmla="*/ 0 h 703802"/>
              </a:gdLst>
              <a:ahLst/>
              <a:cxnLst>
                <a:cxn ang="0">
                  <a:pos x="connsiteX0" y="connsiteY0"/>
                </a:cxn>
                <a:cxn ang="0">
                  <a:pos x="connsiteX1" y="connsiteY1"/>
                </a:cxn>
                <a:cxn ang="0">
                  <a:pos x="connsiteX2" y="connsiteY2"/>
                </a:cxn>
              </a:cxnLst>
              <a:rect l="l" t="t" r="r" b="b"/>
              <a:pathLst>
                <a:path w="609504" h="703802">
                  <a:moveTo>
                    <a:pt x="0" y="351902"/>
                  </a:moveTo>
                  <a:lnTo>
                    <a:pt x="609505" y="703803"/>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5" name="任意多边形: 形状 84"/>
            <p:cNvSpPr/>
            <p:nvPr/>
          </p:nvSpPr>
          <p:spPr>
            <a:xfrm>
              <a:off x="1619011" y="6513385"/>
              <a:ext cx="609504" cy="703373"/>
            </a:xfrm>
            <a:custGeom>
              <a:avLst/>
              <a:gdLst>
                <a:gd name="connsiteX0" fmla="*/ 0 w 609504"/>
                <a:gd name="connsiteY0" fmla="*/ 351901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6" name="任意多边形: 形状 85"/>
            <p:cNvSpPr/>
            <p:nvPr/>
          </p:nvSpPr>
          <p:spPr>
            <a:xfrm>
              <a:off x="2228516" y="6161484"/>
              <a:ext cx="609076" cy="703802"/>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7" name="任意多边形: 形状 86"/>
            <p:cNvSpPr/>
            <p:nvPr/>
          </p:nvSpPr>
          <p:spPr>
            <a:xfrm>
              <a:off x="1619011" y="5810011"/>
              <a:ext cx="609504" cy="703373"/>
            </a:xfrm>
            <a:custGeom>
              <a:avLst/>
              <a:gdLst>
                <a:gd name="connsiteX0" fmla="*/ 0 w 609504"/>
                <a:gd name="connsiteY0" fmla="*/ 351473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473"/>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8" name="任意多边形: 形状 87"/>
            <p:cNvSpPr/>
            <p:nvPr/>
          </p:nvSpPr>
          <p:spPr>
            <a:xfrm>
              <a:off x="1622868" y="5026485"/>
              <a:ext cx="478774" cy="552926"/>
            </a:xfrm>
            <a:custGeom>
              <a:avLst/>
              <a:gdLst>
                <a:gd name="connsiteX0" fmla="*/ 0 w 478774"/>
                <a:gd name="connsiteY0" fmla="*/ 276463 h 552926"/>
                <a:gd name="connsiteX1" fmla="*/ 478774 w 478774"/>
                <a:gd name="connsiteY1" fmla="*/ 552926 h 552926"/>
                <a:gd name="connsiteX2" fmla="*/ 478774 w 478774"/>
                <a:gd name="connsiteY2" fmla="*/ 0 h 552926"/>
              </a:gdLst>
              <a:ahLst/>
              <a:cxnLst>
                <a:cxn ang="0">
                  <a:pos x="connsiteX0" y="connsiteY0"/>
                </a:cxn>
                <a:cxn ang="0">
                  <a:pos x="connsiteX1" y="connsiteY1"/>
                </a:cxn>
                <a:cxn ang="0">
                  <a:pos x="connsiteX2" y="connsiteY2"/>
                </a:cxn>
              </a:cxnLst>
              <a:rect l="l" t="t" r="r" b="b"/>
              <a:pathLst>
                <a:path w="478774" h="552926">
                  <a:moveTo>
                    <a:pt x="0" y="276463"/>
                  </a:moveTo>
                  <a:lnTo>
                    <a:pt x="478774" y="552926"/>
                  </a:lnTo>
                  <a:lnTo>
                    <a:pt x="478774"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9" name="任意多边形: 形状 88"/>
            <p:cNvSpPr/>
            <p:nvPr/>
          </p:nvSpPr>
          <p:spPr>
            <a:xfrm>
              <a:off x="2460830" y="5592270"/>
              <a:ext cx="376761" cy="435054"/>
            </a:xfrm>
            <a:custGeom>
              <a:avLst/>
              <a:gdLst>
                <a:gd name="connsiteX0" fmla="*/ 0 w 376761"/>
                <a:gd name="connsiteY0" fmla="*/ 217742 h 435054"/>
                <a:gd name="connsiteX1" fmla="*/ 376761 w 376761"/>
                <a:gd name="connsiteY1" fmla="*/ 435054 h 435054"/>
                <a:gd name="connsiteX2" fmla="*/ 376761 w 376761"/>
                <a:gd name="connsiteY2" fmla="*/ 0 h 435054"/>
              </a:gdLst>
              <a:ahLst/>
              <a:cxnLst>
                <a:cxn ang="0">
                  <a:pos x="connsiteX0" y="connsiteY0"/>
                </a:cxn>
                <a:cxn ang="0">
                  <a:pos x="connsiteX1" y="connsiteY1"/>
                </a:cxn>
                <a:cxn ang="0">
                  <a:pos x="connsiteX2" y="connsiteY2"/>
                </a:cxn>
              </a:cxnLst>
              <a:rect l="l" t="t" r="r" b="b"/>
              <a:pathLst>
                <a:path w="376761" h="435054">
                  <a:moveTo>
                    <a:pt x="0" y="217742"/>
                  </a:moveTo>
                  <a:lnTo>
                    <a:pt x="376761" y="435054"/>
                  </a:lnTo>
                  <a:lnTo>
                    <a:pt x="376761" y="0"/>
                  </a:lnTo>
                  <a:close/>
                </a:path>
              </a:pathLst>
            </a:custGeom>
            <a:solidFill>
              <a:schemeClr val="bg1"/>
            </a:solidFill>
            <a:ln w="4286" cap="flat">
              <a:solidFill>
                <a:srgbClr val="002DB0"/>
              </a:solidFill>
              <a:prstDash val="solid"/>
              <a:miter/>
            </a:ln>
          </p:spPr>
          <p:txBody>
            <a:bodyPr rtlCol="0" anchor="ctr"/>
            <a:lstStyle/>
            <a:p>
              <a:endParaRPr lang="zh-CN" altLang="en-US"/>
            </a:p>
          </p:txBody>
        </p:sp>
      </p:grpSp>
      <p:sp>
        <p:nvSpPr>
          <p:cNvPr id="97" name="任意多边形: 形状 96"/>
          <p:cNvSpPr/>
          <p:nvPr/>
        </p:nvSpPr>
        <p:spPr>
          <a:xfrm rot="10800000" flipH="1">
            <a:off x="11354073" y="1459037"/>
            <a:ext cx="850728" cy="981746"/>
          </a:xfrm>
          <a:custGeom>
            <a:avLst/>
            <a:gdLst>
              <a:gd name="connsiteX0" fmla="*/ 0 w 609505"/>
              <a:gd name="connsiteY0" fmla="*/ 351472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472"/>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8" name="任意多边形: 形状 97"/>
          <p:cNvSpPr/>
          <p:nvPr/>
        </p:nvSpPr>
        <p:spPr>
          <a:xfrm rot="10800000" flipH="1">
            <a:off x="10503943" y="967865"/>
            <a:ext cx="850129" cy="982345"/>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9" name="任意多边形: 形状 98"/>
          <p:cNvSpPr/>
          <p:nvPr/>
        </p:nvSpPr>
        <p:spPr>
          <a:xfrm rot="10800000" flipH="1">
            <a:off x="9653814" y="47729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0" name="任意多边形: 形状 99"/>
          <p:cNvSpPr/>
          <p:nvPr/>
        </p:nvSpPr>
        <p:spPr>
          <a:xfrm rot="10800000" flipH="1">
            <a:off x="10503943" y="-13883"/>
            <a:ext cx="850129" cy="981746"/>
          </a:xfrm>
          <a:custGeom>
            <a:avLst/>
            <a:gdLst>
              <a:gd name="connsiteX0" fmla="*/ 0 w 609076"/>
              <a:gd name="connsiteY0" fmla="*/ 351473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473"/>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2" name="任意多边形: 形状 101"/>
          <p:cNvSpPr/>
          <p:nvPr/>
        </p:nvSpPr>
        <p:spPr>
          <a:xfrm rot="10800000" flipH="1">
            <a:off x="10503943" y="-995629"/>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3" name="任意多边形: 形状 102"/>
          <p:cNvSpPr/>
          <p:nvPr/>
        </p:nvSpPr>
        <p:spPr>
          <a:xfrm rot="10800000" flipH="1">
            <a:off x="11354073" y="2440783"/>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4" name="任意多边形: 形状 103"/>
          <p:cNvSpPr/>
          <p:nvPr/>
        </p:nvSpPr>
        <p:spPr>
          <a:xfrm rot="10800000" flipH="1">
            <a:off x="11354073" y="47729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5" name="任意多边形: 形状 104"/>
          <p:cNvSpPr/>
          <p:nvPr/>
        </p:nvSpPr>
        <p:spPr>
          <a:xfrm rot="10800000" flipH="1">
            <a:off x="11354073" y="1950210"/>
            <a:ext cx="850728" cy="981746"/>
          </a:xfrm>
          <a:custGeom>
            <a:avLst/>
            <a:gdLst>
              <a:gd name="connsiteX0" fmla="*/ 609505 w 609505"/>
              <a:gd name="connsiteY0" fmla="*/ 351901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8" name="任意多边形: 形状 107"/>
          <p:cNvSpPr/>
          <p:nvPr/>
        </p:nvSpPr>
        <p:spPr>
          <a:xfrm rot="10800000" flipH="1">
            <a:off x="11354073" y="2931957"/>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1" name="任意多边形: 形状 110"/>
          <p:cNvSpPr/>
          <p:nvPr/>
        </p:nvSpPr>
        <p:spPr>
          <a:xfrm rot="10800000" flipH="1">
            <a:off x="11354073" y="-13883"/>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2" name="任意多边形: 形状 111"/>
          <p:cNvSpPr/>
          <p:nvPr/>
        </p:nvSpPr>
        <p:spPr>
          <a:xfrm rot="10800000" flipH="1">
            <a:off x="11531158" y="-1107504"/>
            <a:ext cx="668258" cy="771756"/>
          </a:xfrm>
          <a:custGeom>
            <a:avLst/>
            <a:gdLst>
              <a:gd name="connsiteX0" fmla="*/ 478774 w 478774"/>
              <a:gd name="connsiteY0" fmla="*/ 276463 h 552925"/>
              <a:gd name="connsiteX1" fmla="*/ 0 w 478774"/>
              <a:gd name="connsiteY1" fmla="*/ 0 h 552925"/>
              <a:gd name="connsiteX2" fmla="*/ 0 w 478774"/>
              <a:gd name="connsiteY2" fmla="*/ 552926 h 552925"/>
            </a:gdLst>
            <a:ahLst/>
            <a:cxnLst>
              <a:cxn ang="0">
                <a:pos x="connsiteX0" y="connsiteY0"/>
              </a:cxn>
              <a:cxn ang="0">
                <a:pos x="connsiteX1" y="connsiteY1"/>
              </a:cxn>
              <a:cxn ang="0">
                <a:pos x="connsiteX2" y="connsiteY2"/>
              </a:cxn>
            </a:cxnLst>
            <a:rect l="l" t="t" r="r" b="b"/>
            <a:pathLst>
              <a:path w="478774" h="552925">
                <a:moveTo>
                  <a:pt x="478774" y="276463"/>
                </a:moveTo>
                <a:lnTo>
                  <a:pt x="0" y="0"/>
                </a:lnTo>
                <a:lnTo>
                  <a:pt x="0" y="552926"/>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3" name="任意多边形: 形状 112"/>
          <p:cNvSpPr/>
          <p:nvPr/>
        </p:nvSpPr>
        <p:spPr>
          <a:xfrm rot="10800000" flipH="1">
            <a:off x="10503943" y="-317800"/>
            <a:ext cx="525871" cy="607834"/>
          </a:xfrm>
          <a:custGeom>
            <a:avLst/>
            <a:gdLst>
              <a:gd name="connsiteX0" fmla="*/ 376761 w 376761"/>
              <a:gd name="connsiteY0" fmla="*/ 217742 h 435483"/>
              <a:gd name="connsiteX1" fmla="*/ 0 w 376761"/>
              <a:gd name="connsiteY1" fmla="*/ 0 h 435483"/>
              <a:gd name="connsiteX2" fmla="*/ 0 w 376761"/>
              <a:gd name="connsiteY2" fmla="*/ 435483 h 435483"/>
            </a:gdLst>
            <a:ahLst/>
            <a:cxnLst>
              <a:cxn ang="0">
                <a:pos x="connsiteX0" y="connsiteY0"/>
              </a:cxn>
              <a:cxn ang="0">
                <a:pos x="connsiteX1" y="connsiteY1"/>
              </a:cxn>
              <a:cxn ang="0">
                <a:pos x="connsiteX2" y="connsiteY2"/>
              </a:cxn>
            </a:cxnLst>
            <a:rect l="l" t="t" r="r" b="b"/>
            <a:pathLst>
              <a:path w="376761" h="435483">
                <a:moveTo>
                  <a:pt x="376761" y="217742"/>
                </a:moveTo>
                <a:lnTo>
                  <a:pt x="0" y="0"/>
                </a:lnTo>
                <a:lnTo>
                  <a:pt x="0" y="435483"/>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96" name="任意多边形: 形状 95"/>
          <p:cNvSpPr/>
          <p:nvPr/>
        </p:nvSpPr>
        <p:spPr>
          <a:xfrm rot="10800000" flipH="1">
            <a:off x="10503943" y="195021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1" name="任意多边形: 形状 100"/>
          <p:cNvSpPr/>
          <p:nvPr/>
        </p:nvSpPr>
        <p:spPr>
          <a:xfrm rot="10800000" flipH="1">
            <a:off x="11354073" y="-505055"/>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7" name="任意多边形: 形状 106"/>
          <p:cNvSpPr/>
          <p:nvPr/>
        </p:nvSpPr>
        <p:spPr>
          <a:xfrm rot="10800000" flipH="1">
            <a:off x="11354073" y="342313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9" name="任意多边形: 形状 108"/>
          <p:cNvSpPr/>
          <p:nvPr/>
        </p:nvSpPr>
        <p:spPr>
          <a:xfrm rot="10800000" flipH="1">
            <a:off x="11354073" y="967865"/>
            <a:ext cx="850728" cy="982345"/>
          </a:xfrm>
          <a:custGeom>
            <a:avLst/>
            <a:gdLst>
              <a:gd name="connsiteX0" fmla="*/ 609505 w 609505"/>
              <a:gd name="connsiteY0" fmla="*/ 351901 h 703802"/>
              <a:gd name="connsiteX1" fmla="*/ 0 w 609505"/>
              <a:gd name="connsiteY1" fmla="*/ 0 h 703802"/>
              <a:gd name="connsiteX2" fmla="*/ 0 w 609505"/>
              <a:gd name="connsiteY2" fmla="*/ 703802 h 703802"/>
            </a:gdLst>
            <a:ahLst/>
            <a:cxnLst>
              <a:cxn ang="0">
                <a:pos x="connsiteX0" y="connsiteY0"/>
              </a:cxn>
              <a:cxn ang="0">
                <a:pos x="connsiteX1" y="connsiteY1"/>
              </a:cxn>
              <a:cxn ang="0">
                <a:pos x="connsiteX2" y="connsiteY2"/>
              </a:cxn>
            </a:cxnLst>
            <a:rect l="l" t="t" r="r" b="b"/>
            <a:pathLst>
              <a:path w="609505" h="703802">
                <a:moveTo>
                  <a:pt x="609505" y="351901"/>
                </a:moveTo>
                <a:lnTo>
                  <a:pt x="0" y="0"/>
                </a:lnTo>
                <a:lnTo>
                  <a:pt x="0" y="703802"/>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10" name="任意多边形: 形状 109"/>
          <p:cNvSpPr/>
          <p:nvPr/>
        </p:nvSpPr>
        <p:spPr>
          <a:xfrm rot="10800000" flipH="1">
            <a:off x="10503943" y="477290"/>
            <a:ext cx="850129" cy="981746"/>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6" name="文本框 15"/>
          <p:cNvSpPr txBox="1"/>
          <p:nvPr/>
        </p:nvSpPr>
        <p:spPr>
          <a:xfrm>
            <a:off x="5394526" y="401443"/>
            <a:ext cx="1402948" cy="830997"/>
          </a:xfrm>
          <a:prstGeom prst="rect">
            <a:avLst/>
          </a:prstGeom>
          <a:noFill/>
        </p:spPr>
        <p:txBody>
          <a:bodyPr wrap="none" rtlCol="0">
            <a:spAutoFit/>
          </a:bodyPr>
          <a:lstStyle/>
          <a:p>
            <a:r>
              <a:rPr lang="zh-CN" altLang="en-US" sz="4800" dirty="0">
                <a:solidFill>
                  <a:schemeClr val="tx1">
                    <a:lumMod val="95000"/>
                    <a:lumOff val="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rPr>
              <a:t>目录</a:t>
            </a:r>
            <a:endParaRPr lang="zh-CN" altLang="en-US" sz="4800" dirty="0">
              <a:solidFill>
                <a:schemeClr val="tx1">
                  <a:lumMod val="95000"/>
                  <a:lumOff val="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endParaRPr>
          </a:p>
        </p:txBody>
      </p:sp>
      <p:sp>
        <p:nvSpPr>
          <p:cNvPr id="606" name="文本框 605"/>
          <p:cNvSpPr txBox="1"/>
          <p:nvPr/>
        </p:nvSpPr>
        <p:spPr>
          <a:xfrm>
            <a:off x="5251057" y="1208106"/>
            <a:ext cx="1689886" cy="400110"/>
          </a:xfrm>
          <a:prstGeom prst="rect">
            <a:avLst/>
          </a:prstGeom>
          <a:noFill/>
        </p:spPr>
        <p:txBody>
          <a:bodyPr wrap="none" rtlCol="0">
            <a:spAutoFit/>
          </a:bodyPr>
          <a:lstStyle/>
          <a:p>
            <a:r>
              <a:rPr lang="en-US" altLang="zh-CN" sz="2000" dirty="0">
                <a:gradFill flip="none" rotWithShape="1">
                  <a:gsLst>
                    <a:gs pos="0">
                      <a:srgbClr val="002DB0"/>
                    </a:gs>
                    <a:gs pos="55000">
                      <a:srgbClr val="002DB0">
                        <a:alpha val="19000"/>
                      </a:srgbClr>
                    </a:gs>
                    <a:gs pos="83000">
                      <a:srgbClr val="002DB0">
                        <a:alpha val="0"/>
                      </a:srgbClr>
                    </a:gs>
                  </a:gsLst>
                  <a:lin ang="5400000" scaled="1"/>
                  <a:tileRect/>
                </a:gradFill>
                <a:latin typeface="MiSans Heavy" panose="00000A00000000000000" pitchFamily="2" charset="-122"/>
                <a:ea typeface="MiSans Heavy" panose="00000A00000000000000" pitchFamily="2" charset="-122"/>
              </a:rPr>
              <a:t>CONTENTS</a:t>
            </a:r>
            <a:endParaRPr lang="zh-CN" altLang="en-US" sz="2000" dirty="0">
              <a:gradFill flip="none" rotWithShape="1">
                <a:gsLst>
                  <a:gs pos="0">
                    <a:srgbClr val="002DB0"/>
                  </a:gs>
                  <a:gs pos="55000">
                    <a:srgbClr val="002DB0">
                      <a:alpha val="19000"/>
                    </a:srgbClr>
                  </a:gs>
                  <a:gs pos="83000">
                    <a:srgbClr val="002DB0">
                      <a:alpha val="0"/>
                    </a:srgbClr>
                  </a:gs>
                </a:gsLst>
                <a:lin ang="5400000" scaled="1"/>
                <a:tileRect/>
              </a:gradFill>
              <a:latin typeface="MiSans Heavy" panose="00000A00000000000000" pitchFamily="2" charset="-122"/>
              <a:ea typeface="MiSans Heavy" panose="00000A00000000000000" pitchFamily="2" charset="-122"/>
            </a:endParaRPr>
          </a:p>
        </p:txBody>
      </p:sp>
      <p:grpSp>
        <p:nvGrpSpPr>
          <p:cNvPr id="11" name="组合 10"/>
          <p:cNvGrpSpPr/>
          <p:nvPr/>
        </p:nvGrpSpPr>
        <p:grpSpPr>
          <a:xfrm>
            <a:off x="2179499" y="2144912"/>
            <a:ext cx="7833002" cy="693340"/>
            <a:chOff x="2012070" y="2094112"/>
            <a:chExt cx="7833002" cy="693340"/>
          </a:xfrm>
        </p:grpSpPr>
        <p:grpSp>
          <p:nvGrpSpPr>
            <p:cNvPr id="5" name="组合 4"/>
            <p:cNvGrpSpPr/>
            <p:nvPr/>
          </p:nvGrpSpPr>
          <p:grpSpPr>
            <a:xfrm>
              <a:off x="2012070" y="2094112"/>
              <a:ext cx="3777654" cy="693340"/>
              <a:chOff x="1846970" y="2928398"/>
              <a:chExt cx="3777654" cy="693340"/>
            </a:xfrm>
          </p:grpSpPr>
          <p:sp>
            <p:nvSpPr>
              <p:cNvPr id="593" name="矩形: 剪去对角 592"/>
              <p:cNvSpPr/>
              <p:nvPr/>
            </p:nvSpPr>
            <p:spPr>
              <a:xfrm>
                <a:off x="1846970" y="2928398"/>
                <a:ext cx="3777654"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604" name="任意多边形: 形状 603"/>
              <p:cNvSpPr/>
              <p:nvPr/>
            </p:nvSpPr>
            <p:spPr>
              <a:xfrm>
                <a:off x="2922836" y="3025407"/>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2" name="文本框 1"/>
              <p:cNvSpPr txBox="1"/>
              <p:nvPr/>
            </p:nvSpPr>
            <p:spPr>
              <a:xfrm>
                <a:off x="3453309" y="3075012"/>
                <a:ext cx="697627" cy="400110"/>
              </a:xfrm>
              <a:prstGeom prst="rect">
                <a:avLst/>
              </a:prstGeom>
              <a:noFill/>
            </p:spPr>
            <p:txBody>
              <a:bodyPr wrap="none" rtlCol="0">
                <a:spAutoFit/>
              </a:bodyPr>
              <a:lstStyle/>
              <a:p>
                <a:r>
                  <a:rPr lang="zh-CN" altLang="en-US" sz="2000" b="1" dirty="0">
                    <a:solidFill>
                      <a:schemeClr val="tx1">
                        <a:lumMod val="95000"/>
                        <a:lumOff val="5000"/>
                      </a:schemeClr>
                    </a:solidFill>
                  </a:rPr>
                  <a:t>背景</a:t>
                </a:r>
                <a:endParaRPr lang="zh-CN" altLang="en-US" sz="2000" b="1" dirty="0">
                  <a:solidFill>
                    <a:schemeClr val="tx1">
                      <a:lumMod val="95000"/>
                      <a:lumOff val="5000"/>
                    </a:schemeClr>
                  </a:solidFill>
                </a:endParaRPr>
              </a:p>
            </p:txBody>
          </p:sp>
          <p:sp>
            <p:nvSpPr>
              <p:cNvPr id="3" name="文本框 2"/>
              <p:cNvSpPr txBox="1"/>
              <p:nvPr/>
            </p:nvSpPr>
            <p:spPr>
              <a:xfrm>
                <a:off x="2181828" y="3025407"/>
                <a:ext cx="62068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01</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nvGrpSpPr>
            <p:cNvPr id="6" name="组合 5"/>
            <p:cNvGrpSpPr/>
            <p:nvPr/>
          </p:nvGrpSpPr>
          <p:grpSpPr>
            <a:xfrm>
              <a:off x="6067418" y="2094112"/>
              <a:ext cx="3777654" cy="693340"/>
              <a:chOff x="1846970" y="2928398"/>
              <a:chExt cx="3777654" cy="693340"/>
            </a:xfrm>
          </p:grpSpPr>
          <p:sp>
            <p:nvSpPr>
              <p:cNvPr id="7" name="矩形: 剪去对角 6"/>
              <p:cNvSpPr/>
              <p:nvPr/>
            </p:nvSpPr>
            <p:spPr>
              <a:xfrm>
                <a:off x="1846970" y="2928398"/>
                <a:ext cx="3777654"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8" name="任意多边形: 形状 7" descr="D:\51PPT模板网\51pptmoban.com\图片.jpg"/>
              <p:cNvSpPr/>
              <p:nvPr/>
            </p:nvSpPr>
            <p:spPr>
              <a:xfrm>
                <a:off x="2922836" y="3025407"/>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9" name="文本框 8"/>
              <p:cNvSpPr txBox="1"/>
              <p:nvPr/>
            </p:nvSpPr>
            <p:spPr>
              <a:xfrm>
                <a:off x="3453309" y="3075012"/>
                <a:ext cx="1210588" cy="400110"/>
              </a:xfrm>
              <a:prstGeom prst="rect">
                <a:avLst/>
              </a:prstGeom>
              <a:noFill/>
            </p:spPr>
            <p:txBody>
              <a:bodyPr wrap="none" rtlCol="0">
                <a:spAutoFit/>
              </a:bodyPr>
              <a:lstStyle/>
              <a:p>
                <a:r>
                  <a:rPr lang="zh-CN" altLang="en-US" sz="2000" b="1" dirty="0">
                    <a:solidFill>
                      <a:schemeClr val="tx1">
                        <a:lumMod val="95000"/>
                        <a:lumOff val="5000"/>
                      </a:schemeClr>
                    </a:solidFill>
                  </a:rPr>
                  <a:t>伦理分析</a:t>
                </a:r>
                <a:endParaRPr lang="zh-CN" altLang="en-US" sz="2000" b="1" dirty="0">
                  <a:solidFill>
                    <a:schemeClr val="tx1">
                      <a:lumMod val="95000"/>
                      <a:lumOff val="5000"/>
                    </a:schemeClr>
                  </a:solidFill>
                </a:endParaRPr>
              </a:p>
            </p:txBody>
          </p:sp>
          <p:sp>
            <p:nvSpPr>
              <p:cNvPr id="10" name="文本框 9"/>
              <p:cNvSpPr txBox="1"/>
              <p:nvPr/>
            </p:nvSpPr>
            <p:spPr>
              <a:xfrm>
                <a:off x="2181828" y="3025407"/>
                <a:ext cx="662361"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02</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grpSp>
        <p:nvGrpSpPr>
          <p:cNvPr id="12" name="组合 11"/>
          <p:cNvGrpSpPr/>
          <p:nvPr/>
        </p:nvGrpSpPr>
        <p:grpSpPr>
          <a:xfrm>
            <a:off x="2179499" y="4065429"/>
            <a:ext cx="7833002" cy="693340"/>
            <a:chOff x="2012070" y="2094112"/>
            <a:chExt cx="7833002" cy="693340"/>
          </a:xfrm>
        </p:grpSpPr>
        <p:grpSp>
          <p:nvGrpSpPr>
            <p:cNvPr id="13" name="组合 12"/>
            <p:cNvGrpSpPr/>
            <p:nvPr/>
          </p:nvGrpSpPr>
          <p:grpSpPr>
            <a:xfrm>
              <a:off x="2012070" y="2094112"/>
              <a:ext cx="3777654" cy="693340"/>
              <a:chOff x="1846970" y="2928398"/>
              <a:chExt cx="3777654" cy="693340"/>
            </a:xfrm>
          </p:grpSpPr>
          <p:sp>
            <p:nvSpPr>
              <p:cNvPr id="20" name="矩形: 剪去对角 19"/>
              <p:cNvSpPr/>
              <p:nvPr/>
            </p:nvSpPr>
            <p:spPr>
              <a:xfrm>
                <a:off x="1846970" y="2928398"/>
                <a:ext cx="3777654"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21" name="任意多边形: 形状 20" descr="D:\51PPT模板网\51pptmoban.com\图片.jpg"/>
              <p:cNvSpPr/>
              <p:nvPr/>
            </p:nvSpPr>
            <p:spPr>
              <a:xfrm>
                <a:off x="2922836" y="3025407"/>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22" name="文本框 21"/>
              <p:cNvSpPr txBox="1"/>
              <p:nvPr/>
            </p:nvSpPr>
            <p:spPr>
              <a:xfrm>
                <a:off x="3453309" y="3075012"/>
                <a:ext cx="1467068" cy="400110"/>
              </a:xfrm>
              <a:prstGeom prst="rect">
                <a:avLst/>
              </a:prstGeom>
              <a:noFill/>
            </p:spPr>
            <p:txBody>
              <a:bodyPr wrap="none" rtlCol="0">
                <a:spAutoFit/>
              </a:bodyPr>
              <a:lstStyle/>
              <a:p>
                <a:r>
                  <a:rPr lang="zh-CN" altLang="en-US" sz="2000" b="1" dirty="0">
                    <a:solidFill>
                      <a:schemeClr val="tx1">
                        <a:lumMod val="95000"/>
                        <a:lumOff val="5000"/>
                      </a:schemeClr>
                    </a:solidFill>
                  </a:rPr>
                  <a:t>法律与监管</a:t>
                </a:r>
                <a:endParaRPr lang="zh-CN" altLang="en-US" sz="2000" b="1" dirty="0">
                  <a:solidFill>
                    <a:schemeClr val="tx1">
                      <a:lumMod val="95000"/>
                      <a:lumOff val="5000"/>
                    </a:schemeClr>
                  </a:solidFill>
                </a:endParaRPr>
              </a:p>
            </p:txBody>
          </p:sp>
          <p:sp>
            <p:nvSpPr>
              <p:cNvPr id="23" name="文本框 22"/>
              <p:cNvSpPr txBox="1"/>
              <p:nvPr/>
            </p:nvSpPr>
            <p:spPr>
              <a:xfrm>
                <a:off x="2181828" y="3025407"/>
                <a:ext cx="662361"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03</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nvGrpSpPr>
            <p:cNvPr id="14" name="组合 13"/>
            <p:cNvGrpSpPr/>
            <p:nvPr/>
          </p:nvGrpSpPr>
          <p:grpSpPr>
            <a:xfrm>
              <a:off x="6067418" y="2094112"/>
              <a:ext cx="3777654" cy="693340"/>
              <a:chOff x="1846970" y="2928398"/>
              <a:chExt cx="3777654" cy="693340"/>
            </a:xfrm>
          </p:grpSpPr>
          <p:sp>
            <p:nvSpPr>
              <p:cNvPr id="15" name="矩形: 剪去对角 14"/>
              <p:cNvSpPr/>
              <p:nvPr/>
            </p:nvSpPr>
            <p:spPr>
              <a:xfrm>
                <a:off x="1846970" y="2928398"/>
                <a:ext cx="3777654"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7" name="任意多边形: 形状 16"/>
              <p:cNvSpPr/>
              <p:nvPr/>
            </p:nvSpPr>
            <p:spPr>
              <a:xfrm>
                <a:off x="2922836" y="3025407"/>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8" name="文本框 17"/>
              <p:cNvSpPr txBox="1"/>
              <p:nvPr/>
            </p:nvSpPr>
            <p:spPr>
              <a:xfrm>
                <a:off x="3453309" y="3075012"/>
                <a:ext cx="1980029" cy="400110"/>
              </a:xfrm>
              <a:prstGeom prst="rect">
                <a:avLst/>
              </a:prstGeom>
              <a:noFill/>
            </p:spPr>
            <p:txBody>
              <a:bodyPr wrap="none" rtlCol="0">
                <a:spAutoFit/>
              </a:bodyPr>
              <a:lstStyle/>
              <a:p>
                <a:r>
                  <a:rPr lang="zh-CN" altLang="en-US" sz="2000" b="1" dirty="0">
                    <a:solidFill>
                      <a:schemeClr val="tx1">
                        <a:lumMod val="95000"/>
                        <a:lumOff val="5000"/>
                      </a:schemeClr>
                    </a:solidFill>
                  </a:rPr>
                  <a:t>社会影响与责任</a:t>
                </a:r>
                <a:endParaRPr lang="zh-CN" altLang="en-US" sz="2000" b="1" dirty="0">
                  <a:solidFill>
                    <a:schemeClr val="tx1">
                      <a:lumMod val="95000"/>
                      <a:lumOff val="5000"/>
                    </a:schemeClr>
                  </a:solidFill>
                </a:endParaRPr>
              </a:p>
            </p:txBody>
          </p:sp>
          <p:sp>
            <p:nvSpPr>
              <p:cNvPr id="19" name="文本框 18"/>
              <p:cNvSpPr txBox="1"/>
              <p:nvPr/>
            </p:nvSpPr>
            <p:spPr>
              <a:xfrm>
                <a:off x="2181828" y="3025407"/>
                <a:ext cx="670376"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04</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图形 13"/>
          <p:cNvGrpSpPr/>
          <p:nvPr/>
        </p:nvGrpSpPr>
        <p:grpSpPr>
          <a:xfrm flipV="1">
            <a:off x="-24272" y="4739259"/>
            <a:ext cx="1827657" cy="3245548"/>
            <a:chOff x="1619011" y="5026485"/>
            <a:chExt cx="1827657" cy="3245548"/>
          </a:xfrm>
        </p:grpSpPr>
        <p:sp>
          <p:nvSpPr>
            <p:cNvPr id="72" name="任意多边形: 形状 71"/>
            <p:cNvSpPr/>
            <p:nvPr/>
          </p:nvSpPr>
          <p:spPr>
            <a:xfrm>
              <a:off x="2228516" y="7216758"/>
              <a:ext cx="609076" cy="703802"/>
            </a:xfrm>
            <a:custGeom>
              <a:avLst/>
              <a:gdLst>
                <a:gd name="connsiteX0" fmla="*/ 609076 w 609076"/>
                <a:gd name="connsiteY0" fmla="*/ 351902 h 703802"/>
                <a:gd name="connsiteX1" fmla="*/ 0 w 609076"/>
                <a:gd name="connsiteY1" fmla="*/ 0 h 703802"/>
                <a:gd name="connsiteX2" fmla="*/ 0 w 609076"/>
                <a:gd name="connsiteY2" fmla="*/ 703803 h 703802"/>
              </a:gdLst>
              <a:ahLst/>
              <a:cxnLst>
                <a:cxn ang="0">
                  <a:pos x="connsiteX0" y="connsiteY0"/>
                </a:cxn>
                <a:cxn ang="0">
                  <a:pos x="connsiteX1" y="connsiteY1"/>
                </a:cxn>
                <a:cxn ang="0">
                  <a:pos x="connsiteX2" y="connsiteY2"/>
                </a:cxn>
              </a:cxnLst>
              <a:rect l="l" t="t" r="r" b="b"/>
              <a:pathLst>
                <a:path w="609076" h="703802">
                  <a:moveTo>
                    <a:pt x="609076" y="351902"/>
                  </a:moveTo>
                  <a:lnTo>
                    <a:pt x="0" y="0"/>
                  </a:lnTo>
                  <a:lnTo>
                    <a:pt x="0" y="703803"/>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3" name="任意多边形: 形状 72"/>
            <p:cNvSpPr/>
            <p:nvPr/>
          </p:nvSpPr>
          <p:spPr>
            <a:xfrm>
              <a:off x="1619011" y="6865286"/>
              <a:ext cx="609504" cy="703374"/>
            </a:xfrm>
            <a:custGeom>
              <a:avLst/>
              <a:gdLst>
                <a:gd name="connsiteX0" fmla="*/ 609505 w 609504"/>
                <a:gd name="connsiteY0" fmla="*/ 351473 h 703374"/>
                <a:gd name="connsiteX1" fmla="*/ 0 w 609504"/>
                <a:gd name="connsiteY1" fmla="*/ 0 h 703374"/>
                <a:gd name="connsiteX2" fmla="*/ 0 w 609504"/>
                <a:gd name="connsiteY2" fmla="*/ 703374 h 703374"/>
              </a:gdLst>
              <a:ahLst/>
              <a:cxnLst>
                <a:cxn ang="0">
                  <a:pos x="connsiteX0" y="connsiteY0"/>
                </a:cxn>
                <a:cxn ang="0">
                  <a:pos x="connsiteX1" y="connsiteY1"/>
                </a:cxn>
                <a:cxn ang="0">
                  <a:pos x="connsiteX2" y="connsiteY2"/>
                </a:cxn>
              </a:cxnLst>
              <a:rect l="l" t="t" r="r" b="b"/>
              <a:pathLst>
                <a:path w="609504" h="703374">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4" name="任意多边形: 形状 73"/>
            <p:cNvSpPr/>
            <p:nvPr/>
          </p:nvSpPr>
          <p:spPr>
            <a:xfrm>
              <a:off x="2228516" y="6513385"/>
              <a:ext cx="609076" cy="703373"/>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5" name="任意多边形: 形状 74"/>
            <p:cNvSpPr/>
            <p:nvPr/>
          </p:nvSpPr>
          <p:spPr>
            <a:xfrm>
              <a:off x="2837592" y="6161484"/>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76" name="任意多边形: 形状 75"/>
            <p:cNvSpPr/>
            <p:nvPr/>
          </p:nvSpPr>
          <p:spPr>
            <a:xfrm>
              <a:off x="2228516" y="5810011"/>
              <a:ext cx="609076" cy="703373"/>
            </a:xfrm>
            <a:custGeom>
              <a:avLst/>
              <a:gdLst>
                <a:gd name="connsiteX0" fmla="*/ 609076 w 609076"/>
                <a:gd name="connsiteY0" fmla="*/ 351473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7" name="任意多边形: 形状 76"/>
            <p:cNvSpPr/>
            <p:nvPr/>
          </p:nvSpPr>
          <p:spPr>
            <a:xfrm>
              <a:off x="1619011" y="545811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8" name="任意多边形: 形状 77"/>
            <p:cNvSpPr/>
            <p:nvPr/>
          </p:nvSpPr>
          <p:spPr>
            <a:xfrm>
              <a:off x="2228516" y="5106209"/>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9" name="任意多边形: 形状 78"/>
            <p:cNvSpPr/>
            <p:nvPr/>
          </p:nvSpPr>
          <p:spPr>
            <a:xfrm>
              <a:off x="1619011" y="756866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0" name="任意多边形: 形状 79"/>
            <p:cNvSpPr/>
            <p:nvPr/>
          </p:nvSpPr>
          <p:spPr>
            <a:xfrm>
              <a:off x="1619011" y="6161484"/>
              <a:ext cx="609504" cy="703802"/>
            </a:xfrm>
            <a:custGeom>
              <a:avLst/>
              <a:gdLst>
                <a:gd name="connsiteX0" fmla="*/ 609505 w 609504"/>
                <a:gd name="connsiteY0" fmla="*/ 351901 h 703802"/>
                <a:gd name="connsiteX1" fmla="*/ 0 w 609504"/>
                <a:gd name="connsiteY1" fmla="*/ 0 h 703802"/>
                <a:gd name="connsiteX2" fmla="*/ 0 w 609504"/>
                <a:gd name="connsiteY2" fmla="*/ 703802 h 703802"/>
              </a:gdLst>
              <a:ahLst/>
              <a:cxnLst>
                <a:cxn ang="0">
                  <a:pos x="connsiteX0" y="connsiteY0"/>
                </a:cxn>
                <a:cxn ang="0">
                  <a:pos x="connsiteX1" y="connsiteY1"/>
                </a:cxn>
                <a:cxn ang="0">
                  <a:pos x="connsiteX2" y="connsiteY2"/>
                </a:cxn>
              </a:cxnLst>
              <a:rect l="l" t="t" r="r" b="b"/>
              <a:pathLst>
                <a:path w="609504" h="703802">
                  <a:moveTo>
                    <a:pt x="609505"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1" name="任意多边形: 形状 80"/>
            <p:cNvSpPr/>
            <p:nvPr/>
          </p:nvSpPr>
          <p:spPr>
            <a:xfrm>
              <a:off x="1619011" y="7216758"/>
              <a:ext cx="609504" cy="703802"/>
            </a:xfrm>
            <a:custGeom>
              <a:avLst/>
              <a:gdLst>
                <a:gd name="connsiteX0" fmla="*/ 0 w 609504"/>
                <a:gd name="connsiteY0" fmla="*/ 351902 h 703802"/>
                <a:gd name="connsiteX1" fmla="*/ 609505 w 609504"/>
                <a:gd name="connsiteY1" fmla="*/ 703803 h 703802"/>
                <a:gd name="connsiteX2" fmla="*/ 609505 w 609504"/>
                <a:gd name="connsiteY2" fmla="*/ 0 h 703802"/>
              </a:gdLst>
              <a:ahLst/>
              <a:cxnLst>
                <a:cxn ang="0">
                  <a:pos x="connsiteX0" y="connsiteY0"/>
                </a:cxn>
                <a:cxn ang="0">
                  <a:pos x="connsiteX1" y="connsiteY1"/>
                </a:cxn>
                <a:cxn ang="0">
                  <a:pos x="connsiteX2" y="connsiteY2"/>
                </a:cxn>
              </a:cxnLst>
              <a:rect l="l" t="t" r="r" b="b"/>
              <a:pathLst>
                <a:path w="609504" h="703802">
                  <a:moveTo>
                    <a:pt x="0" y="351902"/>
                  </a:moveTo>
                  <a:lnTo>
                    <a:pt x="609505" y="703803"/>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5" name="任意多边形: 形状 84"/>
            <p:cNvSpPr/>
            <p:nvPr/>
          </p:nvSpPr>
          <p:spPr>
            <a:xfrm>
              <a:off x="1619011" y="6513385"/>
              <a:ext cx="609504" cy="703373"/>
            </a:xfrm>
            <a:custGeom>
              <a:avLst/>
              <a:gdLst>
                <a:gd name="connsiteX0" fmla="*/ 0 w 609504"/>
                <a:gd name="connsiteY0" fmla="*/ 351901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6" name="任意多边形: 形状 85"/>
            <p:cNvSpPr/>
            <p:nvPr/>
          </p:nvSpPr>
          <p:spPr>
            <a:xfrm>
              <a:off x="2228516" y="6161484"/>
              <a:ext cx="609076" cy="703802"/>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7" name="任意多边形: 形状 86"/>
            <p:cNvSpPr/>
            <p:nvPr/>
          </p:nvSpPr>
          <p:spPr>
            <a:xfrm>
              <a:off x="1619011" y="5810011"/>
              <a:ext cx="609504" cy="703373"/>
            </a:xfrm>
            <a:custGeom>
              <a:avLst/>
              <a:gdLst>
                <a:gd name="connsiteX0" fmla="*/ 0 w 609504"/>
                <a:gd name="connsiteY0" fmla="*/ 351473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473"/>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8" name="任意多边形: 形状 87"/>
            <p:cNvSpPr/>
            <p:nvPr/>
          </p:nvSpPr>
          <p:spPr>
            <a:xfrm>
              <a:off x="1622868" y="5026485"/>
              <a:ext cx="478774" cy="552926"/>
            </a:xfrm>
            <a:custGeom>
              <a:avLst/>
              <a:gdLst>
                <a:gd name="connsiteX0" fmla="*/ 0 w 478774"/>
                <a:gd name="connsiteY0" fmla="*/ 276463 h 552926"/>
                <a:gd name="connsiteX1" fmla="*/ 478774 w 478774"/>
                <a:gd name="connsiteY1" fmla="*/ 552926 h 552926"/>
                <a:gd name="connsiteX2" fmla="*/ 478774 w 478774"/>
                <a:gd name="connsiteY2" fmla="*/ 0 h 552926"/>
              </a:gdLst>
              <a:ahLst/>
              <a:cxnLst>
                <a:cxn ang="0">
                  <a:pos x="connsiteX0" y="connsiteY0"/>
                </a:cxn>
                <a:cxn ang="0">
                  <a:pos x="connsiteX1" y="connsiteY1"/>
                </a:cxn>
                <a:cxn ang="0">
                  <a:pos x="connsiteX2" y="connsiteY2"/>
                </a:cxn>
              </a:cxnLst>
              <a:rect l="l" t="t" r="r" b="b"/>
              <a:pathLst>
                <a:path w="478774" h="552926">
                  <a:moveTo>
                    <a:pt x="0" y="276463"/>
                  </a:moveTo>
                  <a:lnTo>
                    <a:pt x="478774" y="552926"/>
                  </a:lnTo>
                  <a:lnTo>
                    <a:pt x="478774"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9" name="任意多边形: 形状 88"/>
            <p:cNvSpPr/>
            <p:nvPr/>
          </p:nvSpPr>
          <p:spPr>
            <a:xfrm>
              <a:off x="2460830" y="5592270"/>
              <a:ext cx="376761" cy="435054"/>
            </a:xfrm>
            <a:custGeom>
              <a:avLst/>
              <a:gdLst>
                <a:gd name="connsiteX0" fmla="*/ 0 w 376761"/>
                <a:gd name="connsiteY0" fmla="*/ 217742 h 435054"/>
                <a:gd name="connsiteX1" fmla="*/ 376761 w 376761"/>
                <a:gd name="connsiteY1" fmla="*/ 435054 h 435054"/>
                <a:gd name="connsiteX2" fmla="*/ 376761 w 376761"/>
                <a:gd name="connsiteY2" fmla="*/ 0 h 435054"/>
              </a:gdLst>
              <a:ahLst/>
              <a:cxnLst>
                <a:cxn ang="0">
                  <a:pos x="connsiteX0" y="connsiteY0"/>
                </a:cxn>
                <a:cxn ang="0">
                  <a:pos x="connsiteX1" y="connsiteY1"/>
                </a:cxn>
                <a:cxn ang="0">
                  <a:pos x="connsiteX2" y="connsiteY2"/>
                </a:cxn>
              </a:cxnLst>
              <a:rect l="l" t="t" r="r" b="b"/>
              <a:pathLst>
                <a:path w="376761" h="435054">
                  <a:moveTo>
                    <a:pt x="0" y="217742"/>
                  </a:moveTo>
                  <a:lnTo>
                    <a:pt x="376761" y="435054"/>
                  </a:lnTo>
                  <a:lnTo>
                    <a:pt x="376761" y="0"/>
                  </a:lnTo>
                  <a:close/>
                </a:path>
              </a:pathLst>
            </a:custGeom>
            <a:solidFill>
              <a:schemeClr val="bg1"/>
            </a:solidFill>
            <a:ln w="4286" cap="flat">
              <a:solidFill>
                <a:srgbClr val="002DB0"/>
              </a:solidFill>
              <a:prstDash val="solid"/>
              <a:miter/>
            </a:ln>
          </p:spPr>
          <p:txBody>
            <a:bodyPr rtlCol="0" anchor="ctr"/>
            <a:lstStyle/>
            <a:p>
              <a:endParaRPr lang="zh-CN" altLang="en-US"/>
            </a:p>
          </p:txBody>
        </p:sp>
      </p:grpSp>
      <p:sp>
        <p:nvSpPr>
          <p:cNvPr id="97" name="任意多边形: 形状 96"/>
          <p:cNvSpPr/>
          <p:nvPr/>
        </p:nvSpPr>
        <p:spPr>
          <a:xfrm rot="10800000" flipH="1">
            <a:off x="11354073" y="1459037"/>
            <a:ext cx="850728" cy="981746"/>
          </a:xfrm>
          <a:custGeom>
            <a:avLst/>
            <a:gdLst>
              <a:gd name="connsiteX0" fmla="*/ 0 w 609505"/>
              <a:gd name="connsiteY0" fmla="*/ 351472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472"/>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8" name="任意多边形: 形状 97" descr="D:\51PPT模板网\51pptmoban.com\图片.jpg"/>
          <p:cNvSpPr/>
          <p:nvPr/>
        </p:nvSpPr>
        <p:spPr>
          <a:xfrm rot="10800000" flipH="1">
            <a:off x="10503943" y="967865"/>
            <a:ext cx="850129" cy="982345"/>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9" name="任意多边形: 形状 98" descr="D:\51PPT模板网\51pptmoban.com\图片.jpg"/>
          <p:cNvSpPr/>
          <p:nvPr/>
        </p:nvSpPr>
        <p:spPr>
          <a:xfrm rot="10800000" flipH="1">
            <a:off x="9653814" y="47729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0" name="任意多边形: 形状 99" descr="D:\51PPT模板网\51pptmoban.com\图片.jpg"/>
          <p:cNvSpPr/>
          <p:nvPr/>
        </p:nvSpPr>
        <p:spPr>
          <a:xfrm rot="10800000" flipH="1">
            <a:off x="10503943" y="-13883"/>
            <a:ext cx="850129" cy="981746"/>
          </a:xfrm>
          <a:custGeom>
            <a:avLst/>
            <a:gdLst>
              <a:gd name="connsiteX0" fmla="*/ 0 w 609076"/>
              <a:gd name="connsiteY0" fmla="*/ 351473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473"/>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2" name="任意多边形: 形状 101"/>
          <p:cNvSpPr/>
          <p:nvPr/>
        </p:nvSpPr>
        <p:spPr>
          <a:xfrm rot="10800000" flipH="1">
            <a:off x="10503943" y="-995629"/>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3" name="任意多边形: 形状 102"/>
          <p:cNvSpPr/>
          <p:nvPr/>
        </p:nvSpPr>
        <p:spPr>
          <a:xfrm rot="10800000" flipH="1">
            <a:off x="11354073" y="2440783"/>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4" name="任意多边形: 形状 103" descr="D:\51PPT模板网\51pptmoban.com\图片.jpg"/>
          <p:cNvSpPr/>
          <p:nvPr/>
        </p:nvSpPr>
        <p:spPr>
          <a:xfrm rot="10800000" flipH="1">
            <a:off x="11354073" y="47729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5" name="任意多边形: 形状 104"/>
          <p:cNvSpPr/>
          <p:nvPr/>
        </p:nvSpPr>
        <p:spPr>
          <a:xfrm rot="10800000" flipH="1">
            <a:off x="11354073" y="1950210"/>
            <a:ext cx="850728" cy="981746"/>
          </a:xfrm>
          <a:custGeom>
            <a:avLst/>
            <a:gdLst>
              <a:gd name="connsiteX0" fmla="*/ 609505 w 609505"/>
              <a:gd name="connsiteY0" fmla="*/ 351901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8" name="任意多边形: 形状 107"/>
          <p:cNvSpPr/>
          <p:nvPr/>
        </p:nvSpPr>
        <p:spPr>
          <a:xfrm rot="10800000" flipH="1">
            <a:off x="11354073" y="2931957"/>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1" name="任意多边形: 形状 110" descr="D:\51PPT模板网\51pptmoban.com\图片.jpg"/>
          <p:cNvSpPr/>
          <p:nvPr/>
        </p:nvSpPr>
        <p:spPr>
          <a:xfrm rot="10800000" flipH="1">
            <a:off x="11354073" y="-13883"/>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2" name="任意多边形: 形状 111"/>
          <p:cNvSpPr/>
          <p:nvPr/>
        </p:nvSpPr>
        <p:spPr>
          <a:xfrm rot="10800000" flipH="1">
            <a:off x="11531158" y="-1107504"/>
            <a:ext cx="668258" cy="771756"/>
          </a:xfrm>
          <a:custGeom>
            <a:avLst/>
            <a:gdLst>
              <a:gd name="connsiteX0" fmla="*/ 478774 w 478774"/>
              <a:gd name="connsiteY0" fmla="*/ 276463 h 552925"/>
              <a:gd name="connsiteX1" fmla="*/ 0 w 478774"/>
              <a:gd name="connsiteY1" fmla="*/ 0 h 552925"/>
              <a:gd name="connsiteX2" fmla="*/ 0 w 478774"/>
              <a:gd name="connsiteY2" fmla="*/ 552926 h 552925"/>
            </a:gdLst>
            <a:ahLst/>
            <a:cxnLst>
              <a:cxn ang="0">
                <a:pos x="connsiteX0" y="connsiteY0"/>
              </a:cxn>
              <a:cxn ang="0">
                <a:pos x="connsiteX1" y="connsiteY1"/>
              </a:cxn>
              <a:cxn ang="0">
                <a:pos x="connsiteX2" y="connsiteY2"/>
              </a:cxn>
            </a:cxnLst>
            <a:rect l="l" t="t" r="r" b="b"/>
            <a:pathLst>
              <a:path w="478774" h="552925">
                <a:moveTo>
                  <a:pt x="478774" y="276463"/>
                </a:moveTo>
                <a:lnTo>
                  <a:pt x="0" y="0"/>
                </a:lnTo>
                <a:lnTo>
                  <a:pt x="0" y="552926"/>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3" name="任意多边形: 形状 112" descr="D:\51PPT模板网\51pptmoban.com\图片.jpg"/>
          <p:cNvSpPr/>
          <p:nvPr/>
        </p:nvSpPr>
        <p:spPr>
          <a:xfrm rot="10800000" flipH="1">
            <a:off x="10503943" y="-317800"/>
            <a:ext cx="525871" cy="607834"/>
          </a:xfrm>
          <a:custGeom>
            <a:avLst/>
            <a:gdLst>
              <a:gd name="connsiteX0" fmla="*/ 376761 w 376761"/>
              <a:gd name="connsiteY0" fmla="*/ 217742 h 435483"/>
              <a:gd name="connsiteX1" fmla="*/ 0 w 376761"/>
              <a:gd name="connsiteY1" fmla="*/ 0 h 435483"/>
              <a:gd name="connsiteX2" fmla="*/ 0 w 376761"/>
              <a:gd name="connsiteY2" fmla="*/ 435483 h 435483"/>
            </a:gdLst>
            <a:ahLst/>
            <a:cxnLst>
              <a:cxn ang="0">
                <a:pos x="connsiteX0" y="connsiteY0"/>
              </a:cxn>
              <a:cxn ang="0">
                <a:pos x="connsiteX1" y="connsiteY1"/>
              </a:cxn>
              <a:cxn ang="0">
                <a:pos x="connsiteX2" y="connsiteY2"/>
              </a:cxn>
            </a:cxnLst>
            <a:rect l="l" t="t" r="r" b="b"/>
            <a:pathLst>
              <a:path w="376761" h="435483">
                <a:moveTo>
                  <a:pt x="376761" y="217742"/>
                </a:moveTo>
                <a:lnTo>
                  <a:pt x="0" y="0"/>
                </a:lnTo>
                <a:lnTo>
                  <a:pt x="0" y="435483"/>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96" name="任意多边形: 形状 95"/>
          <p:cNvSpPr/>
          <p:nvPr/>
        </p:nvSpPr>
        <p:spPr>
          <a:xfrm rot="10800000" flipH="1">
            <a:off x="10503943" y="195021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1" name="任意多边形: 形状 100" descr="D:\51PPT模板网\51pptmoban.com\图片.jpg"/>
          <p:cNvSpPr/>
          <p:nvPr/>
        </p:nvSpPr>
        <p:spPr>
          <a:xfrm rot="10800000" flipH="1">
            <a:off x="11354073" y="-505055"/>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7" name="任意多边形: 形状 106"/>
          <p:cNvSpPr/>
          <p:nvPr/>
        </p:nvSpPr>
        <p:spPr>
          <a:xfrm rot="10800000" flipH="1">
            <a:off x="11354073" y="342313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9" name="任意多边形: 形状 108" descr="D:\51PPT模板网\51pptmoban.com\图片.jpg"/>
          <p:cNvSpPr/>
          <p:nvPr/>
        </p:nvSpPr>
        <p:spPr>
          <a:xfrm rot="10800000" flipH="1">
            <a:off x="11354073" y="967865"/>
            <a:ext cx="850728" cy="982345"/>
          </a:xfrm>
          <a:custGeom>
            <a:avLst/>
            <a:gdLst>
              <a:gd name="connsiteX0" fmla="*/ 609505 w 609505"/>
              <a:gd name="connsiteY0" fmla="*/ 351901 h 703802"/>
              <a:gd name="connsiteX1" fmla="*/ 0 w 609505"/>
              <a:gd name="connsiteY1" fmla="*/ 0 h 703802"/>
              <a:gd name="connsiteX2" fmla="*/ 0 w 609505"/>
              <a:gd name="connsiteY2" fmla="*/ 703802 h 703802"/>
            </a:gdLst>
            <a:ahLst/>
            <a:cxnLst>
              <a:cxn ang="0">
                <a:pos x="connsiteX0" y="connsiteY0"/>
              </a:cxn>
              <a:cxn ang="0">
                <a:pos x="connsiteX1" y="connsiteY1"/>
              </a:cxn>
              <a:cxn ang="0">
                <a:pos x="connsiteX2" y="connsiteY2"/>
              </a:cxn>
            </a:cxnLst>
            <a:rect l="l" t="t" r="r" b="b"/>
            <a:pathLst>
              <a:path w="609505" h="703802">
                <a:moveTo>
                  <a:pt x="609505" y="351901"/>
                </a:moveTo>
                <a:lnTo>
                  <a:pt x="0" y="0"/>
                </a:lnTo>
                <a:lnTo>
                  <a:pt x="0" y="703802"/>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10" name="任意多边形: 形状 109" descr="D:\51PPT模板网\51pptmoban.com\图片.jpg"/>
          <p:cNvSpPr/>
          <p:nvPr/>
        </p:nvSpPr>
        <p:spPr>
          <a:xfrm rot="10800000" flipH="1">
            <a:off x="10503943" y="477290"/>
            <a:ext cx="850129" cy="981746"/>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4" name="文本框 3"/>
          <p:cNvSpPr txBox="1"/>
          <p:nvPr/>
        </p:nvSpPr>
        <p:spPr>
          <a:xfrm>
            <a:off x="2140857" y="3267140"/>
            <a:ext cx="7910286" cy="1889876"/>
          </a:xfrm>
          <a:prstGeom prst="rect">
            <a:avLst/>
          </a:prstGeom>
          <a:noFill/>
        </p:spPr>
        <p:txBody>
          <a:bodyPr wrap="square">
            <a:spAutoFit/>
          </a:bodyPr>
          <a:lstStyle/>
          <a:p>
            <a:pPr algn="ctr">
              <a:lnSpc>
                <a:spcPct val="150000"/>
              </a:lnSpc>
            </a:pPr>
            <a:r>
              <a:rPr lang="zh-CN" altLang="en-US" sz="2000" b="1" dirty="0"/>
              <a:t>近日，短视频平台上出现了大量利用</a:t>
            </a:r>
            <a:r>
              <a:rPr lang="en-US" altLang="zh-CN" sz="2000" b="1" dirty="0"/>
              <a:t>AI</a:t>
            </a:r>
            <a:r>
              <a:rPr lang="zh-CN" altLang="en-US" sz="2000" b="1" dirty="0"/>
              <a:t>技术模拟知名企业家雷军的“发言”视频，涉及多个热门话题，但这些发言并非雷军本人所为，而是通过</a:t>
            </a:r>
            <a:r>
              <a:rPr lang="en-US" altLang="zh-CN" sz="2000" b="1" dirty="0"/>
              <a:t>AI</a:t>
            </a:r>
            <a:r>
              <a:rPr lang="zh-CN" altLang="en-US" sz="2000" b="1" dirty="0"/>
              <a:t>配音生成。这类视频导致公众对真假信息产生混淆。目前，相关视频已被逐步下架。度引发广泛传播，</a:t>
            </a:r>
            <a:endParaRPr lang="zh-CN" altLang="en-US" sz="2000" b="1" dirty="0"/>
          </a:p>
        </p:txBody>
      </p:sp>
      <p:grpSp>
        <p:nvGrpSpPr>
          <p:cNvPr id="25" name="组合 24"/>
          <p:cNvGrpSpPr/>
          <p:nvPr/>
        </p:nvGrpSpPr>
        <p:grpSpPr>
          <a:xfrm>
            <a:off x="3473595" y="1982120"/>
            <a:ext cx="5244809" cy="1200329"/>
            <a:chOff x="3370307" y="1982120"/>
            <a:chExt cx="5244809" cy="1200329"/>
          </a:xfrm>
        </p:grpSpPr>
        <p:grpSp>
          <p:nvGrpSpPr>
            <p:cNvPr id="5" name="组合 4"/>
            <p:cNvGrpSpPr/>
            <p:nvPr/>
          </p:nvGrpSpPr>
          <p:grpSpPr>
            <a:xfrm>
              <a:off x="4837462" y="2144912"/>
              <a:ext cx="3777654" cy="693340"/>
              <a:chOff x="1846970" y="2928398"/>
              <a:chExt cx="3777654" cy="693340"/>
            </a:xfrm>
          </p:grpSpPr>
          <p:sp>
            <p:nvSpPr>
              <p:cNvPr id="593" name="矩形: 剪去对角 592"/>
              <p:cNvSpPr/>
              <p:nvPr/>
            </p:nvSpPr>
            <p:spPr>
              <a:xfrm>
                <a:off x="1846970" y="2928398"/>
                <a:ext cx="3777654"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604" name="任意多边形: 形状 603" descr="D:\51PPT模板网\51pptmoban.com\图片.jpg"/>
              <p:cNvSpPr/>
              <p:nvPr/>
            </p:nvSpPr>
            <p:spPr>
              <a:xfrm>
                <a:off x="2104757" y="3025407"/>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2" name="文本框 1"/>
              <p:cNvSpPr txBox="1"/>
              <p:nvPr/>
            </p:nvSpPr>
            <p:spPr>
              <a:xfrm>
                <a:off x="2976219" y="3025407"/>
                <a:ext cx="902811" cy="523220"/>
              </a:xfrm>
              <a:prstGeom prst="rect">
                <a:avLst/>
              </a:prstGeom>
              <a:noFill/>
            </p:spPr>
            <p:txBody>
              <a:bodyPr wrap="none" rtlCol="0">
                <a:spAutoFit/>
              </a:bodyPr>
              <a:lstStyle/>
              <a:p>
                <a:r>
                  <a:rPr lang="zh-CN" altLang="en-US" sz="2800" b="1" dirty="0">
                    <a:solidFill>
                      <a:schemeClr val="tx1">
                        <a:lumMod val="95000"/>
                        <a:lumOff val="5000"/>
                      </a:schemeClr>
                    </a:solidFill>
                  </a:rPr>
                  <a:t>背景</a:t>
                </a:r>
                <a:endParaRPr lang="zh-CN" altLang="en-US" sz="2800" b="1" dirty="0">
                  <a:solidFill>
                    <a:schemeClr val="tx1">
                      <a:lumMod val="95000"/>
                      <a:lumOff val="5000"/>
                    </a:schemeClr>
                  </a:solidFill>
                </a:endParaRPr>
              </a:p>
            </p:txBody>
          </p:sp>
        </p:grpSp>
        <p:sp>
          <p:nvSpPr>
            <p:cNvPr id="24" name="文本框 23"/>
            <p:cNvSpPr txBox="1"/>
            <p:nvPr/>
          </p:nvSpPr>
          <p:spPr>
            <a:xfrm>
              <a:off x="3370307" y="1982120"/>
              <a:ext cx="1305165" cy="1200329"/>
            </a:xfrm>
            <a:prstGeom prst="rect">
              <a:avLst/>
            </a:prstGeom>
            <a:noFill/>
          </p:spPr>
          <p:txBody>
            <a:bodyPr wrap="none" rtlCol="0">
              <a:spAutoFit/>
            </a:bodyPr>
            <a:lstStyle/>
            <a:p>
              <a:r>
                <a:rPr lang="en-US" altLang="zh-CN" sz="7200" dirty="0">
                  <a:solidFill>
                    <a:schemeClr val="tx1">
                      <a:lumMod val="95000"/>
                      <a:lumOff val="5000"/>
                    </a:schemeClr>
                  </a:solidFill>
                  <a:latin typeface="MiSans Heavy" panose="00000A00000000000000" pitchFamily="2" charset="-122"/>
                  <a:ea typeface="MiSans Heavy" panose="00000A00000000000000" pitchFamily="2" charset="-122"/>
                </a:rPr>
                <a:t>01</a:t>
              </a:r>
              <a:endParaRPr lang="zh-CN" altLang="en-US" sz="72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7618" y="506617"/>
            <a:ext cx="3319741" cy="248980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图形 13"/>
          <p:cNvGrpSpPr/>
          <p:nvPr/>
        </p:nvGrpSpPr>
        <p:grpSpPr>
          <a:xfrm flipV="1">
            <a:off x="-24272" y="4739259"/>
            <a:ext cx="1827657" cy="3245548"/>
            <a:chOff x="1619011" y="5026485"/>
            <a:chExt cx="1827657" cy="3245548"/>
          </a:xfrm>
        </p:grpSpPr>
        <p:sp>
          <p:nvSpPr>
            <p:cNvPr id="72" name="任意多边形: 形状 71"/>
            <p:cNvSpPr/>
            <p:nvPr/>
          </p:nvSpPr>
          <p:spPr>
            <a:xfrm>
              <a:off x="2228516" y="7216758"/>
              <a:ext cx="609076" cy="703802"/>
            </a:xfrm>
            <a:custGeom>
              <a:avLst/>
              <a:gdLst>
                <a:gd name="connsiteX0" fmla="*/ 609076 w 609076"/>
                <a:gd name="connsiteY0" fmla="*/ 351902 h 703802"/>
                <a:gd name="connsiteX1" fmla="*/ 0 w 609076"/>
                <a:gd name="connsiteY1" fmla="*/ 0 h 703802"/>
                <a:gd name="connsiteX2" fmla="*/ 0 w 609076"/>
                <a:gd name="connsiteY2" fmla="*/ 703803 h 703802"/>
              </a:gdLst>
              <a:ahLst/>
              <a:cxnLst>
                <a:cxn ang="0">
                  <a:pos x="connsiteX0" y="connsiteY0"/>
                </a:cxn>
                <a:cxn ang="0">
                  <a:pos x="connsiteX1" y="connsiteY1"/>
                </a:cxn>
                <a:cxn ang="0">
                  <a:pos x="connsiteX2" y="connsiteY2"/>
                </a:cxn>
              </a:cxnLst>
              <a:rect l="l" t="t" r="r" b="b"/>
              <a:pathLst>
                <a:path w="609076" h="703802">
                  <a:moveTo>
                    <a:pt x="609076" y="351902"/>
                  </a:moveTo>
                  <a:lnTo>
                    <a:pt x="0" y="0"/>
                  </a:lnTo>
                  <a:lnTo>
                    <a:pt x="0" y="703803"/>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3" name="任意多边形: 形状 72"/>
            <p:cNvSpPr/>
            <p:nvPr/>
          </p:nvSpPr>
          <p:spPr>
            <a:xfrm>
              <a:off x="1619011" y="6865286"/>
              <a:ext cx="609504" cy="703374"/>
            </a:xfrm>
            <a:custGeom>
              <a:avLst/>
              <a:gdLst>
                <a:gd name="connsiteX0" fmla="*/ 609505 w 609504"/>
                <a:gd name="connsiteY0" fmla="*/ 351473 h 703374"/>
                <a:gd name="connsiteX1" fmla="*/ 0 w 609504"/>
                <a:gd name="connsiteY1" fmla="*/ 0 h 703374"/>
                <a:gd name="connsiteX2" fmla="*/ 0 w 609504"/>
                <a:gd name="connsiteY2" fmla="*/ 703374 h 703374"/>
              </a:gdLst>
              <a:ahLst/>
              <a:cxnLst>
                <a:cxn ang="0">
                  <a:pos x="connsiteX0" y="connsiteY0"/>
                </a:cxn>
                <a:cxn ang="0">
                  <a:pos x="connsiteX1" y="connsiteY1"/>
                </a:cxn>
                <a:cxn ang="0">
                  <a:pos x="connsiteX2" y="connsiteY2"/>
                </a:cxn>
              </a:cxnLst>
              <a:rect l="l" t="t" r="r" b="b"/>
              <a:pathLst>
                <a:path w="609504" h="703374">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4" name="任意多边形: 形状 73"/>
            <p:cNvSpPr/>
            <p:nvPr/>
          </p:nvSpPr>
          <p:spPr>
            <a:xfrm>
              <a:off x="2228516" y="6513385"/>
              <a:ext cx="609076" cy="703373"/>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5" name="任意多边形: 形状 74"/>
            <p:cNvSpPr/>
            <p:nvPr/>
          </p:nvSpPr>
          <p:spPr>
            <a:xfrm>
              <a:off x="2837592" y="6161484"/>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76" name="任意多边形: 形状 75"/>
            <p:cNvSpPr/>
            <p:nvPr/>
          </p:nvSpPr>
          <p:spPr>
            <a:xfrm>
              <a:off x="2228516" y="5810011"/>
              <a:ext cx="609076" cy="703373"/>
            </a:xfrm>
            <a:custGeom>
              <a:avLst/>
              <a:gdLst>
                <a:gd name="connsiteX0" fmla="*/ 609076 w 609076"/>
                <a:gd name="connsiteY0" fmla="*/ 351473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7" name="任意多边形: 形状 76"/>
            <p:cNvSpPr/>
            <p:nvPr/>
          </p:nvSpPr>
          <p:spPr>
            <a:xfrm>
              <a:off x="1619011" y="545811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8" name="任意多边形: 形状 77"/>
            <p:cNvSpPr/>
            <p:nvPr/>
          </p:nvSpPr>
          <p:spPr>
            <a:xfrm>
              <a:off x="2228516" y="5106209"/>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9" name="任意多边形: 形状 78"/>
            <p:cNvSpPr/>
            <p:nvPr/>
          </p:nvSpPr>
          <p:spPr>
            <a:xfrm>
              <a:off x="1619011" y="756866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0" name="任意多边形: 形状 79"/>
            <p:cNvSpPr/>
            <p:nvPr/>
          </p:nvSpPr>
          <p:spPr>
            <a:xfrm>
              <a:off x="1619011" y="6161484"/>
              <a:ext cx="609504" cy="703802"/>
            </a:xfrm>
            <a:custGeom>
              <a:avLst/>
              <a:gdLst>
                <a:gd name="connsiteX0" fmla="*/ 609505 w 609504"/>
                <a:gd name="connsiteY0" fmla="*/ 351901 h 703802"/>
                <a:gd name="connsiteX1" fmla="*/ 0 w 609504"/>
                <a:gd name="connsiteY1" fmla="*/ 0 h 703802"/>
                <a:gd name="connsiteX2" fmla="*/ 0 w 609504"/>
                <a:gd name="connsiteY2" fmla="*/ 703802 h 703802"/>
              </a:gdLst>
              <a:ahLst/>
              <a:cxnLst>
                <a:cxn ang="0">
                  <a:pos x="connsiteX0" y="connsiteY0"/>
                </a:cxn>
                <a:cxn ang="0">
                  <a:pos x="connsiteX1" y="connsiteY1"/>
                </a:cxn>
                <a:cxn ang="0">
                  <a:pos x="connsiteX2" y="connsiteY2"/>
                </a:cxn>
              </a:cxnLst>
              <a:rect l="l" t="t" r="r" b="b"/>
              <a:pathLst>
                <a:path w="609504" h="703802">
                  <a:moveTo>
                    <a:pt x="609505"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1" name="任意多边形: 形状 80"/>
            <p:cNvSpPr/>
            <p:nvPr/>
          </p:nvSpPr>
          <p:spPr>
            <a:xfrm>
              <a:off x="1619011" y="7216758"/>
              <a:ext cx="609504" cy="703802"/>
            </a:xfrm>
            <a:custGeom>
              <a:avLst/>
              <a:gdLst>
                <a:gd name="connsiteX0" fmla="*/ 0 w 609504"/>
                <a:gd name="connsiteY0" fmla="*/ 351902 h 703802"/>
                <a:gd name="connsiteX1" fmla="*/ 609505 w 609504"/>
                <a:gd name="connsiteY1" fmla="*/ 703803 h 703802"/>
                <a:gd name="connsiteX2" fmla="*/ 609505 w 609504"/>
                <a:gd name="connsiteY2" fmla="*/ 0 h 703802"/>
              </a:gdLst>
              <a:ahLst/>
              <a:cxnLst>
                <a:cxn ang="0">
                  <a:pos x="connsiteX0" y="connsiteY0"/>
                </a:cxn>
                <a:cxn ang="0">
                  <a:pos x="connsiteX1" y="connsiteY1"/>
                </a:cxn>
                <a:cxn ang="0">
                  <a:pos x="connsiteX2" y="connsiteY2"/>
                </a:cxn>
              </a:cxnLst>
              <a:rect l="l" t="t" r="r" b="b"/>
              <a:pathLst>
                <a:path w="609504" h="703802">
                  <a:moveTo>
                    <a:pt x="0" y="351902"/>
                  </a:moveTo>
                  <a:lnTo>
                    <a:pt x="609505" y="703803"/>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5" name="任意多边形: 形状 84"/>
            <p:cNvSpPr/>
            <p:nvPr/>
          </p:nvSpPr>
          <p:spPr>
            <a:xfrm>
              <a:off x="1619011" y="6513385"/>
              <a:ext cx="609504" cy="703373"/>
            </a:xfrm>
            <a:custGeom>
              <a:avLst/>
              <a:gdLst>
                <a:gd name="connsiteX0" fmla="*/ 0 w 609504"/>
                <a:gd name="connsiteY0" fmla="*/ 351901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6" name="任意多边形: 形状 85"/>
            <p:cNvSpPr/>
            <p:nvPr/>
          </p:nvSpPr>
          <p:spPr>
            <a:xfrm>
              <a:off x="2228516" y="6161484"/>
              <a:ext cx="609076" cy="703802"/>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7" name="任意多边形: 形状 86"/>
            <p:cNvSpPr/>
            <p:nvPr/>
          </p:nvSpPr>
          <p:spPr>
            <a:xfrm>
              <a:off x="1619011" y="5810011"/>
              <a:ext cx="609504" cy="703373"/>
            </a:xfrm>
            <a:custGeom>
              <a:avLst/>
              <a:gdLst>
                <a:gd name="connsiteX0" fmla="*/ 0 w 609504"/>
                <a:gd name="connsiteY0" fmla="*/ 351473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473"/>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8" name="任意多边形: 形状 87"/>
            <p:cNvSpPr/>
            <p:nvPr/>
          </p:nvSpPr>
          <p:spPr>
            <a:xfrm>
              <a:off x="1622868" y="5026485"/>
              <a:ext cx="478774" cy="552926"/>
            </a:xfrm>
            <a:custGeom>
              <a:avLst/>
              <a:gdLst>
                <a:gd name="connsiteX0" fmla="*/ 0 w 478774"/>
                <a:gd name="connsiteY0" fmla="*/ 276463 h 552926"/>
                <a:gd name="connsiteX1" fmla="*/ 478774 w 478774"/>
                <a:gd name="connsiteY1" fmla="*/ 552926 h 552926"/>
                <a:gd name="connsiteX2" fmla="*/ 478774 w 478774"/>
                <a:gd name="connsiteY2" fmla="*/ 0 h 552926"/>
              </a:gdLst>
              <a:ahLst/>
              <a:cxnLst>
                <a:cxn ang="0">
                  <a:pos x="connsiteX0" y="connsiteY0"/>
                </a:cxn>
                <a:cxn ang="0">
                  <a:pos x="connsiteX1" y="connsiteY1"/>
                </a:cxn>
                <a:cxn ang="0">
                  <a:pos x="connsiteX2" y="connsiteY2"/>
                </a:cxn>
              </a:cxnLst>
              <a:rect l="l" t="t" r="r" b="b"/>
              <a:pathLst>
                <a:path w="478774" h="552926">
                  <a:moveTo>
                    <a:pt x="0" y="276463"/>
                  </a:moveTo>
                  <a:lnTo>
                    <a:pt x="478774" y="552926"/>
                  </a:lnTo>
                  <a:lnTo>
                    <a:pt x="478774"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9" name="任意多边形: 形状 88"/>
            <p:cNvSpPr/>
            <p:nvPr/>
          </p:nvSpPr>
          <p:spPr>
            <a:xfrm>
              <a:off x="2460830" y="5592270"/>
              <a:ext cx="376761" cy="435054"/>
            </a:xfrm>
            <a:custGeom>
              <a:avLst/>
              <a:gdLst>
                <a:gd name="connsiteX0" fmla="*/ 0 w 376761"/>
                <a:gd name="connsiteY0" fmla="*/ 217742 h 435054"/>
                <a:gd name="connsiteX1" fmla="*/ 376761 w 376761"/>
                <a:gd name="connsiteY1" fmla="*/ 435054 h 435054"/>
                <a:gd name="connsiteX2" fmla="*/ 376761 w 376761"/>
                <a:gd name="connsiteY2" fmla="*/ 0 h 435054"/>
              </a:gdLst>
              <a:ahLst/>
              <a:cxnLst>
                <a:cxn ang="0">
                  <a:pos x="connsiteX0" y="connsiteY0"/>
                </a:cxn>
                <a:cxn ang="0">
                  <a:pos x="connsiteX1" y="connsiteY1"/>
                </a:cxn>
                <a:cxn ang="0">
                  <a:pos x="connsiteX2" y="connsiteY2"/>
                </a:cxn>
              </a:cxnLst>
              <a:rect l="l" t="t" r="r" b="b"/>
              <a:pathLst>
                <a:path w="376761" h="435054">
                  <a:moveTo>
                    <a:pt x="0" y="217742"/>
                  </a:moveTo>
                  <a:lnTo>
                    <a:pt x="376761" y="435054"/>
                  </a:lnTo>
                  <a:lnTo>
                    <a:pt x="376761" y="0"/>
                  </a:lnTo>
                  <a:close/>
                </a:path>
              </a:pathLst>
            </a:custGeom>
            <a:solidFill>
              <a:schemeClr val="bg1"/>
            </a:solidFill>
            <a:ln w="4286" cap="flat">
              <a:solidFill>
                <a:srgbClr val="002DB0"/>
              </a:solidFill>
              <a:prstDash val="solid"/>
              <a:miter/>
            </a:ln>
          </p:spPr>
          <p:txBody>
            <a:bodyPr rtlCol="0" anchor="ctr"/>
            <a:lstStyle/>
            <a:p>
              <a:endParaRPr lang="zh-CN" altLang="en-US"/>
            </a:p>
          </p:txBody>
        </p:sp>
      </p:grpSp>
      <p:sp>
        <p:nvSpPr>
          <p:cNvPr id="97" name="任意多边形: 形状 96"/>
          <p:cNvSpPr/>
          <p:nvPr/>
        </p:nvSpPr>
        <p:spPr>
          <a:xfrm rot="10800000" flipH="1">
            <a:off x="11354073" y="1459037"/>
            <a:ext cx="850728" cy="981746"/>
          </a:xfrm>
          <a:custGeom>
            <a:avLst/>
            <a:gdLst>
              <a:gd name="connsiteX0" fmla="*/ 0 w 609505"/>
              <a:gd name="connsiteY0" fmla="*/ 351472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472"/>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8" name="任意多边形: 形状 97" descr="D:\51PPT模板网\51pptmoban.com\图片.jpg"/>
          <p:cNvSpPr/>
          <p:nvPr/>
        </p:nvSpPr>
        <p:spPr>
          <a:xfrm rot="10800000" flipH="1">
            <a:off x="10503943" y="967865"/>
            <a:ext cx="850129" cy="982345"/>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9" name="任意多边形: 形状 98" descr="D:\51PPT模板网\51pptmoban.com\图片.jpg"/>
          <p:cNvSpPr/>
          <p:nvPr/>
        </p:nvSpPr>
        <p:spPr>
          <a:xfrm rot="10800000" flipH="1">
            <a:off x="9653814" y="47729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0" name="任意多边形: 形状 99" descr="D:\51PPT模板网\51pptmoban.com\图片.jpg"/>
          <p:cNvSpPr/>
          <p:nvPr/>
        </p:nvSpPr>
        <p:spPr>
          <a:xfrm rot="10800000" flipH="1">
            <a:off x="10503943" y="-13883"/>
            <a:ext cx="850129" cy="981746"/>
          </a:xfrm>
          <a:custGeom>
            <a:avLst/>
            <a:gdLst>
              <a:gd name="connsiteX0" fmla="*/ 0 w 609076"/>
              <a:gd name="connsiteY0" fmla="*/ 351473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473"/>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2" name="任意多边形: 形状 101"/>
          <p:cNvSpPr/>
          <p:nvPr/>
        </p:nvSpPr>
        <p:spPr>
          <a:xfrm rot="10800000" flipH="1">
            <a:off x="10503943" y="-995629"/>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3" name="任意多边形: 形状 102"/>
          <p:cNvSpPr/>
          <p:nvPr/>
        </p:nvSpPr>
        <p:spPr>
          <a:xfrm rot="10800000" flipH="1">
            <a:off x="11354073" y="2440783"/>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4" name="任意多边形: 形状 103" descr="D:\51PPT模板网\51pptmoban.com\图片.jpg"/>
          <p:cNvSpPr/>
          <p:nvPr/>
        </p:nvSpPr>
        <p:spPr>
          <a:xfrm rot="10800000" flipH="1">
            <a:off x="11354073" y="47729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5" name="任意多边形: 形状 104"/>
          <p:cNvSpPr/>
          <p:nvPr/>
        </p:nvSpPr>
        <p:spPr>
          <a:xfrm rot="10800000" flipH="1">
            <a:off x="11354073" y="1950210"/>
            <a:ext cx="850728" cy="981746"/>
          </a:xfrm>
          <a:custGeom>
            <a:avLst/>
            <a:gdLst>
              <a:gd name="connsiteX0" fmla="*/ 609505 w 609505"/>
              <a:gd name="connsiteY0" fmla="*/ 351901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8" name="任意多边形: 形状 107"/>
          <p:cNvSpPr/>
          <p:nvPr/>
        </p:nvSpPr>
        <p:spPr>
          <a:xfrm rot="10800000" flipH="1">
            <a:off x="11354073" y="2931957"/>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1" name="任意多边形: 形状 110" descr="D:\51PPT模板网\51pptmoban.com\图片.jpg"/>
          <p:cNvSpPr/>
          <p:nvPr/>
        </p:nvSpPr>
        <p:spPr>
          <a:xfrm rot="10800000" flipH="1">
            <a:off x="11354073" y="-13883"/>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2" name="任意多边形: 形状 111"/>
          <p:cNvSpPr/>
          <p:nvPr/>
        </p:nvSpPr>
        <p:spPr>
          <a:xfrm rot="10800000" flipH="1">
            <a:off x="11531158" y="-1107504"/>
            <a:ext cx="668258" cy="771756"/>
          </a:xfrm>
          <a:custGeom>
            <a:avLst/>
            <a:gdLst>
              <a:gd name="connsiteX0" fmla="*/ 478774 w 478774"/>
              <a:gd name="connsiteY0" fmla="*/ 276463 h 552925"/>
              <a:gd name="connsiteX1" fmla="*/ 0 w 478774"/>
              <a:gd name="connsiteY1" fmla="*/ 0 h 552925"/>
              <a:gd name="connsiteX2" fmla="*/ 0 w 478774"/>
              <a:gd name="connsiteY2" fmla="*/ 552926 h 552925"/>
            </a:gdLst>
            <a:ahLst/>
            <a:cxnLst>
              <a:cxn ang="0">
                <a:pos x="connsiteX0" y="connsiteY0"/>
              </a:cxn>
              <a:cxn ang="0">
                <a:pos x="connsiteX1" y="connsiteY1"/>
              </a:cxn>
              <a:cxn ang="0">
                <a:pos x="connsiteX2" y="connsiteY2"/>
              </a:cxn>
            </a:cxnLst>
            <a:rect l="l" t="t" r="r" b="b"/>
            <a:pathLst>
              <a:path w="478774" h="552925">
                <a:moveTo>
                  <a:pt x="478774" y="276463"/>
                </a:moveTo>
                <a:lnTo>
                  <a:pt x="0" y="0"/>
                </a:lnTo>
                <a:lnTo>
                  <a:pt x="0" y="552926"/>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3" name="任意多边形: 形状 112" descr="D:\51PPT模板网\51pptmoban.com\图片.jpg"/>
          <p:cNvSpPr/>
          <p:nvPr/>
        </p:nvSpPr>
        <p:spPr>
          <a:xfrm rot="10800000" flipH="1">
            <a:off x="10503943" y="-317800"/>
            <a:ext cx="525871" cy="607834"/>
          </a:xfrm>
          <a:custGeom>
            <a:avLst/>
            <a:gdLst>
              <a:gd name="connsiteX0" fmla="*/ 376761 w 376761"/>
              <a:gd name="connsiteY0" fmla="*/ 217742 h 435483"/>
              <a:gd name="connsiteX1" fmla="*/ 0 w 376761"/>
              <a:gd name="connsiteY1" fmla="*/ 0 h 435483"/>
              <a:gd name="connsiteX2" fmla="*/ 0 w 376761"/>
              <a:gd name="connsiteY2" fmla="*/ 435483 h 435483"/>
            </a:gdLst>
            <a:ahLst/>
            <a:cxnLst>
              <a:cxn ang="0">
                <a:pos x="connsiteX0" y="connsiteY0"/>
              </a:cxn>
              <a:cxn ang="0">
                <a:pos x="connsiteX1" y="connsiteY1"/>
              </a:cxn>
              <a:cxn ang="0">
                <a:pos x="connsiteX2" y="connsiteY2"/>
              </a:cxn>
            </a:cxnLst>
            <a:rect l="l" t="t" r="r" b="b"/>
            <a:pathLst>
              <a:path w="376761" h="435483">
                <a:moveTo>
                  <a:pt x="376761" y="217742"/>
                </a:moveTo>
                <a:lnTo>
                  <a:pt x="0" y="0"/>
                </a:lnTo>
                <a:lnTo>
                  <a:pt x="0" y="435483"/>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96" name="任意多边形: 形状 95"/>
          <p:cNvSpPr/>
          <p:nvPr/>
        </p:nvSpPr>
        <p:spPr>
          <a:xfrm rot="10800000" flipH="1">
            <a:off x="10503943" y="195021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1" name="任意多边形: 形状 100" descr="D:\51PPT模板网\51pptmoban.com\图片.jpg"/>
          <p:cNvSpPr/>
          <p:nvPr/>
        </p:nvSpPr>
        <p:spPr>
          <a:xfrm rot="10800000" flipH="1">
            <a:off x="11354073" y="-505055"/>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7" name="任意多边形: 形状 106"/>
          <p:cNvSpPr/>
          <p:nvPr/>
        </p:nvSpPr>
        <p:spPr>
          <a:xfrm rot="10800000" flipH="1">
            <a:off x="11354073" y="342313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9" name="任意多边形: 形状 108" descr="D:\51PPT模板网\51pptmoban.com\图片.jpg"/>
          <p:cNvSpPr/>
          <p:nvPr/>
        </p:nvSpPr>
        <p:spPr>
          <a:xfrm rot="10800000" flipH="1">
            <a:off x="11354073" y="967865"/>
            <a:ext cx="850728" cy="982345"/>
          </a:xfrm>
          <a:custGeom>
            <a:avLst/>
            <a:gdLst>
              <a:gd name="connsiteX0" fmla="*/ 609505 w 609505"/>
              <a:gd name="connsiteY0" fmla="*/ 351901 h 703802"/>
              <a:gd name="connsiteX1" fmla="*/ 0 w 609505"/>
              <a:gd name="connsiteY1" fmla="*/ 0 h 703802"/>
              <a:gd name="connsiteX2" fmla="*/ 0 w 609505"/>
              <a:gd name="connsiteY2" fmla="*/ 703802 h 703802"/>
            </a:gdLst>
            <a:ahLst/>
            <a:cxnLst>
              <a:cxn ang="0">
                <a:pos x="connsiteX0" y="connsiteY0"/>
              </a:cxn>
              <a:cxn ang="0">
                <a:pos x="connsiteX1" y="connsiteY1"/>
              </a:cxn>
              <a:cxn ang="0">
                <a:pos x="connsiteX2" y="connsiteY2"/>
              </a:cxn>
            </a:cxnLst>
            <a:rect l="l" t="t" r="r" b="b"/>
            <a:pathLst>
              <a:path w="609505" h="703802">
                <a:moveTo>
                  <a:pt x="609505" y="351901"/>
                </a:moveTo>
                <a:lnTo>
                  <a:pt x="0" y="0"/>
                </a:lnTo>
                <a:lnTo>
                  <a:pt x="0" y="703802"/>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10" name="任意多边形: 形状 109" descr="D:\51PPT模板网\51pptmoban.com\图片.jpg"/>
          <p:cNvSpPr/>
          <p:nvPr/>
        </p:nvSpPr>
        <p:spPr>
          <a:xfrm rot="10800000" flipH="1">
            <a:off x="10503943" y="477290"/>
            <a:ext cx="850129" cy="981746"/>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4" name="文本框 3"/>
          <p:cNvSpPr txBox="1"/>
          <p:nvPr/>
        </p:nvSpPr>
        <p:spPr>
          <a:xfrm>
            <a:off x="2140857" y="3267140"/>
            <a:ext cx="7910286" cy="966547"/>
          </a:xfrm>
          <a:prstGeom prst="rect">
            <a:avLst/>
          </a:prstGeom>
          <a:noFill/>
        </p:spPr>
        <p:txBody>
          <a:bodyPr wrap="square">
            <a:spAutoFit/>
          </a:bodyPr>
          <a:lstStyle/>
          <a:p>
            <a:pPr algn="ctr">
              <a:lnSpc>
                <a:spcPct val="150000"/>
              </a:lnSpc>
            </a:pPr>
            <a:r>
              <a:rPr lang="zh-CN" altLang="en-US" sz="2000" b="1" dirty="0"/>
              <a:t>从人工智能伦理的角度，分析</a:t>
            </a:r>
            <a:r>
              <a:rPr lang="en-US" altLang="zh-CN" sz="2000" b="1" dirty="0"/>
              <a:t>AI</a:t>
            </a:r>
            <a:r>
              <a:rPr lang="zh-CN" altLang="en-US" sz="2000" b="1" dirty="0"/>
              <a:t>配音技术在此事件中的伦理风险。讨论这类技术对个人隐私权、名誉权以及社会信任机制的影响</a:t>
            </a:r>
            <a:endParaRPr lang="zh-CN" altLang="en-US" sz="2000" b="1" dirty="0"/>
          </a:p>
        </p:txBody>
      </p:sp>
      <p:grpSp>
        <p:nvGrpSpPr>
          <p:cNvPr id="25" name="组合 24"/>
          <p:cNvGrpSpPr/>
          <p:nvPr/>
        </p:nvGrpSpPr>
        <p:grpSpPr>
          <a:xfrm>
            <a:off x="3473595" y="1982120"/>
            <a:ext cx="5287671" cy="1200329"/>
            <a:chOff x="3370307" y="1982120"/>
            <a:chExt cx="5287671" cy="1200329"/>
          </a:xfrm>
        </p:grpSpPr>
        <p:grpSp>
          <p:nvGrpSpPr>
            <p:cNvPr id="5" name="组合 4"/>
            <p:cNvGrpSpPr/>
            <p:nvPr/>
          </p:nvGrpSpPr>
          <p:grpSpPr>
            <a:xfrm>
              <a:off x="4880324" y="2126993"/>
              <a:ext cx="3777654" cy="693340"/>
              <a:chOff x="1889832" y="2910479"/>
              <a:chExt cx="3777654" cy="693340"/>
            </a:xfrm>
          </p:grpSpPr>
          <p:sp>
            <p:nvSpPr>
              <p:cNvPr id="593" name="矩形: 剪去对角 592"/>
              <p:cNvSpPr/>
              <p:nvPr/>
            </p:nvSpPr>
            <p:spPr>
              <a:xfrm>
                <a:off x="1889832" y="2910479"/>
                <a:ext cx="3777654"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604" name="任意多边形: 形状 603" descr="D:\51PPT模板网\51pptmoban.com\图片.jpg"/>
              <p:cNvSpPr/>
              <p:nvPr/>
            </p:nvSpPr>
            <p:spPr>
              <a:xfrm>
                <a:off x="2104757" y="3025407"/>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2" name="文本框 1"/>
              <p:cNvSpPr txBox="1"/>
              <p:nvPr/>
            </p:nvSpPr>
            <p:spPr>
              <a:xfrm>
                <a:off x="2976219" y="3025407"/>
                <a:ext cx="1620957" cy="523220"/>
              </a:xfrm>
              <a:prstGeom prst="rect">
                <a:avLst/>
              </a:prstGeom>
              <a:noFill/>
            </p:spPr>
            <p:txBody>
              <a:bodyPr wrap="none" rtlCol="0">
                <a:spAutoFit/>
              </a:bodyPr>
              <a:lstStyle/>
              <a:p>
                <a:r>
                  <a:rPr lang="zh-CN" altLang="en-US" sz="2800" b="1" dirty="0">
                    <a:solidFill>
                      <a:schemeClr val="tx1">
                        <a:lumMod val="95000"/>
                        <a:lumOff val="5000"/>
                      </a:schemeClr>
                    </a:solidFill>
                  </a:rPr>
                  <a:t>伦理分析</a:t>
                </a:r>
                <a:endParaRPr lang="zh-CN" altLang="en-US" sz="2800" b="1" dirty="0">
                  <a:solidFill>
                    <a:schemeClr val="tx1">
                      <a:lumMod val="95000"/>
                      <a:lumOff val="5000"/>
                    </a:schemeClr>
                  </a:solidFill>
                </a:endParaRPr>
              </a:p>
            </p:txBody>
          </p:sp>
        </p:grpSp>
        <p:sp>
          <p:nvSpPr>
            <p:cNvPr id="24" name="文本框 23"/>
            <p:cNvSpPr txBox="1"/>
            <p:nvPr/>
          </p:nvSpPr>
          <p:spPr>
            <a:xfrm>
              <a:off x="3370307" y="1982120"/>
              <a:ext cx="1268296" cy="1200329"/>
            </a:xfrm>
            <a:prstGeom prst="rect">
              <a:avLst/>
            </a:prstGeom>
            <a:noFill/>
          </p:spPr>
          <p:txBody>
            <a:bodyPr wrap="none" rtlCol="0">
              <a:spAutoFit/>
            </a:bodyPr>
            <a:lstStyle/>
            <a:p>
              <a:r>
                <a:rPr lang="en-US" altLang="zh-CN" sz="7200" dirty="0">
                  <a:solidFill>
                    <a:schemeClr val="tx1">
                      <a:lumMod val="95000"/>
                      <a:lumOff val="5000"/>
                    </a:schemeClr>
                  </a:solidFill>
                  <a:latin typeface="MiSans Heavy" panose="00000A00000000000000" pitchFamily="2" charset="-122"/>
                  <a:ea typeface="MiSans Heavy" panose="00000A00000000000000" pitchFamily="2" charset="-122"/>
                </a:rPr>
                <a:t>02</a:t>
              </a:r>
              <a:endParaRPr lang="zh-CN" altLang="en-US" sz="72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590049"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2718099" cy="523220"/>
            <a:chOff x="2771965" y="2241921"/>
            <a:chExt cx="2718099" cy="523220"/>
          </a:xfrm>
        </p:grpSpPr>
        <p:sp>
          <p:nvSpPr>
            <p:cNvPr id="16" name="文本框 15"/>
            <p:cNvSpPr txBox="1"/>
            <p:nvPr/>
          </p:nvSpPr>
          <p:spPr>
            <a:xfrm>
              <a:off x="4279476" y="2291526"/>
              <a:ext cx="1210588" cy="400110"/>
            </a:xfrm>
            <a:prstGeom prst="rect">
              <a:avLst/>
            </a:prstGeom>
            <a:noFill/>
          </p:spPr>
          <p:txBody>
            <a:bodyPr wrap="none" rtlCol="0">
              <a:spAutoFit/>
            </a:bodyPr>
            <a:lstStyle/>
            <a:p>
              <a:r>
                <a:rPr lang="zh-CN" altLang="en-US" sz="2000" b="1" dirty="0">
                  <a:solidFill>
                    <a:schemeClr val="tx1">
                      <a:lumMod val="95000"/>
                      <a:lumOff val="5000"/>
                    </a:schemeClr>
                  </a:solidFill>
                </a:rPr>
                <a:t>伦理分析</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02</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nvGrpSpPr>
          <p:cNvPr id="7" name="组合 6"/>
          <p:cNvGrpSpPr/>
          <p:nvPr/>
        </p:nvGrpSpPr>
        <p:grpSpPr>
          <a:xfrm>
            <a:off x="4294883" y="1684817"/>
            <a:ext cx="2896404" cy="3294660"/>
            <a:chOff x="4647798" y="2142017"/>
            <a:chExt cx="2896404" cy="3294660"/>
          </a:xfrm>
        </p:grpSpPr>
        <p:sp>
          <p:nvSpPr>
            <p:cNvPr id="5129" name="椭圆 81"/>
            <p:cNvSpPr>
              <a:spLocks noChangeArrowheads="1"/>
            </p:cNvSpPr>
            <p:nvPr/>
          </p:nvSpPr>
          <p:spPr bwMode="auto">
            <a:xfrm>
              <a:off x="4647798" y="2142017"/>
              <a:ext cx="2896404" cy="2896404"/>
            </a:xfrm>
            <a:prstGeom prst="ellipse">
              <a:avLst/>
            </a:prstGeom>
            <a:solidFill>
              <a:schemeClr val="bg1"/>
            </a:solidFill>
            <a:ln w="4286" cap="flat">
              <a:solidFill>
                <a:srgbClr val="002DB0"/>
              </a:solidFill>
              <a:prstDash val="solid"/>
              <a:miter/>
            </a:ln>
          </p:spPr>
          <p:txBody>
            <a:bodyPr rtlCol="0" anchor="ctr"/>
            <a:lstStyle/>
            <a:p>
              <a:endParaRPr lang="zh-CN" altLang="en-US">
                <a:sym typeface="+mn-lt"/>
              </a:endParaRPr>
            </a:p>
          </p:txBody>
        </p:sp>
        <p:sp>
          <p:nvSpPr>
            <p:cNvPr id="5152" name="Oval 10" descr="D:\51PPT模板网\51pptmoban.com\图片.jpg"/>
            <p:cNvSpPr>
              <a:spLocks noChangeArrowheads="1"/>
            </p:cNvSpPr>
            <p:nvPr/>
          </p:nvSpPr>
          <p:spPr bwMode="auto">
            <a:xfrm>
              <a:off x="4929816" y="2424035"/>
              <a:ext cx="2332368" cy="2332368"/>
            </a:xfrm>
            <a:prstGeom prst="ellipse">
              <a:avLst/>
            </a:prstGeom>
            <a:blipFill>
              <a:blip r:embed="rId1"/>
              <a:stretch>
                <a:fillRect/>
              </a:stretch>
            </a:blipFill>
            <a:ln w="4286" cap="flat">
              <a:noFill/>
              <a:prstDash val="solid"/>
              <a:miter/>
            </a:ln>
          </p:spPr>
          <p:txBody>
            <a:bodyPr rtlCol="0" anchor="ctr"/>
            <a:lstStyle/>
            <a:p>
              <a:endParaRPr lang="zh-CN" altLang="en-US">
                <a:sym typeface="+mn-lt"/>
              </a:endParaRPr>
            </a:p>
          </p:txBody>
        </p:sp>
        <p:grpSp>
          <p:nvGrpSpPr>
            <p:cNvPr id="2" name="组合 1"/>
            <p:cNvGrpSpPr/>
            <p:nvPr/>
          </p:nvGrpSpPr>
          <p:grpSpPr>
            <a:xfrm>
              <a:off x="4729735" y="2351623"/>
              <a:ext cx="527832" cy="516397"/>
              <a:chOff x="3231460" y="1763719"/>
              <a:chExt cx="395874" cy="387298"/>
            </a:xfrm>
          </p:grpSpPr>
          <p:sp>
            <p:nvSpPr>
              <p:cNvPr id="5130" name="椭圆 83"/>
              <p:cNvSpPr>
                <a:spLocks noChangeArrowheads="1"/>
              </p:cNvSpPr>
              <p:nvPr/>
            </p:nvSpPr>
            <p:spPr bwMode="auto">
              <a:xfrm>
                <a:off x="3231460" y="1763719"/>
                <a:ext cx="395874" cy="387298"/>
              </a:xfrm>
              <a:prstGeom prst="ellipse">
                <a:avLst/>
              </a:prstGeom>
              <a:solidFill>
                <a:srgbClr val="002DB0"/>
              </a:solidFill>
              <a:ln w="4286" cap="flat">
                <a:solidFill>
                  <a:srgbClr val="002DB0"/>
                </a:solidFill>
                <a:prstDash val="solid"/>
                <a:miter/>
              </a:ln>
            </p:spPr>
            <p:txBody>
              <a:bodyPr rtlCol="0" anchor="ctr"/>
              <a:lstStyle>
                <a:lvl1pPr>
                  <a:spcBef>
                    <a:spcPct val="20000"/>
                  </a:spcBef>
                  <a:buChar char="•"/>
                  <a:defRPr sz="1500">
                    <a:solidFill>
                      <a:schemeClr val="accent2"/>
                    </a:solidFill>
                    <a:latin typeface="Arial" panose="020B0604020202020204" pitchFamily="34" charset="0"/>
                    <a:ea typeface="仿宋_GB2312" pitchFamily="1" charset="-122"/>
                  </a:defRPr>
                </a:lvl1pPr>
                <a:lvl2pPr marL="742950" indent="-285750">
                  <a:spcBef>
                    <a:spcPct val="20000"/>
                  </a:spcBef>
                  <a:buChar char="–"/>
                  <a:defRPr sz="1400">
                    <a:solidFill>
                      <a:schemeClr val="accent2"/>
                    </a:solidFill>
                    <a:latin typeface="Arial" panose="020B0604020202020204" pitchFamily="34" charset="0"/>
                    <a:ea typeface="楷体_GB2312" pitchFamily="1"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7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9pPr>
              </a:lstStyle>
              <a:p>
                <a:endParaRPr lang="zh-CN" altLang="en-US" sz="1600" dirty="0">
                  <a:sym typeface="+mn-lt"/>
                </a:endParaRPr>
              </a:p>
            </p:txBody>
          </p:sp>
          <p:sp>
            <p:nvSpPr>
              <p:cNvPr id="34" name="TextBox 84"/>
              <p:cNvSpPr txBox="1">
                <a:spLocks noChangeArrowheads="1"/>
              </p:cNvSpPr>
              <p:nvPr/>
            </p:nvSpPr>
            <p:spPr bwMode="auto">
              <a:xfrm>
                <a:off x="3272383" y="1829691"/>
                <a:ext cx="31402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500">
                    <a:solidFill>
                      <a:schemeClr val="accent2"/>
                    </a:solidFill>
                    <a:latin typeface="Arial" panose="020B0604020202020204" pitchFamily="34" charset="0"/>
                    <a:ea typeface="仿宋_GB2312" pitchFamily="1" charset="-122"/>
                  </a:defRPr>
                </a:lvl1pPr>
                <a:lvl2pPr marL="742950" indent="-285750">
                  <a:spcBef>
                    <a:spcPct val="20000"/>
                  </a:spcBef>
                  <a:buChar char="–"/>
                  <a:defRPr sz="1400">
                    <a:solidFill>
                      <a:schemeClr val="accent2"/>
                    </a:solidFill>
                    <a:latin typeface="Arial" panose="020B0604020202020204" pitchFamily="34" charset="0"/>
                    <a:ea typeface="楷体_GB2312" pitchFamily="1"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7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en-US" altLang="zh-CN" sz="1600" dirty="0">
                    <a:solidFill>
                      <a:schemeClr val="bg1"/>
                    </a:solidFill>
                    <a:latin typeface="+mn-lt"/>
                    <a:ea typeface="+mn-ea"/>
                    <a:cs typeface="+mn-ea"/>
                    <a:sym typeface="+mn-lt"/>
                  </a:rPr>
                  <a:t>01</a:t>
                </a:r>
                <a:endParaRPr lang="zh-CN" altLang="en-US" sz="1600" dirty="0">
                  <a:solidFill>
                    <a:schemeClr val="bg1"/>
                  </a:solidFill>
                  <a:latin typeface="+mn-lt"/>
                  <a:ea typeface="+mn-ea"/>
                  <a:cs typeface="+mn-ea"/>
                  <a:sym typeface="+mn-lt"/>
                </a:endParaRPr>
              </a:p>
            </p:txBody>
          </p:sp>
        </p:grpSp>
        <p:grpSp>
          <p:nvGrpSpPr>
            <p:cNvPr id="3" name="组合 2"/>
            <p:cNvGrpSpPr/>
            <p:nvPr/>
          </p:nvGrpSpPr>
          <p:grpSpPr>
            <a:xfrm>
              <a:off x="6911571" y="2351623"/>
              <a:ext cx="527831" cy="516397"/>
              <a:chOff x="4867834" y="1763719"/>
              <a:chExt cx="395873" cy="387298"/>
            </a:xfrm>
          </p:grpSpPr>
          <p:sp>
            <p:nvSpPr>
              <p:cNvPr id="5132" name="椭圆 85"/>
              <p:cNvSpPr>
                <a:spLocks noChangeArrowheads="1"/>
              </p:cNvSpPr>
              <p:nvPr/>
            </p:nvSpPr>
            <p:spPr bwMode="auto">
              <a:xfrm>
                <a:off x="4867834" y="1763719"/>
                <a:ext cx="395873" cy="387298"/>
              </a:xfrm>
              <a:prstGeom prst="ellipse">
                <a:avLst/>
              </a:prstGeom>
              <a:solidFill>
                <a:srgbClr val="002DB0"/>
              </a:solidFill>
              <a:ln w="4286" cap="flat">
                <a:solidFill>
                  <a:srgbClr val="002DB0"/>
                </a:solidFill>
                <a:prstDash val="solid"/>
                <a:miter/>
              </a:ln>
            </p:spPr>
            <p:txBody>
              <a:bodyPr rtlCol="0" anchor="ctr"/>
              <a:lstStyle>
                <a:lvl1pPr>
                  <a:spcBef>
                    <a:spcPct val="20000"/>
                  </a:spcBef>
                  <a:buChar char="•"/>
                  <a:defRPr sz="1500">
                    <a:solidFill>
                      <a:schemeClr val="accent2"/>
                    </a:solidFill>
                    <a:latin typeface="Arial" panose="020B0604020202020204" pitchFamily="34" charset="0"/>
                    <a:ea typeface="仿宋_GB2312" pitchFamily="1" charset="-122"/>
                  </a:defRPr>
                </a:lvl1pPr>
                <a:lvl2pPr marL="742950" indent="-285750">
                  <a:spcBef>
                    <a:spcPct val="20000"/>
                  </a:spcBef>
                  <a:buChar char="–"/>
                  <a:defRPr sz="1400">
                    <a:solidFill>
                      <a:schemeClr val="accent2"/>
                    </a:solidFill>
                    <a:latin typeface="Arial" panose="020B0604020202020204" pitchFamily="34" charset="0"/>
                    <a:ea typeface="楷体_GB2312" pitchFamily="1"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7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9pPr>
              </a:lstStyle>
              <a:p>
                <a:endParaRPr lang="zh-CN" altLang="en-US" sz="1600">
                  <a:sym typeface="+mn-lt"/>
                </a:endParaRPr>
              </a:p>
            </p:txBody>
          </p:sp>
          <p:sp>
            <p:nvSpPr>
              <p:cNvPr id="35" name="TextBox 86"/>
              <p:cNvSpPr txBox="1">
                <a:spLocks noChangeArrowheads="1"/>
              </p:cNvSpPr>
              <p:nvPr/>
            </p:nvSpPr>
            <p:spPr bwMode="auto">
              <a:xfrm>
                <a:off x="4912439" y="1825527"/>
                <a:ext cx="31402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500">
                    <a:solidFill>
                      <a:schemeClr val="accent2"/>
                    </a:solidFill>
                    <a:latin typeface="Arial" panose="020B0604020202020204" pitchFamily="34" charset="0"/>
                    <a:ea typeface="仿宋_GB2312" pitchFamily="1" charset="-122"/>
                  </a:defRPr>
                </a:lvl1pPr>
                <a:lvl2pPr marL="742950" indent="-285750">
                  <a:spcBef>
                    <a:spcPct val="20000"/>
                  </a:spcBef>
                  <a:buChar char="–"/>
                  <a:defRPr sz="1400">
                    <a:solidFill>
                      <a:schemeClr val="accent2"/>
                    </a:solidFill>
                    <a:latin typeface="Arial" panose="020B0604020202020204" pitchFamily="34" charset="0"/>
                    <a:ea typeface="楷体_GB2312" pitchFamily="1"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7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en-US" altLang="zh-CN" sz="1600" dirty="0">
                    <a:solidFill>
                      <a:schemeClr val="bg1"/>
                    </a:solidFill>
                    <a:latin typeface="+mn-lt"/>
                    <a:ea typeface="+mn-ea"/>
                    <a:cs typeface="+mn-ea"/>
                    <a:sym typeface="+mn-lt"/>
                  </a:rPr>
                  <a:t>02</a:t>
                </a:r>
                <a:endParaRPr lang="zh-CN" altLang="en-US" sz="1600" dirty="0">
                  <a:solidFill>
                    <a:schemeClr val="bg1"/>
                  </a:solidFill>
                  <a:latin typeface="+mn-lt"/>
                  <a:ea typeface="+mn-ea"/>
                  <a:cs typeface="+mn-ea"/>
                  <a:sym typeface="+mn-lt"/>
                </a:endParaRPr>
              </a:p>
            </p:txBody>
          </p:sp>
        </p:grpSp>
        <p:grpSp>
          <p:nvGrpSpPr>
            <p:cNvPr id="5" name="组合 4"/>
            <p:cNvGrpSpPr/>
            <p:nvPr/>
          </p:nvGrpSpPr>
          <p:grpSpPr>
            <a:xfrm>
              <a:off x="5832084" y="4922183"/>
              <a:ext cx="527832" cy="514494"/>
              <a:chOff x="4058222" y="3691635"/>
              <a:chExt cx="395874" cy="385870"/>
            </a:xfrm>
          </p:grpSpPr>
          <p:sp>
            <p:nvSpPr>
              <p:cNvPr id="5134" name="椭圆 87"/>
              <p:cNvSpPr>
                <a:spLocks noChangeArrowheads="1"/>
              </p:cNvSpPr>
              <p:nvPr/>
            </p:nvSpPr>
            <p:spPr bwMode="auto">
              <a:xfrm>
                <a:off x="4058222" y="3691635"/>
                <a:ext cx="395874" cy="385870"/>
              </a:xfrm>
              <a:prstGeom prst="ellipse">
                <a:avLst/>
              </a:prstGeom>
              <a:solidFill>
                <a:srgbClr val="002DB0"/>
              </a:solidFill>
              <a:ln w="4286" cap="flat">
                <a:solidFill>
                  <a:srgbClr val="002DB0"/>
                </a:solidFill>
                <a:prstDash val="solid"/>
                <a:miter/>
              </a:ln>
            </p:spPr>
            <p:txBody>
              <a:bodyPr rtlCol="0" anchor="ctr"/>
              <a:lstStyle>
                <a:lvl1pPr>
                  <a:spcBef>
                    <a:spcPct val="20000"/>
                  </a:spcBef>
                  <a:buChar char="•"/>
                  <a:defRPr sz="1500">
                    <a:solidFill>
                      <a:schemeClr val="accent2"/>
                    </a:solidFill>
                    <a:latin typeface="Arial" panose="020B0604020202020204" pitchFamily="34" charset="0"/>
                    <a:ea typeface="仿宋_GB2312" pitchFamily="1" charset="-122"/>
                  </a:defRPr>
                </a:lvl1pPr>
                <a:lvl2pPr marL="742950" indent="-285750">
                  <a:spcBef>
                    <a:spcPct val="20000"/>
                  </a:spcBef>
                  <a:buChar char="–"/>
                  <a:defRPr sz="1400">
                    <a:solidFill>
                      <a:schemeClr val="accent2"/>
                    </a:solidFill>
                    <a:latin typeface="Arial" panose="020B0604020202020204" pitchFamily="34" charset="0"/>
                    <a:ea typeface="楷体_GB2312" pitchFamily="1"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7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9pPr>
              </a:lstStyle>
              <a:p>
                <a:endParaRPr lang="zh-CN" altLang="en-US" sz="1600">
                  <a:sym typeface="+mn-lt"/>
                </a:endParaRPr>
              </a:p>
            </p:txBody>
          </p:sp>
          <p:sp>
            <p:nvSpPr>
              <p:cNvPr id="37" name="TextBox 88"/>
              <p:cNvSpPr txBox="1">
                <a:spLocks noChangeArrowheads="1"/>
              </p:cNvSpPr>
              <p:nvPr/>
            </p:nvSpPr>
            <p:spPr bwMode="auto">
              <a:xfrm>
                <a:off x="4099145" y="3776191"/>
                <a:ext cx="314028" cy="25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500">
                    <a:solidFill>
                      <a:schemeClr val="accent2"/>
                    </a:solidFill>
                    <a:latin typeface="Arial" panose="020B0604020202020204" pitchFamily="34" charset="0"/>
                    <a:ea typeface="仿宋_GB2312" pitchFamily="1" charset="-122"/>
                  </a:defRPr>
                </a:lvl1pPr>
                <a:lvl2pPr marL="742950" indent="-285750">
                  <a:spcBef>
                    <a:spcPct val="20000"/>
                  </a:spcBef>
                  <a:buChar char="–"/>
                  <a:defRPr sz="1400">
                    <a:solidFill>
                      <a:schemeClr val="accent2"/>
                    </a:solidFill>
                    <a:latin typeface="Arial" panose="020B0604020202020204" pitchFamily="34" charset="0"/>
                    <a:ea typeface="楷体_GB2312" pitchFamily="1"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7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7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en-US" altLang="zh-CN" sz="1600" dirty="0">
                    <a:solidFill>
                      <a:schemeClr val="bg1"/>
                    </a:solidFill>
                    <a:latin typeface="+mn-lt"/>
                    <a:ea typeface="+mn-ea"/>
                    <a:cs typeface="+mn-ea"/>
                    <a:sym typeface="+mn-lt"/>
                  </a:rPr>
                  <a:t>03</a:t>
                </a:r>
                <a:endParaRPr lang="zh-CN" altLang="en-US" sz="1600" dirty="0">
                  <a:solidFill>
                    <a:schemeClr val="bg1"/>
                  </a:solidFill>
                  <a:latin typeface="+mn-lt"/>
                  <a:ea typeface="+mn-ea"/>
                  <a:cs typeface="+mn-ea"/>
                  <a:sym typeface="+mn-lt"/>
                </a:endParaRPr>
              </a:p>
            </p:txBody>
          </p:sp>
        </p:grpSp>
      </p:grpSp>
      <p:grpSp>
        <p:nvGrpSpPr>
          <p:cNvPr id="20" name="组合 19"/>
          <p:cNvGrpSpPr/>
          <p:nvPr/>
        </p:nvGrpSpPr>
        <p:grpSpPr>
          <a:xfrm>
            <a:off x="2141253" y="1679177"/>
            <a:ext cx="7329314" cy="523220"/>
            <a:chOff x="2514242" y="2136377"/>
            <a:chExt cx="7329314" cy="523220"/>
          </a:xfrm>
        </p:grpSpPr>
        <p:sp>
          <p:nvSpPr>
            <p:cNvPr id="10" name="文本框 9"/>
            <p:cNvSpPr txBox="1"/>
            <p:nvPr/>
          </p:nvSpPr>
          <p:spPr>
            <a:xfrm>
              <a:off x="7607989" y="2136377"/>
              <a:ext cx="2235567" cy="523220"/>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sz="2800" dirty="0">
                  <a:solidFill>
                    <a:schemeClr val="tx1">
                      <a:lumMod val="95000"/>
                      <a:lumOff val="5000"/>
                    </a:schemeClr>
                  </a:solidFill>
                  <a:sym typeface="HarmonyOS Sans SC Light" panose="00000400000000000000" pitchFamily="2" charset="-122"/>
                </a:rPr>
                <a:t>名誉权</a:t>
              </a:r>
              <a:endParaRPr lang="zh-CN" altLang="en-US" sz="2800" dirty="0">
                <a:solidFill>
                  <a:schemeClr val="tx1">
                    <a:lumMod val="95000"/>
                    <a:lumOff val="5000"/>
                  </a:schemeClr>
                </a:solidFill>
                <a:sym typeface="HarmonyOS Sans SC Light" panose="00000400000000000000" pitchFamily="2" charset="-122"/>
              </a:endParaRPr>
            </a:p>
          </p:txBody>
        </p:sp>
        <p:sp>
          <p:nvSpPr>
            <p:cNvPr id="19" name="文本框 18"/>
            <p:cNvSpPr txBox="1"/>
            <p:nvPr/>
          </p:nvSpPr>
          <p:spPr>
            <a:xfrm>
              <a:off x="2514242" y="2136377"/>
              <a:ext cx="2235567" cy="523220"/>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sz="2800" dirty="0">
                  <a:solidFill>
                    <a:schemeClr val="tx1">
                      <a:lumMod val="95000"/>
                      <a:lumOff val="5000"/>
                    </a:schemeClr>
                  </a:solidFill>
                  <a:sym typeface="HarmonyOS Sans SC Light" panose="00000400000000000000" pitchFamily="2" charset="-122"/>
                </a:rPr>
                <a:t>个人隐私权</a:t>
              </a:r>
              <a:endParaRPr lang="zh-CN" altLang="en-US" sz="2800" dirty="0">
                <a:solidFill>
                  <a:schemeClr val="tx1">
                    <a:lumMod val="95000"/>
                    <a:lumOff val="5000"/>
                  </a:schemeClr>
                </a:solidFill>
                <a:sym typeface="HarmonyOS Sans SC Light" panose="00000400000000000000" pitchFamily="2" charset="-122"/>
              </a:endParaRPr>
            </a:p>
          </p:txBody>
        </p:sp>
      </p:grpSp>
      <p:sp>
        <p:nvSpPr>
          <p:cNvPr id="25" name="文本框 24"/>
          <p:cNvSpPr txBox="1"/>
          <p:nvPr/>
        </p:nvSpPr>
        <p:spPr>
          <a:xfrm>
            <a:off x="4092804" y="5092218"/>
            <a:ext cx="2896404" cy="523220"/>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sz="2800" dirty="0">
                <a:solidFill>
                  <a:schemeClr val="tx1">
                    <a:lumMod val="95000"/>
                    <a:lumOff val="5000"/>
                  </a:schemeClr>
                </a:solidFill>
                <a:sym typeface="HarmonyOS Sans SC Light" panose="00000400000000000000" pitchFamily="2" charset="-122"/>
              </a:rPr>
              <a:t>社会信任机制</a:t>
            </a:r>
            <a:endParaRPr lang="zh-CN" altLang="en-US" sz="2800" dirty="0">
              <a:solidFill>
                <a:schemeClr val="tx1">
                  <a:lumMod val="95000"/>
                  <a:lumOff val="5000"/>
                </a:schemeClr>
              </a:solidFill>
              <a:sym typeface="HarmonyOS Sans SC Light" panose="000004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590049"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4090081" cy="523220"/>
            <a:chOff x="2771965" y="2241921"/>
            <a:chExt cx="4090081" cy="523220"/>
          </a:xfrm>
        </p:grpSpPr>
        <p:sp>
          <p:nvSpPr>
            <p:cNvPr id="16" name="文本框 15"/>
            <p:cNvSpPr txBox="1"/>
            <p:nvPr/>
          </p:nvSpPr>
          <p:spPr>
            <a:xfrm>
              <a:off x="4112575" y="2279985"/>
              <a:ext cx="2749471" cy="400110"/>
            </a:xfrm>
            <a:prstGeom prst="rect">
              <a:avLst/>
            </a:prstGeom>
            <a:noFill/>
          </p:spPr>
          <p:txBody>
            <a:bodyPr wrap="none" rtlCol="0">
              <a:spAutoFit/>
            </a:bodyPr>
            <a:lstStyle/>
            <a:p>
              <a:r>
                <a:rPr lang="zh-CN" altLang="en-US" sz="2000" b="1" dirty="0">
                  <a:solidFill>
                    <a:schemeClr val="tx1">
                      <a:lumMod val="95000"/>
                      <a:lumOff val="5000"/>
                    </a:schemeClr>
                  </a:solidFill>
                </a:rPr>
                <a:t>伦理分析：个人隐私权</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02</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sp>
        <p:nvSpPr>
          <p:cNvPr id="2" name="圆角矩形 1"/>
          <p:cNvSpPr/>
          <p:nvPr/>
        </p:nvSpPr>
        <p:spPr>
          <a:xfrm>
            <a:off x="815413" y="2214768"/>
            <a:ext cx="2400267" cy="2865232"/>
          </a:xfrm>
          <a:prstGeom prst="roundRect">
            <a:avLst/>
          </a:prstGeom>
          <a:solidFill>
            <a:schemeClr val="bg1"/>
          </a:solidFill>
          <a:ln w="4286" cap="flat">
            <a:solidFill>
              <a:srgbClr val="002DB0"/>
            </a:solidFill>
            <a:prstDash val="solid"/>
            <a:miter/>
          </a:ln>
        </p:spPr>
        <p:txBody>
          <a:bodyPr rtlCol="0" anchor="ctr"/>
          <a:lstStyle/>
          <a:p>
            <a:endParaRPr lang="zh-CN" altLang="en-US">
              <a:solidFill>
                <a:schemeClr val="tx1"/>
              </a:solidFill>
              <a:sym typeface="+mn-lt"/>
            </a:endParaRPr>
          </a:p>
        </p:txBody>
      </p:sp>
      <p:sp>
        <p:nvSpPr>
          <p:cNvPr id="3" name="圆角矩形 2"/>
          <p:cNvSpPr/>
          <p:nvPr/>
        </p:nvSpPr>
        <p:spPr>
          <a:xfrm>
            <a:off x="3503712" y="2214768"/>
            <a:ext cx="2400267" cy="2865232"/>
          </a:xfrm>
          <a:prstGeom prst="roundRect">
            <a:avLst/>
          </a:prstGeom>
          <a:solidFill>
            <a:schemeClr val="bg1"/>
          </a:solidFill>
          <a:ln w="4286" cap="flat">
            <a:solidFill>
              <a:srgbClr val="002DB0"/>
            </a:solidFill>
            <a:prstDash val="solid"/>
            <a:miter/>
          </a:ln>
        </p:spPr>
        <p:txBody>
          <a:bodyPr rtlCol="0" anchor="ctr"/>
          <a:lstStyle/>
          <a:p>
            <a:endParaRPr lang="zh-CN" altLang="en-US">
              <a:solidFill>
                <a:schemeClr val="tx1"/>
              </a:solidFill>
              <a:sym typeface="+mn-lt"/>
            </a:endParaRPr>
          </a:p>
        </p:txBody>
      </p:sp>
      <p:sp>
        <p:nvSpPr>
          <p:cNvPr id="4" name="圆角矩形 3"/>
          <p:cNvSpPr/>
          <p:nvPr/>
        </p:nvSpPr>
        <p:spPr>
          <a:xfrm>
            <a:off x="6192011" y="2214768"/>
            <a:ext cx="2496277" cy="2803388"/>
          </a:xfrm>
          <a:prstGeom prst="roundRect">
            <a:avLst/>
          </a:prstGeom>
          <a:solidFill>
            <a:schemeClr val="bg1"/>
          </a:solidFill>
          <a:ln w="4286" cap="flat">
            <a:solidFill>
              <a:srgbClr val="002DB0"/>
            </a:solidFill>
            <a:prstDash val="solid"/>
            <a:miter/>
          </a:ln>
        </p:spPr>
        <p:txBody>
          <a:bodyPr rtlCol="0" anchor="ctr"/>
          <a:lstStyle/>
          <a:p>
            <a:endParaRPr lang="zh-CN" altLang="en-US">
              <a:solidFill>
                <a:schemeClr val="tx1"/>
              </a:solidFill>
              <a:sym typeface="+mn-lt"/>
            </a:endParaRPr>
          </a:p>
        </p:txBody>
      </p:sp>
      <p:sp>
        <p:nvSpPr>
          <p:cNvPr id="5" name="AutoShape 4" descr="D:\51PPT模板网\51pptmoban.com\图片.jpg"/>
          <p:cNvSpPr/>
          <p:nvPr/>
        </p:nvSpPr>
        <p:spPr bwMode="auto">
          <a:xfrm>
            <a:off x="938334" y="1306083"/>
            <a:ext cx="2201863" cy="1920104"/>
          </a:xfrm>
          <a:custGeom>
            <a:avLst/>
            <a:gdLst>
              <a:gd name="T0" fmla="*/ 448907368 w 21600"/>
              <a:gd name="T1" fmla="*/ 420564200 h 21600"/>
              <a:gd name="T2" fmla="*/ 448907368 w 21600"/>
              <a:gd name="T3" fmla="*/ 420564200 h 21600"/>
              <a:gd name="T4" fmla="*/ 448907368 w 21600"/>
              <a:gd name="T5" fmla="*/ 420564200 h 21600"/>
              <a:gd name="T6" fmla="*/ 448907368 w 21600"/>
              <a:gd name="T7" fmla="*/ 4205642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925" y="0"/>
                </a:moveTo>
                <a:cubicBezTo>
                  <a:pt x="19644" y="0"/>
                  <a:pt x="19644" y="0"/>
                  <a:pt x="19644" y="0"/>
                </a:cubicBezTo>
                <a:cubicBezTo>
                  <a:pt x="20697" y="0"/>
                  <a:pt x="21600" y="1213"/>
                  <a:pt x="21600" y="2679"/>
                </a:cubicBezTo>
                <a:cubicBezTo>
                  <a:pt x="21600" y="18879"/>
                  <a:pt x="21600" y="18879"/>
                  <a:pt x="21600" y="18879"/>
                </a:cubicBezTo>
                <a:cubicBezTo>
                  <a:pt x="21600" y="20386"/>
                  <a:pt x="20697" y="21599"/>
                  <a:pt x="19644" y="21599"/>
                </a:cubicBezTo>
                <a:cubicBezTo>
                  <a:pt x="1925" y="21599"/>
                  <a:pt x="1925" y="21599"/>
                  <a:pt x="1925" y="21599"/>
                </a:cubicBezTo>
                <a:cubicBezTo>
                  <a:pt x="872" y="21599"/>
                  <a:pt x="0" y="20386"/>
                  <a:pt x="0" y="18879"/>
                </a:cubicBezTo>
                <a:cubicBezTo>
                  <a:pt x="0" y="2679"/>
                  <a:pt x="0" y="2679"/>
                  <a:pt x="0" y="2679"/>
                </a:cubicBezTo>
                <a:cubicBezTo>
                  <a:pt x="0" y="1213"/>
                  <a:pt x="872" y="0"/>
                  <a:pt x="1925" y="0"/>
                </a:cubicBezTo>
                <a:close/>
              </a:path>
            </a:pathLst>
          </a:custGeom>
          <a:solidFill>
            <a:srgbClr val="002DB0"/>
          </a:solidFill>
          <a:ln>
            <a:noFill/>
          </a:ln>
        </p:spPr>
        <p:txBody>
          <a:bodyPr lIns="22860" tIns="22860" rIns="22860" bIns="22860"/>
          <a:lstStyle/>
          <a:p>
            <a:endParaRPr lang="en-US" sz="2400">
              <a:cs typeface="+mn-ea"/>
              <a:sym typeface="+mn-lt"/>
            </a:endParaRPr>
          </a:p>
        </p:txBody>
      </p:sp>
      <p:sp>
        <p:nvSpPr>
          <p:cNvPr id="6" name="AutoShape 5"/>
          <p:cNvSpPr/>
          <p:nvPr/>
        </p:nvSpPr>
        <p:spPr bwMode="auto">
          <a:xfrm>
            <a:off x="3598003" y="1293034"/>
            <a:ext cx="2203451" cy="1920104"/>
          </a:xfrm>
          <a:custGeom>
            <a:avLst/>
            <a:gdLst>
              <a:gd name="T0" fmla="*/ 449554806 w 21600"/>
              <a:gd name="T1" fmla="*/ 420564200 h 21600"/>
              <a:gd name="T2" fmla="*/ 449554806 w 21600"/>
              <a:gd name="T3" fmla="*/ 420564200 h 21600"/>
              <a:gd name="T4" fmla="*/ 449554806 w 21600"/>
              <a:gd name="T5" fmla="*/ 420564200 h 21600"/>
              <a:gd name="T6" fmla="*/ 449554806 w 21600"/>
              <a:gd name="T7" fmla="*/ 4205642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955" y="0"/>
                </a:moveTo>
                <a:cubicBezTo>
                  <a:pt x="19674" y="0"/>
                  <a:pt x="19674" y="0"/>
                  <a:pt x="19674" y="0"/>
                </a:cubicBezTo>
                <a:cubicBezTo>
                  <a:pt x="20727" y="0"/>
                  <a:pt x="21600" y="1213"/>
                  <a:pt x="21600" y="2679"/>
                </a:cubicBezTo>
                <a:cubicBezTo>
                  <a:pt x="21600" y="18879"/>
                  <a:pt x="21600" y="18879"/>
                  <a:pt x="21600" y="18879"/>
                </a:cubicBezTo>
                <a:cubicBezTo>
                  <a:pt x="21600" y="20386"/>
                  <a:pt x="20727" y="21599"/>
                  <a:pt x="19674" y="21599"/>
                </a:cubicBezTo>
                <a:cubicBezTo>
                  <a:pt x="1955" y="21599"/>
                  <a:pt x="1955" y="21599"/>
                  <a:pt x="1955" y="21599"/>
                </a:cubicBezTo>
                <a:cubicBezTo>
                  <a:pt x="872" y="21599"/>
                  <a:pt x="0" y="20386"/>
                  <a:pt x="0" y="18879"/>
                </a:cubicBezTo>
                <a:cubicBezTo>
                  <a:pt x="0" y="2679"/>
                  <a:pt x="0" y="2679"/>
                  <a:pt x="0" y="2679"/>
                </a:cubicBezTo>
                <a:cubicBezTo>
                  <a:pt x="0" y="1213"/>
                  <a:pt x="872" y="0"/>
                  <a:pt x="1955" y="0"/>
                </a:cubicBezTo>
                <a:close/>
              </a:path>
            </a:pathLst>
          </a:custGeom>
          <a:solidFill>
            <a:srgbClr val="002DB0"/>
          </a:solidFill>
          <a:ln>
            <a:noFill/>
          </a:ln>
        </p:spPr>
        <p:txBody>
          <a:bodyPr lIns="22860" tIns="22860" rIns="22860" bIns="22860"/>
          <a:lstStyle/>
          <a:p>
            <a:endParaRPr lang="en-US" sz="2400">
              <a:cs typeface="+mn-ea"/>
              <a:sym typeface="+mn-lt"/>
            </a:endParaRPr>
          </a:p>
        </p:txBody>
      </p:sp>
      <p:sp>
        <p:nvSpPr>
          <p:cNvPr id="7" name="AutoShape 6"/>
          <p:cNvSpPr/>
          <p:nvPr/>
        </p:nvSpPr>
        <p:spPr bwMode="auto">
          <a:xfrm>
            <a:off x="6352119" y="1306083"/>
            <a:ext cx="2201069" cy="19201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5" y="0"/>
                </a:moveTo>
                <a:cubicBezTo>
                  <a:pt x="19674" y="0"/>
                  <a:pt x="19674" y="0"/>
                  <a:pt x="19674" y="0"/>
                </a:cubicBezTo>
                <a:cubicBezTo>
                  <a:pt x="20727" y="0"/>
                  <a:pt x="21600" y="1213"/>
                  <a:pt x="21600" y="2679"/>
                </a:cubicBezTo>
                <a:cubicBezTo>
                  <a:pt x="21600" y="18879"/>
                  <a:pt x="21600" y="18879"/>
                  <a:pt x="21600" y="18879"/>
                </a:cubicBezTo>
                <a:cubicBezTo>
                  <a:pt x="21600" y="20386"/>
                  <a:pt x="20727" y="21599"/>
                  <a:pt x="19674" y="21599"/>
                </a:cubicBezTo>
                <a:cubicBezTo>
                  <a:pt x="1955" y="21599"/>
                  <a:pt x="1955" y="21599"/>
                  <a:pt x="1955" y="21599"/>
                </a:cubicBezTo>
                <a:cubicBezTo>
                  <a:pt x="872" y="21599"/>
                  <a:pt x="0" y="20386"/>
                  <a:pt x="0" y="18879"/>
                </a:cubicBezTo>
                <a:cubicBezTo>
                  <a:pt x="0" y="2679"/>
                  <a:pt x="0" y="2679"/>
                  <a:pt x="0" y="2679"/>
                </a:cubicBezTo>
                <a:cubicBezTo>
                  <a:pt x="0" y="1213"/>
                  <a:pt x="872" y="0"/>
                  <a:pt x="1955" y="0"/>
                </a:cubicBezTo>
                <a:close/>
              </a:path>
            </a:pathLst>
          </a:custGeom>
          <a:solidFill>
            <a:srgbClr val="002DB0"/>
          </a:solidFill>
          <a:ln>
            <a:noFill/>
          </a:ln>
        </p:spPr>
        <p:txBody>
          <a:bodyPr lIns="22860" tIns="22860" rIns="22860" bIns="22860"/>
          <a:lstStyle/>
          <a:p>
            <a:endParaRPr lang="es-ES" sz="2400">
              <a:cs typeface="+mn-ea"/>
              <a:sym typeface="+mn-lt"/>
            </a:endParaRPr>
          </a:p>
        </p:txBody>
      </p:sp>
      <p:sp>
        <p:nvSpPr>
          <p:cNvPr id="8" name="TextBox 7"/>
          <p:cNvSpPr txBox="1"/>
          <p:nvPr/>
        </p:nvSpPr>
        <p:spPr>
          <a:xfrm>
            <a:off x="1617091" y="2521494"/>
            <a:ext cx="1005403" cy="338554"/>
          </a:xfrm>
          <a:prstGeom prst="rect">
            <a:avLst/>
          </a:prstGeom>
          <a:noFill/>
        </p:spPr>
        <p:txBody>
          <a:bodyPr wrap="none" rtlCol="0">
            <a:spAutoFit/>
          </a:bodyPr>
          <a:lstStyle/>
          <a:p>
            <a:r>
              <a:rPr lang="zh-CN" altLang="en-US" sz="1600" b="1" dirty="0">
                <a:solidFill>
                  <a:schemeClr val="bg1"/>
                </a:solidFill>
                <a:cs typeface="+mn-ea"/>
                <a:sym typeface="+mn-lt"/>
              </a:rPr>
              <a:t>技术发展</a:t>
            </a:r>
            <a:endParaRPr lang="zh-CN" altLang="en-US" sz="1600" b="1" dirty="0">
              <a:solidFill>
                <a:schemeClr val="bg1"/>
              </a:solidFill>
              <a:cs typeface="+mn-ea"/>
              <a:sym typeface="+mn-lt"/>
            </a:endParaRPr>
          </a:p>
        </p:txBody>
      </p:sp>
      <p:sp>
        <p:nvSpPr>
          <p:cNvPr id="11" name="Freeform 154"/>
          <p:cNvSpPr>
            <a:spLocks noChangeArrowheads="1"/>
          </p:cNvSpPr>
          <p:nvPr/>
        </p:nvSpPr>
        <p:spPr bwMode="auto">
          <a:xfrm>
            <a:off x="1750547" y="1637394"/>
            <a:ext cx="502517" cy="681676"/>
          </a:xfrm>
          <a:custGeom>
            <a:avLst/>
            <a:gdLst>
              <a:gd name="T0" fmla="*/ 416411 w 355"/>
              <a:gd name="T1" fmla="*/ 157263 h 487"/>
              <a:gd name="T2" fmla="*/ 416411 w 355"/>
              <a:gd name="T3" fmla="*/ 157263 h 487"/>
              <a:gd name="T4" fmla="*/ 139606 w 355"/>
              <a:gd name="T5" fmla="*/ 20254 h 487"/>
              <a:gd name="T6" fmla="*/ 10832 w 355"/>
              <a:gd name="T7" fmla="*/ 63143 h 487"/>
              <a:gd name="T8" fmla="*/ 0 w 355"/>
              <a:gd name="T9" fmla="*/ 94119 h 487"/>
              <a:gd name="T10" fmla="*/ 10832 w 355"/>
              <a:gd name="T11" fmla="*/ 411028 h 487"/>
              <a:gd name="T12" fmla="*/ 21663 w 355"/>
              <a:gd name="T13" fmla="*/ 432473 h 487"/>
              <a:gd name="T14" fmla="*/ 267177 w 355"/>
              <a:gd name="T15" fmla="*/ 579014 h 487"/>
              <a:gd name="T16" fmla="*/ 278009 w 355"/>
              <a:gd name="T17" fmla="*/ 579014 h 487"/>
              <a:gd name="T18" fmla="*/ 288840 w 355"/>
              <a:gd name="T19" fmla="*/ 579014 h 487"/>
              <a:gd name="T20" fmla="*/ 298468 w 355"/>
              <a:gd name="T21" fmla="*/ 569483 h 487"/>
              <a:gd name="T22" fmla="*/ 298468 w 355"/>
              <a:gd name="T23" fmla="*/ 241851 h 487"/>
              <a:gd name="T24" fmla="*/ 288840 w 355"/>
              <a:gd name="T25" fmla="*/ 220406 h 487"/>
              <a:gd name="T26" fmla="*/ 52954 w 355"/>
              <a:gd name="T27" fmla="*/ 83397 h 487"/>
              <a:gd name="T28" fmla="*/ 85449 w 355"/>
              <a:gd name="T29" fmla="*/ 63143 h 487"/>
              <a:gd name="T30" fmla="*/ 128775 w 355"/>
              <a:gd name="T31" fmla="*/ 52421 h 487"/>
              <a:gd name="T32" fmla="*/ 362254 w 355"/>
              <a:gd name="T33" fmla="*/ 178708 h 487"/>
              <a:gd name="T34" fmla="*/ 373085 w 355"/>
              <a:gd name="T35" fmla="*/ 189430 h 487"/>
              <a:gd name="T36" fmla="*/ 373085 w 355"/>
              <a:gd name="T37" fmla="*/ 506339 h 487"/>
              <a:gd name="T38" fmla="*/ 394748 w 355"/>
              <a:gd name="T39" fmla="*/ 526593 h 487"/>
              <a:gd name="T40" fmla="*/ 426039 w 355"/>
              <a:gd name="T41" fmla="*/ 506339 h 487"/>
              <a:gd name="T42" fmla="*/ 426039 w 355"/>
              <a:gd name="T43" fmla="*/ 167985 h 487"/>
              <a:gd name="T44" fmla="*/ 416411 w 355"/>
              <a:gd name="T45" fmla="*/ 15726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55" h="487">
                <a:moveTo>
                  <a:pt x="346" y="132"/>
                </a:moveTo>
                <a:lnTo>
                  <a:pt x="346" y="132"/>
                </a:lnTo>
                <a:cubicBezTo>
                  <a:pt x="116" y="17"/>
                  <a:pt x="116" y="17"/>
                  <a:pt x="116" y="17"/>
                </a:cubicBezTo>
                <a:cubicBezTo>
                  <a:pt x="89" y="0"/>
                  <a:pt x="27" y="25"/>
                  <a:pt x="9" y="53"/>
                </a:cubicBezTo>
                <a:cubicBezTo>
                  <a:pt x="0" y="70"/>
                  <a:pt x="0" y="79"/>
                  <a:pt x="0" y="79"/>
                </a:cubicBezTo>
                <a:cubicBezTo>
                  <a:pt x="9" y="345"/>
                  <a:pt x="9" y="345"/>
                  <a:pt x="9" y="345"/>
                </a:cubicBezTo>
                <a:cubicBezTo>
                  <a:pt x="9" y="345"/>
                  <a:pt x="18" y="354"/>
                  <a:pt x="18" y="363"/>
                </a:cubicBezTo>
                <a:cubicBezTo>
                  <a:pt x="36" y="363"/>
                  <a:pt x="222" y="486"/>
                  <a:pt x="222" y="486"/>
                </a:cubicBezTo>
                <a:cubicBezTo>
                  <a:pt x="231" y="486"/>
                  <a:pt x="231" y="486"/>
                  <a:pt x="231" y="486"/>
                </a:cubicBezTo>
                <a:cubicBezTo>
                  <a:pt x="240" y="486"/>
                  <a:pt x="240" y="486"/>
                  <a:pt x="240" y="486"/>
                </a:cubicBezTo>
                <a:cubicBezTo>
                  <a:pt x="248" y="486"/>
                  <a:pt x="248" y="478"/>
                  <a:pt x="248" y="478"/>
                </a:cubicBezTo>
                <a:cubicBezTo>
                  <a:pt x="248" y="203"/>
                  <a:pt x="248" y="203"/>
                  <a:pt x="248" y="203"/>
                </a:cubicBezTo>
                <a:cubicBezTo>
                  <a:pt x="248" y="194"/>
                  <a:pt x="248" y="194"/>
                  <a:pt x="240" y="185"/>
                </a:cubicBezTo>
                <a:cubicBezTo>
                  <a:pt x="44" y="70"/>
                  <a:pt x="44" y="70"/>
                  <a:pt x="44" y="70"/>
                </a:cubicBezTo>
                <a:cubicBezTo>
                  <a:pt x="44" y="70"/>
                  <a:pt x="53" y="61"/>
                  <a:pt x="71" y="53"/>
                </a:cubicBezTo>
                <a:cubicBezTo>
                  <a:pt x="89" y="44"/>
                  <a:pt x="97" y="44"/>
                  <a:pt x="107" y="44"/>
                </a:cubicBezTo>
                <a:cubicBezTo>
                  <a:pt x="107" y="44"/>
                  <a:pt x="293" y="150"/>
                  <a:pt x="301" y="150"/>
                </a:cubicBezTo>
                <a:cubicBezTo>
                  <a:pt x="310" y="159"/>
                  <a:pt x="310" y="159"/>
                  <a:pt x="310" y="159"/>
                </a:cubicBezTo>
                <a:cubicBezTo>
                  <a:pt x="310" y="168"/>
                  <a:pt x="310" y="425"/>
                  <a:pt x="310" y="425"/>
                </a:cubicBezTo>
                <a:cubicBezTo>
                  <a:pt x="310" y="433"/>
                  <a:pt x="319" y="442"/>
                  <a:pt x="328" y="442"/>
                </a:cubicBezTo>
                <a:cubicBezTo>
                  <a:pt x="337" y="442"/>
                  <a:pt x="354" y="433"/>
                  <a:pt x="354" y="425"/>
                </a:cubicBezTo>
                <a:cubicBezTo>
                  <a:pt x="354" y="141"/>
                  <a:pt x="354" y="141"/>
                  <a:pt x="354" y="141"/>
                </a:cubicBezTo>
                <a:lnTo>
                  <a:pt x="346" y="132"/>
                </a:lnTo>
              </a:path>
            </a:pathLst>
          </a:custGeom>
          <a:solidFill>
            <a:schemeClr val="bg1"/>
          </a:solidFill>
          <a:ln>
            <a:noFill/>
          </a:ln>
          <a:effectLst/>
        </p:spPr>
        <p:txBody>
          <a:bodyPr wrap="none" lIns="45720" tIns="22860" rIns="45720" bIns="22860" anchor="ctr"/>
          <a:lstStyle/>
          <a:p>
            <a:pPr>
              <a:defRPr/>
            </a:pPr>
            <a:endParaRPr lang="zh-CN" altLang="en-US" sz="2400">
              <a:cs typeface="+mn-ea"/>
              <a:sym typeface="+mn-lt"/>
            </a:endParaRPr>
          </a:p>
        </p:txBody>
      </p:sp>
      <p:sp>
        <p:nvSpPr>
          <p:cNvPr id="18" name="KSO_Shape" descr="D:\51PPT模板网\51pptmoban.com\图片.jpg"/>
          <p:cNvSpPr/>
          <p:nvPr/>
        </p:nvSpPr>
        <p:spPr bwMode="auto">
          <a:xfrm>
            <a:off x="4355581" y="1698637"/>
            <a:ext cx="720664" cy="613765"/>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8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8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8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8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8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p:spPr>
        <p:txBody>
          <a:bodyPr anchor="ctr">
            <a:scene3d>
              <a:camera prst="orthographicFront"/>
              <a:lightRig rig="threePt" dir="t"/>
            </a:scene3d>
          </a:bodyPr>
          <a:lstStyle/>
          <a:p>
            <a:pPr algn="ctr">
              <a:defRPr/>
            </a:pPr>
            <a:endParaRPr lang="zh-CN" altLang="en-US" sz="2400">
              <a:solidFill>
                <a:srgbClr val="FFFFFF"/>
              </a:solidFill>
              <a:cs typeface="+mn-ea"/>
              <a:sym typeface="+mn-lt"/>
            </a:endParaRPr>
          </a:p>
        </p:txBody>
      </p:sp>
      <p:grpSp>
        <p:nvGrpSpPr>
          <p:cNvPr id="19" name="组合 18" descr="D:\51PPT模板网\51pptmoban.com\图片.jpg"/>
          <p:cNvGrpSpPr/>
          <p:nvPr/>
        </p:nvGrpSpPr>
        <p:grpSpPr>
          <a:xfrm>
            <a:off x="7116675" y="1611543"/>
            <a:ext cx="622464" cy="733377"/>
            <a:chOff x="3980233" y="2395612"/>
            <a:chExt cx="283358" cy="333848"/>
          </a:xfrm>
          <a:solidFill>
            <a:schemeClr val="bg1"/>
          </a:solidFill>
        </p:grpSpPr>
        <p:sp>
          <p:nvSpPr>
            <p:cNvPr id="20" name="Freeform 15"/>
            <p:cNvSpPr>
              <a:spLocks noEditPoints="1" noChangeArrowheads="1"/>
            </p:cNvSpPr>
            <p:nvPr/>
          </p:nvSpPr>
          <p:spPr bwMode="auto">
            <a:xfrm>
              <a:off x="3980233" y="2398191"/>
              <a:ext cx="154099" cy="331269"/>
            </a:xfrm>
            <a:custGeom>
              <a:avLst/>
              <a:gdLst>
                <a:gd name="T0" fmla="*/ 72 w 77"/>
                <a:gd name="T1" fmla="*/ 96 h 165"/>
                <a:gd name="T2" fmla="*/ 77 w 77"/>
                <a:gd name="T3" fmla="*/ 94 h 165"/>
                <a:gd name="T4" fmla="*/ 53 w 77"/>
                <a:gd name="T5" fmla="*/ 38 h 165"/>
                <a:gd name="T6" fmla="*/ 23 w 77"/>
                <a:gd name="T7" fmla="*/ 38 h 165"/>
                <a:gd name="T8" fmla="*/ 0 w 77"/>
                <a:gd name="T9" fmla="*/ 94 h 165"/>
                <a:gd name="T10" fmla="*/ 5 w 77"/>
                <a:gd name="T11" fmla="*/ 96 h 165"/>
                <a:gd name="T12" fmla="*/ 26 w 77"/>
                <a:gd name="T13" fmla="*/ 56 h 165"/>
                <a:gd name="T14" fmla="*/ 29 w 77"/>
                <a:gd name="T15" fmla="*/ 74 h 165"/>
                <a:gd name="T16" fmla="*/ 7 w 77"/>
                <a:gd name="T17" fmla="*/ 112 h 165"/>
                <a:gd name="T18" fmla="*/ 29 w 77"/>
                <a:gd name="T19" fmla="*/ 112 h 165"/>
                <a:gd name="T20" fmla="*/ 36 w 77"/>
                <a:gd name="T21" fmla="*/ 165 h 165"/>
                <a:gd name="T22" fmla="*/ 42 w 77"/>
                <a:gd name="T23" fmla="*/ 165 h 165"/>
                <a:gd name="T24" fmla="*/ 48 w 77"/>
                <a:gd name="T25" fmla="*/ 112 h 165"/>
                <a:gd name="T26" fmla="*/ 69 w 77"/>
                <a:gd name="T27" fmla="*/ 112 h 165"/>
                <a:gd name="T28" fmla="*/ 48 w 77"/>
                <a:gd name="T29" fmla="*/ 74 h 165"/>
                <a:gd name="T30" fmla="*/ 51 w 77"/>
                <a:gd name="T31" fmla="*/ 56 h 165"/>
                <a:gd name="T32" fmla="*/ 72 w 77"/>
                <a:gd name="T33" fmla="*/ 96 h 165"/>
                <a:gd name="T34" fmla="*/ 37 w 77"/>
                <a:gd name="T35" fmla="*/ 25 h 165"/>
                <a:gd name="T36" fmla="*/ 46 w 77"/>
                <a:gd name="T37" fmla="*/ 22 h 165"/>
                <a:gd name="T38" fmla="*/ 50 w 77"/>
                <a:gd name="T39" fmla="*/ 13 h 165"/>
                <a:gd name="T40" fmla="*/ 47 w 77"/>
                <a:gd name="T41" fmla="*/ 4 h 165"/>
                <a:gd name="T42" fmla="*/ 37 w 77"/>
                <a:gd name="T43" fmla="*/ 0 h 165"/>
                <a:gd name="T44" fmla="*/ 28 w 77"/>
                <a:gd name="T45" fmla="*/ 4 h 165"/>
                <a:gd name="T46" fmla="*/ 25 w 77"/>
                <a:gd name="T47" fmla="*/ 13 h 165"/>
                <a:gd name="T48" fmla="*/ 28 w 77"/>
                <a:gd name="T49" fmla="*/ 22 h 165"/>
                <a:gd name="T50" fmla="*/ 37 w 77"/>
                <a:gd name="T51" fmla="*/ 25 h 16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7"/>
                <a:gd name="T79" fmla="*/ 0 h 165"/>
                <a:gd name="T80" fmla="*/ 77 w 77"/>
                <a:gd name="T81" fmla="*/ 165 h 16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7" h="165">
                  <a:moveTo>
                    <a:pt x="72" y="96"/>
                  </a:moveTo>
                  <a:cubicBezTo>
                    <a:pt x="74" y="96"/>
                    <a:pt x="76" y="95"/>
                    <a:pt x="77" y="94"/>
                  </a:cubicBezTo>
                  <a:cubicBezTo>
                    <a:pt x="53" y="38"/>
                    <a:pt x="53" y="38"/>
                    <a:pt x="53" y="38"/>
                  </a:cubicBezTo>
                  <a:cubicBezTo>
                    <a:pt x="23" y="38"/>
                    <a:pt x="23" y="38"/>
                    <a:pt x="23" y="38"/>
                  </a:cubicBezTo>
                  <a:cubicBezTo>
                    <a:pt x="0" y="94"/>
                    <a:pt x="0" y="94"/>
                    <a:pt x="0" y="94"/>
                  </a:cubicBezTo>
                  <a:cubicBezTo>
                    <a:pt x="5" y="96"/>
                    <a:pt x="5" y="96"/>
                    <a:pt x="5" y="96"/>
                  </a:cubicBezTo>
                  <a:cubicBezTo>
                    <a:pt x="26" y="56"/>
                    <a:pt x="26" y="56"/>
                    <a:pt x="26" y="56"/>
                  </a:cubicBezTo>
                  <a:cubicBezTo>
                    <a:pt x="29" y="74"/>
                    <a:pt x="29" y="74"/>
                    <a:pt x="29" y="74"/>
                  </a:cubicBezTo>
                  <a:cubicBezTo>
                    <a:pt x="7" y="112"/>
                    <a:pt x="7" y="112"/>
                    <a:pt x="7" y="112"/>
                  </a:cubicBezTo>
                  <a:cubicBezTo>
                    <a:pt x="29" y="112"/>
                    <a:pt x="29" y="112"/>
                    <a:pt x="29" y="112"/>
                  </a:cubicBezTo>
                  <a:cubicBezTo>
                    <a:pt x="36" y="165"/>
                    <a:pt x="36" y="165"/>
                    <a:pt x="36" y="165"/>
                  </a:cubicBezTo>
                  <a:cubicBezTo>
                    <a:pt x="42" y="165"/>
                    <a:pt x="42" y="165"/>
                    <a:pt x="42" y="165"/>
                  </a:cubicBezTo>
                  <a:cubicBezTo>
                    <a:pt x="48" y="112"/>
                    <a:pt x="48" y="112"/>
                    <a:pt x="48" y="112"/>
                  </a:cubicBezTo>
                  <a:cubicBezTo>
                    <a:pt x="69" y="112"/>
                    <a:pt x="69" y="112"/>
                    <a:pt x="69" y="112"/>
                  </a:cubicBezTo>
                  <a:cubicBezTo>
                    <a:pt x="48" y="74"/>
                    <a:pt x="48" y="74"/>
                    <a:pt x="48" y="74"/>
                  </a:cubicBezTo>
                  <a:cubicBezTo>
                    <a:pt x="51" y="56"/>
                    <a:pt x="51" y="56"/>
                    <a:pt x="51" y="56"/>
                  </a:cubicBezTo>
                  <a:lnTo>
                    <a:pt x="72" y="96"/>
                  </a:lnTo>
                  <a:close/>
                  <a:moveTo>
                    <a:pt x="37" y="25"/>
                  </a:moveTo>
                  <a:cubicBezTo>
                    <a:pt x="41" y="25"/>
                    <a:pt x="44" y="24"/>
                    <a:pt x="46" y="22"/>
                  </a:cubicBezTo>
                  <a:cubicBezTo>
                    <a:pt x="49" y="19"/>
                    <a:pt x="50" y="16"/>
                    <a:pt x="50" y="13"/>
                  </a:cubicBezTo>
                  <a:cubicBezTo>
                    <a:pt x="50" y="9"/>
                    <a:pt x="49" y="6"/>
                    <a:pt x="47" y="4"/>
                  </a:cubicBezTo>
                  <a:cubicBezTo>
                    <a:pt x="44" y="1"/>
                    <a:pt x="41" y="0"/>
                    <a:pt x="37" y="0"/>
                  </a:cubicBezTo>
                  <a:cubicBezTo>
                    <a:pt x="34" y="0"/>
                    <a:pt x="31" y="1"/>
                    <a:pt x="28" y="4"/>
                  </a:cubicBezTo>
                  <a:cubicBezTo>
                    <a:pt x="26" y="6"/>
                    <a:pt x="25" y="9"/>
                    <a:pt x="25" y="13"/>
                  </a:cubicBezTo>
                  <a:cubicBezTo>
                    <a:pt x="25" y="16"/>
                    <a:pt x="26" y="19"/>
                    <a:pt x="28" y="22"/>
                  </a:cubicBezTo>
                  <a:cubicBezTo>
                    <a:pt x="31" y="24"/>
                    <a:pt x="34" y="25"/>
                    <a:pt x="37" y="25"/>
                  </a:cubicBezTo>
                  <a:close/>
                </a:path>
              </a:pathLst>
            </a:custGeom>
            <a:grpFill/>
            <a:ln>
              <a:noFill/>
            </a:ln>
          </p:spPr>
          <p:txBody>
            <a:bodyPr/>
            <a:lstStyle/>
            <a:p>
              <a:pPr algn="l"/>
              <a:endParaRPr lang="zh-CN" altLang="zh-CN" sz="2135">
                <a:solidFill>
                  <a:schemeClr val="bg1"/>
                </a:solidFill>
                <a:cs typeface="+mn-ea"/>
                <a:sym typeface="+mn-lt"/>
              </a:endParaRPr>
            </a:p>
          </p:txBody>
        </p:sp>
        <p:sp>
          <p:nvSpPr>
            <p:cNvPr id="21" name="Freeform 20"/>
            <p:cNvSpPr>
              <a:spLocks noEditPoints="1" noChangeArrowheads="1"/>
            </p:cNvSpPr>
            <p:nvPr/>
          </p:nvSpPr>
          <p:spPr bwMode="auto">
            <a:xfrm>
              <a:off x="4155025" y="2395612"/>
              <a:ext cx="108566" cy="321005"/>
            </a:xfrm>
            <a:custGeom>
              <a:avLst/>
              <a:gdLst>
                <a:gd name="T0" fmla="*/ 50 w 50"/>
                <a:gd name="T1" fmla="*/ 96 h 147"/>
                <a:gd name="T2" fmla="*/ 41 w 50"/>
                <a:gd name="T3" fmla="*/ 96 h 147"/>
                <a:gd name="T4" fmla="*/ 41 w 50"/>
                <a:gd name="T5" fmla="*/ 147 h 147"/>
                <a:gd name="T6" fmla="*/ 28 w 50"/>
                <a:gd name="T7" fmla="*/ 147 h 147"/>
                <a:gd name="T8" fmla="*/ 28 w 50"/>
                <a:gd name="T9" fmla="*/ 96 h 147"/>
                <a:gd name="T10" fmla="*/ 21 w 50"/>
                <a:gd name="T11" fmla="*/ 96 h 147"/>
                <a:gd name="T12" fmla="*/ 21 w 50"/>
                <a:gd name="T13" fmla="*/ 147 h 147"/>
                <a:gd name="T14" fmla="*/ 9 w 50"/>
                <a:gd name="T15" fmla="*/ 147 h 147"/>
                <a:gd name="T16" fmla="*/ 9 w 50"/>
                <a:gd name="T17" fmla="*/ 96 h 147"/>
                <a:gd name="T18" fmla="*/ 0 w 50"/>
                <a:gd name="T19" fmla="*/ 96 h 147"/>
                <a:gd name="T20" fmla="*/ 0 w 50"/>
                <a:gd name="T21" fmla="*/ 46 h 147"/>
                <a:gd name="T22" fmla="*/ 4 w 50"/>
                <a:gd name="T23" fmla="*/ 35 h 147"/>
                <a:gd name="T24" fmla="*/ 15 w 50"/>
                <a:gd name="T25" fmla="*/ 28 h 147"/>
                <a:gd name="T26" fmla="*/ 25 w 50"/>
                <a:gd name="T27" fmla="*/ 26 h 147"/>
                <a:gd name="T28" fmla="*/ 38 w 50"/>
                <a:gd name="T29" fmla="*/ 29 h 147"/>
                <a:gd name="T30" fmla="*/ 49 w 50"/>
                <a:gd name="T31" fmla="*/ 41 h 147"/>
                <a:gd name="T32" fmla="*/ 50 w 50"/>
                <a:gd name="T33" fmla="*/ 45 h 147"/>
                <a:gd name="T34" fmla="*/ 50 w 50"/>
                <a:gd name="T35" fmla="*/ 96 h 147"/>
                <a:gd name="T36" fmla="*/ 36 w 50"/>
                <a:gd name="T37" fmla="*/ 11 h 147"/>
                <a:gd name="T38" fmla="*/ 33 w 50"/>
                <a:gd name="T39" fmla="*/ 18 h 147"/>
                <a:gd name="T40" fmla="*/ 25 w 50"/>
                <a:gd name="T41" fmla="*/ 22 h 147"/>
                <a:gd name="T42" fmla="*/ 17 w 50"/>
                <a:gd name="T43" fmla="*/ 18 h 147"/>
                <a:gd name="T44" fmla="*/ 14 w 50"/>
                <a:gd name="T45" fmla="*/ 11 h 147"/>
                <a:gd name="T46" fmla="*/ 17 w 50"/>
                <a:gd name="T47" fmla="*/ 3 h 147"/>
                <a:gd name="T48" fmla="*/ 25 w 50"/>
                <a:gd name="T49" fmla="*/ 0 h 147"/>
                <a:gd name="T50" fmla="*/ 33 w 50"/>
                <a:gd name="T51" fmla="*/ 3 h 147"/>
                <a:gd name="T52" fmla="*/ 36 w 50"/>
                <a:gd name="T53" fmla="*/ 11 h 14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0"/>
                <a:gd name="T82" fmla="*/ 0 h 147"/>
                <a:gd name="T83" fmla="*/ 50 w 50"/>
                <a:gd name="T84" fmla="*/ 147 h 14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0" h="147">
                  <a:moveTo>
                    <a:pt x="50" y="96"/>
                  </a:moveTo>
                  <a:cubicBezTo>
                    <a:pt x="41" y="96"/>
                    <a:pt x="41" y="96"/>
                    <a:pt x="41" y="96"/>
                  </a:cubicBezTo>
                  <a:cubicBezTo>
                    <a:pt x="41" y="147"/>
                    <a:pt x="41" y="147"/>
                    <a:pt x="41" y="147"/>
                  </a:cubicBezTo>
                  <a:cubicBezTo>
                    <a:pt x="28" y="147"/>
                    <a:pt x="28" y="147"/>
                    <a:pt x="28" y="147"/>
                  </a:cubicBezTo>
                  <a:cubicBezTo>
                    <a:pt x="28" y="96"/>
                    <a:pt x="28" y="96"/>
                    <a:pt x="28" y="96"/>
                  </a:cubicBezTo>
                  <a:cubicBezTo>
                    <a:pt x="21" y="96"/>
                    <a:pt x="21" y="96"/>
                    <a:pt x="21" y="96"/>
                  </a:cubicBezTo>
                  <a:cubicBezTo>
                    <a:pt x="21" y="147"/>
                    <a:pt x="21" y="147"/>
                    <a:pt x="21" y="147"/>
                  </a:cubicBezTo>
                  <a:cubicBezTo>
                    <a:pt x="9" y="147"/>
                    <a:pt x="9" y="147"/>
                    <a:pt x="9" y="147"/>
                  </a:cubicBezTo>
                  <a:cubicBezTo>
                    <a:pt x="9" y="96"/>
                    <a:pt x="9" y="96"/>
                    <a:pt x="9" y="96"/>
                  </a:cubicBezTo>
                  <a:cubicBezTo>
                    <a:pt x="0" y="96"/>
                    <a:pt x="0" y="96"/>
                    <a:pt x="0" y="96"/>
                  </a:cubicBezTo>
                  <a:cubicBezTo>
                    <a:pt x="0" y="46"/>
                    <a:pt x="0" y="46"/>
                    <a:pt x="0" y="46"/>
                  </a:cubicBezTo>
                  <a:cubicBezTo>
                    <a:pt x="0" y="42"/>
                    <a:pt x="1" y="39"/>
                    <a:pt x="4" y="35"/>
                  </a:cubicBezTo>
                  <a:cubicBezTo>
                    <a:pt x="8" y="31"/>
                    <a:pt x="11" y="29"/>
                    <a:pt x="15" y="28"/>
                  </a:cubicBezTo>
                  <a:cubicBezTo>
                    <a:pt x="20" y="27"/>
                    <a:pt x="23" y="26"/>
                    <a:pt x="25" y="26"/>
                  </a:cubicBezTo>
                  <a:cubicBezTo>
                    <a:pt x="30" y="26"/>
                    <a:pt x="34" y="27"/>
                    <a:pt x="38" y="29"/>
                  </a:cubicBezTo>
                  <a:cubicBezTo>
                    <a:pt x="44" y="32"/>
                    <a:pt x="47" y="36"/>
                    <a:pt x="49" y="41"/>
                  </a:cubicBezTo>
                  <a:cubicBezTo>
                    <a:pt x="50" y="43"/>
                    <a:pt x="50" y="44"/>
                    <a:pt x="50" y="45"/>
                  </a:cubicBezTo>
                  <a:lnTo>
                    <a:pt x="50" y="96"/>
                  </a:lnTo>
                  <a:close/>
                  <a:moveTo>
                    <a:pt x="36" y="11"/>
                  </a:moveTo>
                  <a:cubicBezTo>
                    <a:pt x="36" y="14"/>
                    <a:pt x="35" y="16"/>
                    <a:pt x="33" y="18"/>
                  </a:cubicBezTo>
                  <a:cubicBezTo>
                    <a:pt x="31" y="20"/>
                    <a:pt x="28" y="22"/>
                    <a:pt x="25" y="22"/>
                  </a:cubicBezTo>
                  <a:cubicBezTo>
                    <a:pt x="22" y="22"/>
                    <a:pt x="19" y="20"/>
                    <a:pt x="17" y="18"/>
                  </a:cubicBezTo>
                  <a:cubicBezTo>
                    <a:pt x="15" y="16"/>
                    <a:pt x="14" y="14"/>
                    <a:pt x="14" y="11"/>
                  </a:cubicBezTo>
                  <a:cubicBezTo>
                    <a:pt x="14" y="8"/>
                    <a:pt x="15" y="5"/>
                    <a:pt x="17" y="3"/>
                  </a:cubicBezTo>
                  <a:cubicBezTo>
                    <a:pt x="20" y="1"/>
                    <a:pt x="22" y="0"/>
                    <a:pt x="25" y="0"/>
                  </a:cubicBezTo>
                  <a:cubicBezTo>
                    <a:pt x="28" y="0"/>
                    <a:pt x="31" y="1"/>
                    <a:pt x="33" y="3"/>
                  </a:cubicBezTo>
                  <a:cubicBezTo>
                    <a:pt x="35" y="5"/>
                    <a:pt x="36" y="8"/>
                    <a:pt x="36" y="11"/>
                  </a:cubicBezTo>
                  <a:close/>
                </a:path>
              </a:pathLst>
            </a:custGeom>
            <a:grpFill/>
            <a:ln>
              <a:noFill/>
            </a:ln>
          </p:spPr>
          <p:txBody>
            <a:bodyPr/>
            <a:lstStyle/>
            <a:p>
              <a:pPr algn="l"/>
              <a:endParaRPr lang="zh-CN" altLang="zh-CN" sz="2135">
                <a:solidFill>
                  <a:schemeClr val="bg1"/>
                </a:solidFill>
                <a:cs typeface="+mn-ea"/>
                <a:sym typeface="+mn-lt"/>
              </a:endParaRPr>
            </a:p>
          </p:txBody>
        </p:sp>
      </p:grpSp>
      <p:sp>
        <p:nvSpPr>
          <p:cNvPr id="25" name="等腰三角形 24"/>
          <p:cNvSpPr/>
          <p:nvPr/>
        </p:nvSpPr>
        <p:spPr>
          <a:xfrm flipV="1">
            <a:off x="1893868" y="3296846"/>
            <a:ext cx="290792" cy="171584"/>
          </a:xfrm>
          <a:prstGeom prst="triangle">
            <a:avLst/>
          </a:prstGeom>
          <a:solidFill>
            <a:schemeClr val="bg1"/>
          </a:solidFill>
          <a:ln w="4286" cap="flat">
            <a:solidFill>
              <a:srgbClr val="002DB0"/>
            </a:solidFill>
            <a:prstDash val="solid"/>
            <a:miter/>
          </a:ln>
        </p:spPr>
        <p:txBody>
          <a:bodyPr rtlCol="0" anchor="ctr"/>
          <a:lstStyle/>
          <a:p>
            <a:endParaRPr lang="zh-CN" altLang="en-US">
              <a:solidFill>
                <a:schemeClr val="tx1"/>
              </a:solidFill>
              <a:sym typeface="+mn-lt"/>
            </a:endParaRPr>
          </a:p>
        </p:txBody>
      </p:sp>
      <p:sp>
        <p:nvSpPr>
          <p:cNvPr id="26" name="等腰三角形 25"/>
          <p:cNvSpPr/>
          <p:nvPr/>
        </p:nvSpPr>
        <p:spPr>
          <a:xfrm flipV="1">
            <a:off x="4566661" y="3279177"/>
            <a:ext cx="290792" cy="171584"/>
          </a:xfrm>
          <a:prstGeom prst="triangle">
            <a:avLst/>
          </a:prstGeom>
          <a:solidFill>
            <a:schemeClr val="bg1"/>
          </a:solidFill>
          <a:ln w="4286" cap="flat">
            <a:solidFill>
              <a:srgbClr val="002DB0"/>
            </a:solidFill>
            <a:prstDash val="solid"/>
            <a:miter/>
          </a:ln>
        </p:spPr>
        <p:txBody>
          <a:bodyPr rtlCol="0" anchor="ctr"/>
          <a:lstStyle/>
          <a:p>
            <a:endParaRPr lang="zh-CN" altLang="en-US">
              <a:solidFill>
                <a:schemeClr val="tx1"/>
              </a:solidFill>
              <a:sym typeface="+mn-lt"/>
            </a:endParaRPr>
          </a:p>
        </p:txBody>
      </p:sp>
      <p:sp>
        <p:nvSpPr>
          <p:cNvPr id="27" name="等腰三角形 26"/>
          <p:cNvSpPr/>
          <p:nvPr/>
        </p:nvSpPr>
        <p:spPr>
          <a:xfrm flipV="1">
            <a:off x="7323476" y="3305682"/>
            <a:ext cx="290792" cy="171584"/>
          </a:xfrm>
          <a:prstGeom prst="triangle">
            <a:avLst/>
          </a:prstGeom>
          <a:solidFill>
            <a:schemeClr val="bg1"/>
          </a:solidFill>
          <a:ln w="4286" cap="flat">
            <a:solidFill>
              <a:srgbClr val="002DB0"/>
            </a:solidFill>
            <a:prstDash val="solid"/>
            <a:miter/>
          </a:ln>
        </p:spPr>
        <p:txBody>
          <a:bodyPr rtlCol="0" anchor="ctr"/>
          <a:lstStyle/>
          <a:p>
            <a:endParaRPr lang="zh-CN" altLang="en-US">
              <a:solidFill>
                <a:schemeClr val="tx1"/>
              </a:solidFill>
              <a:sym typeface="+mn-lt"/>
            </a:endParaRPr>
          </a:p>
        </p:txBody>
      </p:sp>
      <p:sp>
        <p:nvSpPr>
          <p:cNvPr id="31" name="圆角矩形 26"/>
          <p:cNvSpPr/>
          <p:nvPr/>
        </p:nvSpPr>
        <p:spPr>
          <a:xfrm>
            <a:off x="8886620" y="2276612"/>
            <a:ext cx="2496277" cy="2803388"/>
          </a:xfrm>
          <a:prstGeom prst="roundRect">
            <a:avLst/>
          </a:prstGeom>
          <a:solidFill>
            <a:schemeClr val="bg1"/>
          </a:solidFill>
          <a:ln w="4286" cap="flat">
            <a:solidFill>
              <a:srgbClr val="002DB0"/>
            </a:solidFill>
            <a:prstDash val="solid"/>
            <a:miter/>
          </a:ln>
        </p:spPr>
        <p:txBody>
          <a:bodyPr rtlCol="0" anchor="ctr"/>
          <a:lstStyle/>
          <a:p>
            <a:endParaRPr lang="zh-CN" altLang="en-US">
              <a:solidFill>
                <a:schemeClr val="tx1"/>
              </a:solidFill>
              <a:sym typeface="+mn-lt"/>
            </a:endParaRPr>
          </a:p>
        </p:txBody>
      </p:sp>
      <p:sp>
        <p:nvSpPr>
          <p:cNvPr id="32" name="AutoShape 6"/>
          <p:cNvSpPr/>
          <p:nvPr/>
        </p:nvSpPr>
        <p:spPr bwMode="auto">
          <a:xfrm>
            <a:off x="9046728" y="1367927"/>
            <a:ext cx="2201069" cy="19201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5" y="0"/>
                </a:moveTo>
                <a:cubicBezTo>
                  <a:pt x="19674" y="0"/>
                  <a:pt x="19674" y="0"/>
                  <a:pt x="19674" y="0"/>
                </a:cubicBezTo>
                <a:cubicBezTo>
                  <a:pt x="20727" y="0"/>
                  <a:pt x="21600" y="1213"/>
                  <a:pt x="21600" y="2679"/>
                </a:cubicBezTo>
                <a:cubicBezTo>
                  <a:pt x="21600" y="18879"/>
                  <a:pt x="21600" y="18879"/>
                  <a:pt x="21600" y="18879"/>
                </a:cubicBezTo>
                <a:cubicBezTo>
                  <a:pt x="21600" y="20386"/>
                  <a:pt x="20727" y="21599"/>
                  <a:pt x="19674" y="21599"/>
                </a:cubicBezTo>
                <a:cubicBezTo>
                  <a:pt x="1955" y="21599"/>
                  <a:pt x="1955" y="21599"/>
                  <a:pt x="1955" y="21599"/>
                </a:cubicBezTo>
                <a:cubicBezTo>
                  <a:pt x="872" y="21599"/>
                  <a:pt x="0" y="20386"/>
                  <a:pt x="0" y="18879"/>
                </a:cubicBezTo>
                <a:cubicBezTo>
                  <a:pt x="0" y="2679"/>
                  <a:pt x="0" y="2679"/>
                  <a:pt x="0" y="2679"/>
                </a:cubicBezTo>
                <a:cubicBezTo>
                  <a:pt x="0" y="1213"/>
                  <a:pt x="872" y="0"/>
                  <a:pt x="1955" y="0"/>
                </a:cubicBezTo>
                <a:close/>
              </a:path>
            </a:pathLst>
          </a:custGeom>
          <a:solidFill>
            <a:srgbClr val="002DB0"/>
          </a:solidFill>
          <a:ln>
            <a:noFill/>
          </a:ln>
        </p:spPr>
        <p:txBody>
          <a:bodyPr lIns="22860" tIns="22860" rIns="22860" bIns="22860"/>
          <a:lstStyle/>
          <a:p>
            <a:endParaRPr lang="es-ES" sz="2400">
              <a:cs typeface="+mn-ea"/>
              <a:sym typeface="+mn-lt"/>
            </a:endParaRPr>
          </a:p>
        </p:txBody>
      </p:sp>
      <p:sp>
        <p:nvSpPr>
          <p:cNvPr id="35" name="等腰三角形 34"/>
          <p:cNvSpPr/>
          <p:nvPr/>
        </p:nvSpPr>
        <p:spPr>
          <a:xfrm flipV="1">
            <a:off x="10018085" y="3367526"/>
            <a:ext cx="290792" cy="171584"/>
          </a:xfrm>
          <a:prstGeom prst="triangle">
            <a:avLst/>
          </a:prstGeom>
          <a:solidFill>
            <a:schemeClr val="bg1"/>
          </a:solidFill>
          <a:ln w="4286" cap="flat">
            <a:solidFill>
              <a:srgbClr val="002DB0"/>
            </a:solidFill>
            <a:prstDash val="solid"/>
            <a:miter/>
          </a:ln>
        </p:spPr>
        <p:txBody>
          <a:bodyPr rtlCol="0" anchor="ctr"/>
          <a:lstStyle/>
          <a:p>
            <a:endParaRPr lang="zh-CN" altLang="en-US">
              <a:solidFill>
                <a:schemeClr val="tx1"/>
              </a:solidFill>
              <a:sym typeface="+mn-lt"/>
            </a:endParaRPr>
          </a:p>
        </p:txBody>
      </p:sp>
      <p:sp>
        <p:nvSpPr>
          <p:cNvPr id="37" name="AutoShape 17"/>
          <p:cNvSpPr/>
          <p:nvPr/>
        </p:nvSpPr>
        <p:spPr bwMode="auto">
          <a:xfrm>
            <a:off x="9893924" y="1816626"/>
            <a:ext cx="450851" cy="448469"/>
          </a:xfrm>
          <a:custGeom>
            <a:avLst/>
            <a:gdLst>
              <a:gd name="T0" fmla="+- 0 11134 669"/>
              <a:gd name="T1" fmla="*/ T0 w 20931"/>
              <a:gd name="T2" fmla="+- 0 11113 627"/>
              <a:gd name="T3" fmla="*/ 11113 h 20973"/>
              <a:gd name="T4" fmla="+- 0 11134 669"/>
              <a:gd name="T5" fmla="*/ T4 w 20931"/>
              <a:gd name="T6" fmla="+- 0 11113 627"/>
              <a:gd name="T7" fmla="*/ 11113 h 20973"/>
              <a:gd name="T8" fmla="+- 0 11134 669"/>
              <a:gd name="T9" fmla="*/ T8 w 20931"/>
              <a:gd name="T10" fmla="+- 0 11113 627"/>
              <a:gd name="T11" fmla="*/ 11113 h 20973"/>
              <a:gd name="T12" fmla="+- 0 11134 669"/>
              <a:gd name="T13" fmla="*/ T12 w 20931"/>
              <a:gd name="T14" fmla="+- 0 11113 627"/>
              <a:gd name="T15" fmla="*/ 11113 h 20973"/>
            </a:gdLst>
            <a:ahLst/>
            <a:cxnLst>
              <a:cxn ang="0">
                <a:pos x="T1" y="T3"/>
              </a:cxn>
              <a:cxn ang="0">
                <a:pos x="T5" y="T7"/>
              </a:cxn>
              <a:cxn ang="0">
                <a:pos x="T9" y="T11"/>
              </a:cxn>
              <a:cxn ang="0">
                <a:pos x="T13" y="T15"/>
              </a:cxn>
            </a:cxnLst>
            <a:rect l="0" t="0" r="r" b="b"/>
            <a:pathLst>
              <a:path w="20931" h="20973">
                <a:moveTo>
                  <a:pt x="2007" y="1880"/>
                </a:moveTo>
                <a:cubicBezTo>
                  <a:pt x="-669" y="4580"/>
                  <a:pt x="-669" y="8822"/>
                  <a:pt x="2007" y="11330"/>
                </a:cubicBezTo>
                <a:cubicBezTo>
                  <a:pt x="3727" y="13258"/>
                  <a:pt x="6403" y="13837"/>
                  <a:pt x="8697" y="13065"/>
                </a:cubicBezTo>
                <a:cubicBezTo>
                  <a:pt x="10800" y="15187"/>
                  <a:pt x="10800" y="15187"/>
                  <a:pt x="10800" y="15187"/>
                </a:cubicBezTo>
                <a:cubicBezTo>
                  <a:pt x="10800" y="15187"/>
                  <a:pt x="12711" y="13644"/>
                  <a:pt x="13667" y="14608"/>
                </a:cubicBezTo>
                <a:cubicBezTo>
                  <a:pt x="14431" y="15380"/>
                  <a:pt x="13858" y="16537"/>
                  <a:pt x="13667" y="17308"/>
                </a:cubicBezTo>
                <a:cubicBezTo>
                  <a:pt x="13476" y="17694"/>
                  <a:pt x="13284" y="18465"/>
                  <a:pt x="14431" y="18080"/>
                </a:cubicBezTo>
                <a:cubicBezTo>
                  <a:pt x="14814" y="17887"/>
                  <a:pt x="16152" y="17115"/>
                  <a:pt x="16916" y="18080"/>
                </a:cubicBezTo>
                <a:cubicBezTo>
                  <a:pt x="17872" y="19044"/>
                  <a:pt x="16916" y="20973"/>
                  <a:pt x="16916" y="20973"/>
                </a:cubicBezTo>
                <a:cubicBezTo>
                  <a:pt x="20930" y="20973"/>
                  <a:pt x="20930" y="20973"/>
                  <a:pt x="20930" y="20973"/>
                </a:cubicBezTo>
                <a:cubicBezTo>
                  <a:pt x="20930" y="16922"/>
                  <a:pt x="20930" y="16922"/>
                  <a:pt x="20930" y="16922"/>
                </a:cubicBezTo>
                <a:cubicBezTo>
                  <a:pt x="12902" y="8822"/>
                  <a:pt x="12902" y="8822"/>
                  <a:pt x="12902" y="8822"/>
                </a:cubicBezTo>
                <a:cubicBezTo>
                  <a:pt x="13667" y="6508"/>
                  <a:pt x="13093" y="3808"/>
                  <a:pt x="11373" y="1880"/>
                </a:cubicBezTo>
                <a:cubicBezTo>
                  <a:pt x="8697" y="-627"/>
                  <a:pt x="4492" y="-627"/>
                  <a:pt x="2007" y="1880"/>
                </a:cubicBezTo>
                <a:close/>
                <a:moveTo>
                  <a:pt x="2580" y="9594"/>
                </a:moveTo>
                <a:cubicBezTo>
                  <a:pt x="1433" y="7665"/>
                  <a:pt x="1624" y="4965"/>
                  <a:pt x="3345" y="3230"/>
                </a:cubicBezTo>
                <a:cubicBezTo>
                  <a:pt x="4874" y="1494"/>
                  <a:pt x="7550" y="1301"/>
                  <a:pt x="9461" y="2651"/>
                </a:cubicBezTo>
                <a:lnTo>
                  <a:pt x="2580" y="9594"/>
                </a:lnTo>
                <a:close/>
              </a:path>
            </a:pathLst>
          </a:custGeom>
          <a:solidFill>
            <a:schemeClr val="bg1"/>
          </a:solidFill>
          <a:ln>
            <a:noFill/>
          </a:ln>
          <a:effectLst/>
        </p:spPr>
        <p:txBody>
          <a:bodyPr lIns="22860" tIns="22860" rIns="22860" bIns="22860"/>
          <a:lstStyle/>
          <a:p>
            <a:pPr defTabSz="457200">
              <a:defRPr/>
            </a:pPr>
            <a:endParaRPr lang="es-ES" sz="935">
              <a:solidFill>
                <a:schemeClr val="tx1">
                  <a:lumMod val="65000"/>
                  <a:lumOff val="35000"/>
                </a:schemeClr>
              </a:solidFill>
              <a:cs typeface="+mn-ea"/>
              <a:sym typeface="+mn-lt"/>
            </a:endParaRPr>
          </a:p>
        </p:txBody>
      </p:sp>
      <p:sp>
        <p:nvSpPr>
          <p:cNvPr id="38" name="TextBox 7"/>
          <p:cNvSpPr txBox="1"/>
          <p:nvPr/>
        </p:nvSpPr>
        <p:spPr>
          <a:xfrm>
            <a:off x="4228879" y="2509754"/>
            <a:ext cx="1210588" cy="338554"/>
          </a:xfrm>
          <a:prstGeom prst="rect">
            <a:avLst/>
          </a:prstGeom>
          <a:noFill/>
        </p:spPr>
        <p:txBody>
          <a:bodyPr wrap="none" rtlCol="0">
            <a:spAutoFit/>
          </a:bodyPr>
          <a:lstStyle/>
          <a:p>
            <a:r>
              <a:rPr lang="zh-CN" altLang="en-US" sz="1600" b="1" dirty="0">
                <a:solidFill>
                  <a:schemeClr val="bg1"/>
                </a:solidFill>
                <a:cs typeface="+mn-ea"/>
                <a:sym typeface="+mn-lt"/>
              </a:rPr>
              <a:t>隐私权担忧</a:t>
            </a:r>
            <a:endParaRPr lang="zh-CN" altLang="en-US" sz="1600" b="1" dirty="0">
              <a:solidFill>
                <a:schemeClr val="bg1"/>
              </a:solidFill>
              <a:cs typeface="+mn-ea"/>
              <a:sym typeface="+mn-lt"/>
            </a:endParaRPr>
          </a:p>
        </p:txBody>
      </p:sp>
      <p:sp>
        <p:nvSpPr>
          <p:cNvPr id="39" name="TextBox 7"/>
          <p:cNvSpPr txBox="1"/>
          <p:nvPr/>
        </p:nvSpPr>
        <p:spPr>
          <a:xfrm>
            <a:off x="7072843" y="2521494"/>
            <a:ext cx="1005403" cy="338554"/>
          </a:xfrm>
          <a:prstGeom prst="rect">
            <a:avLst/>
          </a:prstGeom>
          <a:noFill/>
        </p:spPr>
        <p:txBody>
          <a:bodyPr wrap="none" rtlCol="0">
            <a:spAutoFit/>
          </a:bodyPr>
          <a:lstStyle/>
          <a:p>
            <a:r>
              <a:rPr lang="zh-CN" altLang="en-US" sz="1600" b="1" dirty="0">
                <a:solidFill>
                  <a:schemeClr val="bg1"/>
                </a:solidFill>
                <a:cs typeface="+mn-ea"/>
                <a:sym typeface="+mn-lt"/>
              </a:rPr>
              <a:t>滥用风险</a:t>
            </a:r>
            <a:endParaRPr lang="zh-CN" altLang="en-US" sz="1600" b="1" dirty="0">
              <a:solidFill>
                <a:schemeClr val="bg1"/>
              </a:solidFill>
              <a:cs typeface="+mn-ea"/>
              <a:sym typeface="+mn-lt"/>
            </a:endParaRPr>
          </a:p>
        </p:txBody>
      </p:sp>
      <p:sp>
        <p:nvSpPr>
          <p:cNvPr id="40" name="TextBox 7"/>
          <p:cNvSpPr txBox="1"/>
          <p:nvPr/>
        </p:nvSpPr>
        <p:spPr>
          <a:xfrm>
            <a:off x="9768180" y="2521494"/>
            <a:ext cx="1005403" cy="338554"/>
          </a:xfrm>
          <a:prstGeom prst="rect">
            <a:avLst/>
          </a:prstGeom>
          <a:noFill/>
        </p:spPr>
        <p:txBody>
          <a:bodyPr wrap="none" rtlCol="0">
            <a:spAutoFit/>
          </a:bodyPr>
          <a:lstStyle/>
          <a:p>
            <a:r>
              <a:rPr lang="zh-CN" altLang="en-US" sz="1600" b="1" dirty="0">
                <a:solidFill>
                  <a:schemeClr val="bg1"/>
                </a:solidFill>
                <a:cs typeface="+mn-ea"/>
                <a:sym typeface="+mn-lt"/>
              </a:rPr>
              <a:t>法律挑战</a:t>
            </a:r>
            <a:endParaRPr lang="zh-CN" altLang="en-US" sz="1600" b="1" dirty="0">
              <a:solidFill>
                <a:schemeClr val="bg1"/>
              </a:solidFill>
              <a:cs typeface="+mn-ea"/>
              <a:sym typeface="+mn-lt"/>
            </a:endParaRPr>
          </a:p>
        </p:txBody>
      </p:sp>
      <p:sp>
        <p:nvSpPr>
          <p:cNvPr id="42" name="文本框 41"/>
          <p:cNvSpPr txBox="1"/>
          <p:nvPr/>
        </p:nvSpPr>
        <p:spPr>
          <a:xfrm>
            <a:off x="1055261" y="3454458"/>
            <a:ext cx="2007006" cy="1346907"/>
          </a:xfrm>
          <a:prstGeom prst="rect">
            <a:avLst/>
          </a:prstGeom>
          <a:noFill/>
        </p:spPr>
        <p:txBody>
          <a:bodyPr wrap="square">
            <a:spAutoFit/>
          </a:bodyPr>
          <a:lstStyle>
            <a:defPPr>
              <a:defRPr lang="zh-CN"/>
            </a:defPPr>
            <a:lvl1pPr>
              <a:lnSpc>
                <a:spcPct val="150000"/>
              </a:lnSpc>
              <a:defRPr sz="1100" b="0" i="0">
                <a:solidFill>
                  <a:schemeClr val="tx1">
                    <a:lumMod val="95000"/>
                    <a:lumOff val="5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en-US" altLang="zh-CN" sz="1400" dirty="0"/>
              <a:t>AI</a:t>
            </a:r>
            <a:r>
              <a:rPr lang="zh-CN" altLang="en-US" sz="1400" dirty="0"/>
              <a:t>配音技术的发展使得模拟个体，尤其是公众人物的声音变得更加容易。</a:t>
            </a:r>
            <a:endParaRPr lang="zh-CN" altLang="en-US" sz="1400" dirty="0"/>
          </a:p>
        </p:txBody>
      </p:sp>
      <p:sp>
        <p:nvSpPr>
          <p:cNvPr id="43" name="文本框 42"/>
          <p:cNvSpPr txBox="1"/>
          <p:nvPr/>
        </p:nvSpPr>
        <p:spPr>
          <a:xfrm>
            <a:off x="3723656" y="3449109"/>
            <a:ext cx="2007006" cy="1346907"/>
          </a:xfrm>
          <a:prstGeom prst="rect">
            <a:avLst/>
          </a:prstGeom>
          <a:noFill/>
        </p:spPr>
        <p:txBody>
          <a:bodyPr wrap="square">
            <a:spAutoFit/>
          </a:bodyPr>
          <a:lstStyle>
            <a:defPPr>
              <a:defRPr lang="zh-CN"/>
            </a:defPPr>
            <a:lvl1pPr>
              <a:lnSpc>
                <a:spcPct val="150000"/>
              </a:lnSpc>
              <a:defRPr sz="1100" b="0" i="0">
                <a:solidFill>
                  <a:schemeClr val="tx1">
                    <a:lumMod val="95000"/>
                    <a:lumOff val="5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sz="1400" dirty="0"/>
              <a:t>这种技术的应用可能未经授权使用公众人物的声音，侵犯了他们的个人隐私权。</a:t>
            </a:r>
            <a:endParaRPr lang="zh-CN" altLang="en-US" sz="1400" dirty="0"/>
          </a:p>
        </p:txBody>
      </p:sp>
      <p:sp>
        <p:nvSpPr>
          <p:cNvPr id="44" name="文本框 43"/>
          <p:cNvSpPr txBox="1"/>
          <p:nvPr/>
        </p:nvSpPr>
        <p:spPr>
          <a:xfrm>
            <a:off x="6497145" y="3381811"/>
            <a:ext cx="2007006" cy="1670073"/>
          </a:xfrm>
          <a:prstGeom prst="rect">
            <a:avLst/>
          </a:prstGeom>
          <a:noFill/>
        </p:spPr>
        <p:txBody>
          <a:bodyPr wrap="square">
            <a:spAutoFit/>
          </a:bodyPr>
          <a:lstStyle>
            <a:defPPr>
              <a:defRPr lang="zh-CN"/>
            </a:defPPr>
            <a:lvl1pPr>
              <a:lnSpc>
                <a:spcPct val="150000"/>
              </a:lnSpc>
              <a:defRPr sz="1100" b="0" i="0">
                <a:solidFill>
                  <a:schemeClr val="tx1">
                    <a:lumMod val="95000"/>
                    <a:lumOff val="5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sz="1400" dirty="0"/>
              <a:t>未经许可的声音模拟可能被用于制造假信息或恶搞，这样的行为会误导公众并损害公众人物的形象。</a:t>
            </a:r>
            <a:endParaRPr lang="zh-CN" altLang="en-US" sz="1400" dirty="0"/>
          </a:p>
        </p:txBody>
      </p:sp>
      <p:sp>
        <p:nvSpPr>
          <p:cNvPr id="45" name="文本框 44"/>
          <p:cNvSpPr txBox="1"/>
          <p:nvPr/>
        </p:nvSpPr>
        <p:spPr>
          <a:xfrm>
            <a:off x="9240791" y="3477266"/>
            <a:ext cx="2007006" cy="1444691"/>
          </a:xfrm>
          <a:prstGeom prst="rect">
            <a:avLst/>
          </a:prstGeom>
          <a:noFill/>
        </p:spPr>
        <p:txBody>
          <a:bodyPr wrap="square">
            <a:spAutoFit/>
          </a:bodyPr>
          <a:lstStyle>
            <a:defPPr>
              <a:defRPr lang="zh-CN"/>
            </a:defPPr>
            <a:lvl1pPr>
              <a:lnSpc>
                <a:spcPct val="150000"/>
              </a:lnSpc>
              <a:defRPr sz="1100" b="0" i="0">
                <a:solidFill>
                  <a:schemeClr val="tx1">
                    <a:lumMod val="95000"/>
                    <a:lumOff val="5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sz="1200" dirty="0"/>
              <a:t>现有的法律保护往往无法跟上技术发展的步伐，需要制定更明确的法律框架来界定声音使用的合法性，以保护公众人物的权益。</a:t>
            </a:r>
            <a:endParaRPr lang="zh-CN" altLang="en-US" sz="1200" dirty="0"/>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590049"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3744021" cy="523220"/>
            <a:chOff x="2771965" y="2241921"/>
            <a:chExt cx="3744021" cy="523220"/>
          </a:xfrm>
        </p:grpSpPr>
        <p:sp>
          <p:nvSpPr>
            <p:cNvPr id="16" name="文本框 15"/>
            <p:cNvSpPr txBox="1"/>
            <p:nvPr/>
          </p:nvSpPr>
          <p:spPr>
            <a:xfrm>
              <a:off x="4279476" y="2291526"/>
              <a:ext cx="2236510" cy="400110"/>
            </a:xfrm>
            <a:prstGeom prst="rect">
              <a:avLst/>
            </a:prstGeom>
            <a:noFill/>
          </p:spPr>
          <p:txBody>
            <a:bodyPr wrap="none" rtlCol="0">
              <a:spAutoFit/>
            </a:bodyPr>
            <a:lstStyle/>
            <a:p>
              <a:r>
                <a:rPr lang="zh-CN" altLang="en-US" sz="2000" b="1" dirty="0">
                  <a:solidFill>
                    <a:schemeClr val="tx1">
                      <a:lumMod val="95000"/>
                      <a:lumOff val="5000"/>
                    </a:schemeClr>
                  </a:solidFill>
                </a:rPr>
                <a:t>伦理挑战：名誉权</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02</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nvGrpSpPr>
          <p:cNvPr id="32" name="组合 31"/>
          <p:cNvGrpSpPr/>
          <p:nvPr/>
        </p:nvGrpSpPr>
        <p:grpSpPr>
          <a:xfrm>
            <a:off x="4334933" y="1670778"/>
            <a:ext cx="3122083" cy="3862918"/>
            <a:chOff x="4464051" y="1670778"/>
            <a:chExt cx="3122083" cy="3862918"/>
          </a:xfrm>
        </p:grpSpPr>
        <p:sp>
          <p:nvSpPr>
            <p:cNvPr id="2" name="Freeform 7"/>
            <p:cNvSpPr/>
            <p:nvPr/>
          </p:nvSpPr>
          <p:spPr bwMode="auto">
            <a:xfrm>
              <a:off x="5136622" y="1994629"/>
              <a:ext cx="886884" cy="865716"/>
            </a:xfrm>
            <a:custGeom>
              <a:avLst/>
              <a:gdLst>
                <a:gd name="T0" fmla="*/ 158 w 524"/>
                <a:gd name="T1" fmla="*/ 0 h 423"/>
                <a:gd name="T2" fmla="*/ 365 w 524"/>
                <a:gd name="T3" fmla="*/ 0 h 423"/>
                <a:gd name="T4" fmla="*/ 366 w 524"/>
                <a:gd name="T5" fmla="*/ 0 h 423"/>
                <a:gd name="T6" fmla="*/ 366 w 524"/>
                <a:gd name="T7" fmla="*/ 0 h 423"/>
                <a:gd name="T8" fmla="*/ 523 w 524"/>
                <a:gd name="T9" fmla="*/ 157 h 423"/>
                <a:gd name="T10" fmla="*/ 524 w 524"/>
                <a:gd name="T11" fmla="*/ 423 h 423"/>
                <a:gd name="T12" fmla="*/ 388 w 524"/>
                <a:gd name="T13" fmla="*/ 321 h 423"/>
                <a:gd name="T14" fmla="*/ 158 w 524"/>
                <a:gd name="T15" fmla="*/ 316 h 423"/>
                <a:gd name="T16" fmla="*/ 0 w 524"/>
                <a:gd name="T17" fmla="*/ 158 h 423"/>
                <a:gd name="T18" fmla="*/ 158 w 524"/>
                <a:gd name="T19"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4" h="422">
                  <a:moveTo>
                    <a:pt x="158" y="0"/>
                  </a:moveTo>
                  <a:cubicBezTo>
                    <a:pt x="365" y="0"/>
                    <a:pt x="365" y="0"/>
                    <a:pt x="365" y="0"/>
                  </a:cubicBezTo>
                  <a:cubicBezTo>
                    <a:pt x="365" y="0"/>
                    <a:pt x="365" y="0"/>
                    <a:pt x="366" y="0"/>
                  </a:cubicBezTo>
                  <a:cubicBezTo>
                    <a:pt x="366" y="0"/>
                    <a:pt x="366" y="0"/>
                    <a:pt x="366" y="0"/>
                  </a:cubicBezTo>
                  <a:cubicBezTo>
                    <a:pt x="453" y="0"/>
                    <a:pt x="523" y="71"/>
                    <a:pt x="523" y="157"/>
                  </a:cubicBezTo>
                  <a:cubicBezTo>
                    <a:pt x="523" y="244"/>
                    <a:pt x="524" y="423"/>
                    <a:pt x="524" y="423"/>
                  </a:cubicBezTo>
                  <a:cubicBezTo>
                    <a:pt x="524" y="423"/>
                    <a:pt x="484" y="335"/>
                    <a:pt x="388" y="321"/>
                  </a:cubicBezTo>
                  <a:cubicBezTo>
                    <a:pt x="376" y="319"/>
                    <a:pt x="158" y="316"/>
                    <a:pt x="158" y="316"/>
                  </a:cubicBezTo>
                  <a:cubicBezTo>
                    <a:pt x="70" y="316"/>
                    <a:pt x="0" y="246"/>
                    <a:pt x="0" y="158"/>
                  </a:cubicBezTo>
                  <a:cubicBezTo>
                    <a:pt x="0" y="71"/>
                    <a:pt x="70" y="0"/>
                    <a:pt x="158" y="0"/>
                  </a:cubicBezTo>
                </a:path>
              </a:pathLst>
            </a:custGeom>
            <a:solidFill>
              <a:schemeClr val="bg1"/>
            </a:solidFill>
            <a:ln w="4286" cap="flat">
              <a:solidFill>
                <a:srgbClr val="002DB0"/>
              </a:solidFill>
              <a:prstDash val="solid"/>
              <a:miter/>
            </a:ln>
          </p:spPr>
          <p:txBody>
            <a:bodyPr rtlCol="0" anchor="ctr"/>
            <a:lstStyle/>
            <a:p>
              <a:pPr algn="ctr"/>
              <a:r>
                <a:rPr lang="en-AU" dirty="0">
                  <a:sym typeface="+mn-lt"/>
                </a:rPr>
                <a:t>01</a:t>
              </a:r>
              <a:endParaRPr lang="en-AU" dirty="0">
                <a:sym typeface="+mn-lt"/>
              </a:endParaRPr>
            </a:p>
            <a:p>
              <a:pPr algn="ctr"/>
              <a:endParaRPr lang="en-AU" dirty="0">
                <a:sym typeface="+mn-lt"/>
              </a:endParaRPr>
            </a:p>
          </p:txBody>
        </p:sp>
        <p:sp>
          <p:nvSpPr>
            <p:cNvPr id="3" name="Freeform 8"/>
            <p:cNvSpPr/>
            <p:nvPr/>
          </p:nvSpPr>
          <p:spPr bwMode="auto">
            <a:xfrm>
              <a:off x="4464051" y="2752395"/>
              <a:ext cx="1545167" cy="1504949"/>
            </a:xfrm>
            <a:custGeom>
              <a:avLst/>
              <a:gdLst>
                <a:gd name="T0" fmla="*/ 275 w 913"/>
                <a:gd name="T1" fmla="*/ 0 h 735"/>
                <a:gd name="T2" fmla="*/ 636 w 913"/>
                <a:gd name="T3" fmla="*/ 0 h 735"/>
                <a:gd name="T4" fmla="*/ 637 w 913"/>
                <a:gd name="T5" fmla="*/ 0 h 735"/>
                <a:gd name="T6" fmla="*/ 638 w 913"/>
                <a:gd name="T7" fmla="*/ 0 h 735"/>
                <a:gd name="T8" fmla="*/ 911 w 913"/>
                <a:gd name="T9" fmla="*/ 273 h 735"/>
                <a:gd name="T10" fmla="*/ 913 w 913"/>
                <a:gd name="T11" fmla="*/ 735 h 735"/>
                <a:gd name="T12" fmla="*/ 677 w 913"/>
                <a:gd name="T13" fmla="*/ 557 h 735"/>
                <a:gd name="T14" fmla="*/ 275 w 913"/>
                <a:gd name="T15" fmla="*/ 550 h 735"/>
                <a:gd name="T16" fmla="*/ 0 w 913"/>
                <a:gd name="T17" fmla="*/ 275 h 735"/>
                <a:gd name="T18" fmla="*/ 275 w 913"/>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3" h="735">
                  <a:moveTo>
                    <a:pt x="275" y="0"/>
                  </a:moveTo>
                  <a:cubicBezTo>
                    <a:pt x="636" y="0"/>
                    <a:pt x="636" y="0"/>
                    <a:pt x="636" y="0"/>
                  </a:cubicBezTo>
                  <a:cubicBezTo>
                    <a:pt x="636" y="0"/>
                    <a:pt x="637" y="0"/>
                    <a:pt x="637" y="0"/>
                  </a:cubicBezTo>
                  <a:cubicBezTo>
                    <a:pt x="637" y="0"/>
                    <a:pt x="638" y="0"/>
                    <a:pt x="638" y="0"/>
                  </a:cubicBezTo>
                  <a:cubicBezTo>
                    <a:pt x="789" y="0"/>
                    <a:pt x="911" y="122"/>
                    <a:pt x="911" y="273"/>
                  </a:cubicBezTo>
                  <a:cubicBezTo>
                    <a:pt x="911" y="424"/>
                    <a:pt x="913" y="735"/>
                    <a:pt x="913" y="735"/>
                  </a:cubicBezTo>
                  <a:cubicBezTo>
                    <a:pt x="913" y="735"/>
                    <a:pt x="844" y="582"/>
                    <a:pt x="677" y="557"/>
                  </a:cubicBezTo>
                  <a:cubicBezTo>
                    <a:pt x="656" y="554"/>
                    <a:pt x="275" y="550"/>
                    <a:pt x="275" y="550"/>
                  </a:cubicBezTo>
                  <a:cubicBezTo>
                    <a:pt x="123" y="550"/>
                    <a:pt x="0" y="427"/>
                    <a:pt x="0" y="275"/>
                  </a:cubicBezTo>
                  <a:cubicBezTo>
                    <a:pt x="0" y="123"/>
                    <a:pt x="123" y="0"/>
                    <a:pt x="275" y="0"/>
                  </a:cubicBezTo>
                </a:path>
              </a:pathLst>
            </a:custGeom>
            <a:solidFill>
              <a:srgbClr val="002DB0"/>
            </a:solidFill>
            <a:ln>
              <a:noFill/>
            </a:ln>
            <a:effectLst/>
          </p:spPr>
          <p:txBody>
            <a:bodyPr lIns="91440" tIns="45720" rIns="91440" bIns="45720" anchor="ctr"/>
            <a:lstStyle/>
            <a:p>
              <a:pPr algn="ctr"/>
              <a:r>
                <a:rPr lang="en-AU" sz="1865" kern="0" dirty="0">
                  <a:solidFill>
                    <a:schemeClr val="bg1"/>
                  </a:solidFill>
                  <a:cs typeface="+mn-ea"/>
                  <a:sym typeface="+mn-lt"/>
                </a:rPr>
                <a:t>03</a:t>
              </a:r>
              <a:endParaRPr lang="en-AU" sz="1865" kern="0" dirty="0">
                <a:solidFill>
                  <a:schemeClr val="bg1"/>
                </a:solidFill>
                <a:cs typeface="+mn-ea"/>
                <a:sym typeface="+mn-lt"/>
              </a:endParaRPr>
            </a:p>
            <a:p>
              <a:pPr algn="ctr"/>
              <a:endParaRPr lang="en-AU" sz="1465" kern="0" dirty="0">
                <a:solidFill>
                  <a:schemeClr val="bg1"/>
                </a:solidFill>
                <a:cs typeface="+mn-ea"/>
                <a:sym typeface="+mn-lt"/>
              </a:endParaRPr>
            </a:p>
          </p:txBody>
        </p:sp>
        <p:sp>
          <p:nvSpPr>
            <p:cNvPr id="4" name="Freeform 9" descr="D:\51PPT模板网\51pptmoban.com\图片.jpg"/>
            <p:cNvSpPr/>
            <p:nvPr/>
          </p:nvSpPr>
          <p:spPr bwMode="auto">
            <a:xfrm>
              <a:off x="4464051" y="4028745"/>
              <a:ext cx="1545167" cy="1504951"/>
            </a:xfrm>
            <a:custGeom>
              <a:avLst/>
              <a:gdLst>
                <a:gd name="T0" fmla="*/ 275 w 913"/>
                <a:gd name="T1" fmla="*/ 0 h 735"/>
                <a:gd name="T2" fmla="*/ 636 w 913"/>
                <a:gd name="T3" fmla="*/ 0 h 735"/>
                <a:gd name="T4" fmla="*/ 637 w 913"/>
                <a:gd name="T5" fmla="*/ 0 h 735"/>
                <a:gd name="T6" fmla="*/ 638 w 913"/>
                <a:gd name="T7" fmla="*/ 0 h 735"/>
                <a:gd name="T8" fmla="*/ 911 w 913"/>
                <a:gd name="T9" fmla="*/ 273 h 735"/>
                <a:gd name="T10" fmla="*/ 913 w 913"/>
                <a:gd name="T11" fmla="*/ 735 h 735"/>
                <a:gd name="T12" fmla="*/ 677 w 913"/>
                <a:gd name="T13" fmla="*/ 557 h 735"/>
                <a:gd name="T14" fmla="*/ 275 w 913"/>
                <a:gd name="T15" fmla="*/ 550 h 735"/>
                <a:gd name="T16" fmla="*/ 0 w 913"/>
                <a:gd name="T17" fmla="*/ 275 h 735"/>
                <a:gd name="T18" fmla="*/ 275 w 913"/>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3" h="735">
                  <a:moveTo>
                    <a:pt x="275" y="0"/>
                  </a:moveTo>
                  <a:cubicBezTo>
                    <a:pt x="636" y="0"/>
                    <a:pt x="636" y="0"/>
                    <a:pt x="636" y="0"/>
                  </a:cubicBezTo>
                  <a:cubicBezTo>
                    <a:pt x="636" y="0"/>
                    <a:pt x="637" y="0"/>
                    <a:pt x="637" y="0"/>
                  </a:cubicBezTo>
                  <a:cubicBezTo>
                    <a:pt x="637" y="0"/>
                    <a:pt x="638" y="0"/>
                    <a:pt x="638" y="0"/>
                  </a:cubicBezTo>
                  <a:cubicBezTo>
                    <a:pt x="789" y="0"/>
                    <a:pt x="911" y="122"/>
                    <a:pt x="911" y="273"/>
                  </a:cubicBezTo>
                  <a:cubicBezTo>
                    <a:pt x="911" y="424"/>
                    <a:pt x="913" y="735"/>
                    <a:pt x="913" y="735"/>
                  </a:cubicBezTo>
                  <a:cubicBezTo>
                    <a:pt x="913" y="735"/>
                    <a:pt x="844" y="582"/>
                    <a:pt x="677" y="557"/>
                  </a:cubicBezTo>
                  <a:cubicBezTo>
                    <a:pt x="656" y="554"/>
                    <a:pt x="275" y="550"/>
                    <a:pt x="275" y="550"/>
                  </a:cubicBezTo>
                  <a:cubicBezTo>
                    <a:pt x="123" y="550"/>
                    <a:pt x="0" y="427"/>
                    <a:pt x="0" y="275"/>
                  </a:cubicBezTo>
                  <a:cubicBezTo>
                    <a:pt x="0" y="123"/>
                    <a:pt x="123" y="0"/>
                    <a:pt x="275" y="0"/>
                  </a:cubicBezTo>
                </a:path>
              </a:pathLst>
            </a:custGeom>
            <a:solidFill>
              <a:schemeClr val="bg1"/>
            </a:solidFill>
            <a:ln w="4286" cap="flat">
              <a:solidFill>
                <a:srgbClr val="002DB0"/>
              </a:solidFill>
              <a:prstDash val="solid"/>
              <a:miter/>
            </a:ln>
          </p:spPr>
          <p:txBody>
            <a:bodyPr rtlCol="0" anchor="ctr"/>
            <a:lstStyle/>
            <a:p>
              <a:pPr algn="ctr"/>
              <a:r>
                <a:rPr lang="en-AU" dirty="0">
                  <a:sym typeface="+mn-lt"/>
                </a:rPr>
                <a:t>05</a:t>
              </a:r>
              <a:endParaRPr lang="en-AU" dirty="0">
                <a:sym typeface="+mn-lt"/>
              </a:endParaRPr>
            </a:p>
            <a:p>
              <a:pPr algn="ctr"/>
              <a:endParaRPr lang="en-AU" dirty="0">
                <a:sym typeface="+mn-lt"/>
              </a:endParaRPr>
            </a:p>
          </p:txBody>
        </p:sp>
        <p:sp>
          <p:nvSpPr>
            <p:cNvPr id="6" name="Freeform 6"/>
            <p:cNvSpPr/>
            <p:nvPr/>
          </p:nvSpPr>
          <p:spPr bwMode="auto">
            <a:xfrm>
              <a:off x="6038851" y="1670778"/>
              <a:ext cx="1293283" cy="1259417"/>
            </a:xfrm>
            <a:custGeom>
              <a:avLst/>
              <a:gdLst>
                <a:gd name="T0" fmla="*/ 534 w 764"/>
                <a:gd name="T1" fmla="*/ 0 h 615"/>
                <a:gd name="T2" fmla="*/ 232 w 764"/>
                <a:gd name="T3" fmla="*/ 0 h 615"/>
                <a:gd name="T4" fmla="*/ 231 w 764"/>
                <a:gd name="T5" fmla="*/ 0 h 615"/>
                <a:gd name="T6" fmla="*/ 230 w 764"/>
                <a:gd name="T7" fmla="*/ 0 h 615"/>
                <a:gd name="T8" fmla="*/ 2 w 764"/>
                <a:gd name="T9" fmla="*/ 229 h 615"/>
                <a:gd name="T10" fmla="*/ 0 w 764"/>
                <a:gd name="T11" fmla="*/ 615 h 615"/>
                <a:gd name="T12" fmla="*/ 198 w 764"/>
                <a:gd name="T13" fmla="*/ 466 h 615"/>
                <a:gd name="T14" fmla="*/ 534 w 764"/>
                <a:gd name="T15" fmla="*/ 460 h 615"/>
                <a:gd name="T16" fmla="*/ 764 w 764"/>
                <a:gd name="T17" fmla="*/ 230 h 615"/>
                <a:gd name="T18" fmla="*/ 534 w 764"/>
                <a:gd name="T19" fmla="*/ 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4" h="615">
                  <a:moveTo>
                    <a:pt x="534" y="0"/>
                  </a:moveTo>
                  <a:cubicBezTo>
                    <a:pt x="232" y="0"/>
                    <a:pt x="232" y="0"/>
                    <a:pt x="232" y="0"/>
                  </a:cubicBezTo>
                  <a:cubicBezTo>
                    <a:pt x="232" y="0"/>
                    <a:pt x="231" y="0"/>
                    <a:pt x="231" y="0"/>
                  </a:cubicBezTo>
                  <a:cubicBezTo>
                    <a:pt x="231" y="0"/>
                    <a:pt x="231" y="0"/>
                    <a:pt x="230" y="0"/>
                  </a:cubicBezTo>
                  <a:cubicBezTo>
                    <a:pt x="104" y="0"/>
                    <a:pt x="2" y="102"/>
                    <a:pt x="2" y="229"/>
                  </a:cubicBezTo>
                  <a:cubicBezTo>
                    <a:pt x="2" y="355"/>
                    <a:pt x="0" y="615"/>
                    <a:pt x="0" y="615"/>
                  </a:cubicBezTo>
                  <a:cubicBezTo>
                    <a:pt x="0" y="615"/>
                    <a:pt x="58" y="487"/>
                    <a:pt x="198" y="466"/>
                  </a:cubicBezTo>
                  <a:cubicBezTo>
                    <a:pt x="216" y="464"/>
                    <a:pt x="534" y="460"/>
                    <a:pt x="534" y="460"/>
                  </a:cubicBezTo>
                  <a:cubicBezTo>
                    <a:pt x="661" y="460"/>
                    <a:pt x="764" y="357"/>
                    <a:pt x="764" y="230"/>
                  </a:cubicBezTo>
                  <a:cubicBezTo>
                    <a:pt x="764" y="103"/>
                    <a:pt x="661" y="0"/>
                    <a:pt x="534" y="0"/>
                  </a:cubicBezTo>
                </a:path>
              </a:pathLst>
            </a:custGeom>
            <a:solidFill>
              <a:srgbClr val="002DB0"/>
            </a:solidFill>
            <a:ln>
              <a:noFill/>
            </a:ln>
            <a:effectLst/>
          </p:spPr>
          <p:txBody>
            <a:bodyPr lIns="91440" tIns="45720" rIns="91440" bIns="45720" anchor="ctr"/>
            <a:lstStyle/>
            <a:p>
              <a:pPr algn="ctr"/>
              <a:r>
                <a:rPr lang="en-AU" sz="1865" kern="0" dirty="0">
                  <a:solidFill>
                    <a:schemeClr val="bg1"/>
                  </a:solidFill>
                  <a:cs typeface="+mn-ea"/>
                  <a:sym typeface="+mn-lt"/>
                </a:rPr>
                <a:t>02</a:t>
              </a:r>
              <a:endParaRPr lang="en-AU" sz="1865" kern="0" dirty="0">
                <a:solidFill>
                  <a:schemeClr val="bg1"/>
                </a:solidFill>
                <a:cs typeface="+mn-ea"/>
                <a:sym typeface="+mn-lt"/>
              </a:endParaRPr>
            </a:p>
            <a:p>
              <a:pPr algn="ctr"/>
              <a:endParaRPr lang="en-AU" sz="1465" kern="0" dirty="0">
                <a:solidFill>
                  <a:schemeClr val="bg1"/>
                </a:solidFill>
                <a:cs typeface="+mn-ea"/>
                <a:sym typeface="+mn-lt"/>
              </a:endParaRPr>
            </a:p>
          </p:txBody>
        </p:sp>
        <p:sp>
          <p:nvSpPr>
            <p:cNvPr id="7" name="Freeform 5" descr="D:\51PPT模板网\51pptmoban.com\图片.jpg"/>
            <p:cNvSpPr/>
            <p:nvPr/>
          </p:nvSpPr>
          <p:spPr bwMode="auto">
            <a:xfrm>
              <a:off x="6038851" y="2752395"/>
              <a:ext cx="1547283" cy="1504949"/>
            </a:xfrm>
            <a:custGeom>
              <a:avLst/>
              <a:gdLst>
                <a:gd name="T0" fmla="*/ 639 w 914"/>
                <a:gd name="T1" fmla="*/ 0 h 735"/>
                <a:gd name="T2" fmla="*/ 277 w 914"/>
                <a:gd name="T3" fmla="*/ 0 h 735"/>
                <a:gd name="T4" fmla="*/ 276 w 914"/>
                <a:gd name="T5" fmla="*/ 0 h 735"/>
                <a:gd name="T6" fmla="*/ 275 w 914"/>
                <a:gd name="T7" fmla="*/ 0 h 735"/>
                <a:gd name="T8" fmla="*/ 2 w 914"/>
                <a:gd name="T9" fmla="*/ 273 h 735"/>
                <a:gd name="T10" fmla="*/ 0 w 914"/>
                <a:gd name="T11" fmla="*/ 735 h 735"/>
                <a:gd name="T12" fmla="*/ 237 w 914"/>
                <a:gd name="T13" fmla="*/ 557 h 735"/>
                <a:gd name="T14" fmla="*/ 639 w 914"/>
                <a:gd name="T15" fmla="*/ 550 h 735"/>
                <a:gd name="T16" fmla="*/ 914 w 914"/>
                <a:gd name="T17" fmla="*/ 275 h 735"/>
                <a:gd name="T18" fmla="*/ 639 w 914"/>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4" h="735">
                  <a:moveTo>
                    <a:pt x="639" y="0"/>
                  </a:moveTo>
                  <a:cubicBezTo>
                    <a:pt x="277" y="0"/>
                    <a:pt x="277" y="0"/>
                    <a:pt x="277" y="0"/>
                  </a:cubicBezTo>
                  <a:cubicBezTo>
                    <a:pt x="277" y="0"/>
                    <a:pt x="277" y="0"/>
                    <a:pt x="276" y="0"/>
                  </a:cubicBezTo>
                  <a:cubicBezTo>
                    <a:pt x="276" y="0"/>
                    <a:pt x="276" y="0"/>
                    <a:pt x="275" y="0"/>
                  </a:cubicBezTo>
                  <a:cubicBezTo>
                    <a:pt x="125" y="0"/>
                    <a:pt x="2" y="122"/>
                    <a:pt x="2" y="273"/>
                  </a:cubicBezTo>
                  <a:cubicBezTo>
                    <a:pt x="2" y="424"/>
                    <a:pt x="0" y="735"/>
                    <a:pt x="0" y="735"/>
                  </a:cubicBezTo>
                  <a:cubicBezTo>
                    <a:pt x="0" y="735"/>
                    <a:pt x="70" y="582"/>
                    <a:pt x="237" y="557"/>
                  </a:cubicBezTo>
                  <a:cubicBezTo>
                    <a:pt x="258" y="554"/>
                    <a:pt x="639" y="550"/>
                    <a:pt x="639" y="550"/>
                  </a:cubicBezTo>
                  <a:cubicBezTo>
                    <a:pt x="790" y="550"/>
                    <a:pt x="914" y="427"/>
                    <a:pt x="914" y="275"/>
                  </a:cubicBezTo>
                  <a:cubicBezTo>
                    <a:pt x="914" y="123"/>
                    <a:pt x="790" y="0"/>
                    <a:pt x="639" y="0"/>
                  </a:cubicBezTo>
                </a:path>
              </a:pathLst>
            </a:custGeom>
            <a:solidFill>
              <a:schemeClr val="bg1"/>
            </a:solidFill>
            <a:ln w="4286" cap="flat">
              <a:solidFill>
                <a:srgbClr val="002DB0"/>
              </a:solidFill>
              <a:prstDash val="solid"/>
              <a:miter/>
            </a:ln>
          </p:spPr>
          <p:txBody>
            <a:bodyPr rtlCol="0" anchor="ctr"/>
            <a:lstStyle/>
            <a:p>
              <a:pPr algn="ctr"/>
              <a:r>
                <a:rPr lang="en-AU">
                  <a:sym typeface="+mn-lt"/>
                </a:rPr>
                <a:t>04</a:t>
              </a:r>
              <a:endParaRPr lang="en-AU">
                <a:sym typeface="+mn-lt"/>
              </a:endParaRPr>
            </a:p>
            <a:p>
              <a:pPr algn="ctr"/>
              <a:endParaRPr lang="en-AU">
                <a:sym typeface="+mn-lt"/>
              </a:endParaRPr>
            </a:p>
          </p:txBody>
        </p:sp>
      </p:grpSp>
      <p:grpSp>
        <p:nvGrpSpPr>
          <p:cNvPr id="34" name="组合 33"/>
          <p:cNvGrpSpPr/>
          <p:nvPr/>
        </p:nvGrpSpPr>
        <p:grpSpPr>
          <a:xfrm>
            <a:off x="7629827" y="2874624"/>
            <a:ext cx="3180434" cy="1137297"/>
            <a:chOff x="773266" y="1906534"/>
            <a:chExt cx="3180434" cy="1137297"/>
          </a:xfrm>
        </p:grpSpPr>
        <p:sp>
          <p:nvSpPr>
            <p:cNvPr id="38" name="文本框 37"/>
            <p:cNvSpPr txBox="1"/>
            <p:nvPr/>
          </p:nvSpPr>
          <p:spPr>
            <a:xfrm>
              <a:off x="773266" y="2219631"/>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solidFill>
                </a:rPr>
                <a:t>名誉受损不仅可能影响公众人物的职业生涯，还可能引发对其个人的信任危机，触发社会层面的连锁反应。</a:t>
              </a:r>
              <a:endParaRPr lang="en-US" altLang="zh-CN" dirty="0">
                <a:solidFill>
                  <a:schemeClr val="tx1"/>
                </a:solidFill>
                <a:sym typeface="HarmonyOS Sans SC Light" panose="00000400000000000000" pitchFamily="2" charset="-122"/>
              </a:endParaRPr>
            </a:p>
          </p:txBody>
        </p:sp>
        <p:sp>
          <p:nvSpPr>
            <p:cNvPr id="39" name="文本框 38"/>
            <p:cNvSpPr txBox="1"/>
            <p:nvPr/>
          </p:nvSpPr>
          <p:spPr>
            <a:xfrm>
              <a:off x="773266"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solidFill>
                </a:rPr>
                <a:t>职业与社会影响</a:t>
              </a:r>
              <a:endParaRPr lang="zh-CN" altLang="en-US" dirty="0">
                <a:solidFill>
                  <a:schemeClr val="tx1"/>
                </a:solidFill>
                <a:sym typeface="HarmonyOS Sans SC Light" panose="00000400000000000000" pitchFamily="2" charset="-122"/>
              </a:endParaRPr>
            </a:p>
          </p:txBody>
        </p:sp>
      </p:grpSp>
      <p:grpSp>
        <p:nvGrpSpPr>
          <p:cNvPr id="35" name="组合 34"/>
          <p:cNvGrpSpPr/>
          <p:nvPr/>
        </p:nvGrpSpPr>
        <p:grpSpPr>
          <a:xfrm>
            <a:off x="1012613" y="2874624"/>
            <a:ext cx="3149509" cy="1137297"/>
            <a:chOff x="43501" y="1906534"/>
            <a:chExt cx="3149509" cy="1137297"/>
          </a:xfrm>
        </p:grpSpPr>
        <p:sp>
          <p:nvSpPr>
            <p:cNvPr id="36" name="文本框 35"/>
            <p:cNvSpPr txBox="1"/>
            <p:nvPr/>
          </p:nvSpPr>
          <p:spPr>
            <a:xfrm>
              <a:off x="43501" y="2219631"/>
              <a:ext cx="3149509"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solidFill>
                </a:rPr>
                <a:t>如果</a:t>
              </a:r>
              <a:r>
                <a:rPr lang="en-US" altLang="zh-CN" dirty="0">
                  <a:solidFill>
                    <a:schemeClr val="tx1"/>
                  </a:solidFill>
                </a:rPr>
                <a:t>AI</a:t>
              </a:r>
              <a:r>
                <a:rPr lang="zh-CN" altLang="en-US" dirty="0">
                  <a:solidFill>
                    <a:schemeClr val="tx1"/>
                  </a:solidFill>
                </a:rPr>
                <a:t>生成的内容包含不当言论或与公众人物的真实立场相悖，可能导致公众误解并给公众人物带来负面评价。</a:t>
              </a:r>
              <a:endParaRPr lang="en-US" altLang="zh-CN" dirty="0">
                <a:solidFill>
                  <a:schemeClr val="tx1"/>
                </a:solidFill>
                <a:sym typeface="HarmonyOS Sans SC Light" panose="00000400000000000000" pitchFamily="2" charset="-122"/>
              </a:endParaRPr>
            </a:p>
          </p:txBody>
        </p:sp>
        <p:sp>
          <p:nvSpPr>
            <p:cNvPr id="37" name="文本框 36"/>
            <p:cNvSpPr txBox="1"/>
            <p:nvPr/>
          </p:nvSpPr>
          <p:spPr>
            <a:xfrm>
              <a:off x="957443" y="1906534"/>
              <a:ext cx="2235567" cy="646331"/>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solidFill>
                </a:rPr>
                <a:t>公众误解和负面评价</a:t>
              </a:r>
              <a:endParaRPr lang="zh-CN" altLang="en-US" dirty="0">
                <a:solidFill>
                  <a:schemeClr val="tx1"/>
                </a:solidFill>
                <a:sym typeface="HarmonyOS Sans SC Light" panose="00000400000000000000" pitchFamily="2" charset="-122"/>
              </a:endParaRPr>
            </a:p>
          </p:txBody>
        </p:sp>
      </p:grpSp>
      <p:grpSp>
        <p:nvGrpSpPr>
          <p:cNvPr id="40" name="组合 39"/>
          <p:cNvGrpSpPr/>
          <p:nvPr/>
        </p:nvGrpSpPr>
        <p:grpSpPr>
          <a:xfrm>
            <a:off x="7360410" y="1345854"/>
            <a:ext cx="3180434" cy="1137297"/>
            <a:chOff x="773266" y="1906534"/>
            <a:chExt cx="3180434" cy="1137297"/>
          </a:xfrm>
        </p:grpSpPr>
        <p:sp>
          <p:nvSpPr>
            <p:cNvPr id="41" name="文本框 40"/>
            <p:cNvSpPr txBox="1"/>
            <p:nvPr/>
          </p:nvSpPr>
          <p:spPr>
            <a:xfrm>
              <a:off x="773266" y="2219631"/>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solidFill>
                </a:rPr>
                <a:t>通过</a:t>
              </a:r>
              <a:r>
                <a:rPr lang="en-US" altLang="zh-CN" dirty="0">
                  <a:solidFill>
                    <a:schemeClr val="tx1"/>
                  </a:solidFill>
                </a:rPr>
                <a:t>AI</a:t>
              </a:r>
              <a:r>
                <a:rPr lang="zh-CN" altLang="en-US" dirty="0">
                  <a:solidFill>
                    <a:schemeClr val="tx1"/>
                  </a:solidFill>
                </a:rPr>
                <a:t>技术生成的虚假发言可能严重损害公众人物的名誉，因为公众可能将这些生成的内容误认为是真实的发言。</a:t>
              </a:r>
              <a:endParaRPr lang="en-US" altLang="zh-CN" dirty="0">
                <a:solidFill>
                  <a:schemeClr val="tx1"/>
                </a:solidFill>
                <a:sym typeface="HarmonyOS Sans SC Light" panose="00000400000000000000" pitchFamily="2" charset="-122"/>
              </a:endParaRPr>
            </a:p>
          </p:txBody>
        </p:sp>
        <p:sp>
          <p:nvSpPr>
            <p:cNvPr id="42" name="文本框 41"/>
            <p:cNvSpPr txBox="1"/>
            <p:nvPr/>
          </p:nvSpPr>
          <p:spPr>
            <a:xfrm>
              <a:off x="773266"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fr-FR" altLang="zh-CN" dirty="0">
                  <a:solidFill>
                    <a:schemeClr val="tx1"/>
                  </a:solidFill>
                </a:rPr>
                <a:t>AI</a:t>
              </a:r>
              <a:r>
                <a:rPr lang="zh-CN" altLang="en-US" dirty="0">
                  <a:solidFill>
                    <a:schemeClr val="tx1"/>
                  </a:solidFill>
                </a:rPr>
                <a:t>技术的影响</a:t>
              </a:r>
              <a:endParaRPr lang="zh-CN" altLang="en-US" dirty="0">
                <a:solidFill>
                  <a:schemeClr val="tx1"/>
                </a:solidFill>
                <a:sym typeface="HarmonyOS Sans SC Light" panose="00000400000000000000" pitchFamily="2" charset="-122"/>
              </a:endParaRPr>
            </a:p>
          </p:txBody>
        </p:sp>
      </p:grpSp>
      <p:grpSp>
        <p:nvGrpSpPr>
          <p:cNvPr id="43" name="组合 42"/>
          <p:cNvGrpSpPr/>
          <p:nvPr/>
        </p:nvGrpSpPr>
        <p:grpSpPr>
          <a:xfrm>
            <a:off x="1674856" y="1590618"/>
            <a:ext cx="3149509" cy="889537"/>
            <a:chOff x="43501" y="1906534"/>
            <a:chExt cx="3149509" cy="889537"/>
          </a:xfrm>
        </p:grpSpPr>
        <p:sp>
          <p:nvSpPr>
            <p:cNvPr id="44" name="文本框 43"/>
            <p:cNvSpPr txBox="1"/>
            <p:nvPr/>
          </p:nvSpPr>
          <p:spPr>
            <a:xfrm>
              <a:off x="43501" y="2219631"/>
              <a:ext cx="3149509" cy="57644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solidFill>
                </a:rPr>
                <a:t>名誉权是一项法律权利，旨在保护个人的声誉不受损害。</a:t>
              </a:r>
              <a:endParaRPr lang="en-US" altLang="zh-CN" dirty="0">
                <a:solidFill>
                  <a:schemeClr val="tx1"/>
                </a:solidFill>
                <a:sym typeface="HarmonyOS Sans SC Light" panose="00000400000000000000" pitchFamily="2" charset="-122"/>
              </a:endParaRPr>
            </a:p>
          </p:txBody>
        </p:sp>
        <p:sp>
          <p:nvSpPr>
            <p:cNvPr id="45" name="文本框 44"/>
            <p:cNvSpPr txBox="1"/>
            <p:nvPr/>
          </p:nvSpPr>
          <p:spPr>
            <a:xfrm>
              <a:off x="957443"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lumMod val="95000"/>
                      <a:lumOff val="5000"/>
                    </a:schemeClr>
                  </a:solidFill>
                  <a:sym typeface="HarmonyOS Sans SC Light" panose="00000400000000000000" pitchFamily="2" charset="-122"/>
                </a:rPr>
                <a:t>名誉权保护</a:t>
              </a:r>
              <a:endParaRPr lang="zh-CN" altLang="en-US" dirty="0">
                <a:solidFill>
                  <a:schemeClr val="tx1">
                    <a:lumMod val="95000"/>
                    <a:lumOff val="5000"/>
                  </a:schemeClr>
                </a:solidFill>
                <a:sym typeface="HarmonyOS Sans SC Light" panose="00000400000000000000" pitchFamily="2" charset="-122"/>
              </a:endParaRPr>
            </a:p>
          </p:txBody>
        </p:sp>
      </p:grpSp>
      <p:grpSp>
        <p:nvGrpSpPr>
          <p:cNvPr id="49" name="组合 48"/>
          <p:cNvGrpSpPr/>
          <p:nvPr/>
        </p:nvGrpSpPr>
        <p:grpSpPr>
          <a:xfrm>
            <a:off x="1012613" y="4190338"/>
            <a:ext cx="3149509" cy="1137297"/>
            <a:chOff x="43501" y="1906534"/>
            <a:chExt cx="3149509" cy="1137297"/>
          </a:xfrm>
        </p:grpSpPr>
        <p:sp>
          <p:nvSpPr>
            <p:cNvPr id="50" name="文本框 49"/>
            <p:cNvSpPr txBox="1"/>
            <p:nvPr/>
          </p:nvSpPr>
          <p:spPr>
            <a:xfrm>
              <a:off x="43501" y="2219631"/>
              <a:ext cx="3149509"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solidFill>
                </a:rPr>
                <a:t>名誉权的损害很难通过法律手段完全修复，一旦公众形成对某人名誉的负面记忆，这种印象难以消除。</a:t>
              </a:r>
              <a:endParaRPr lang="en-US" altLang="zh-CN" dirty="0">
                <a:solidFill>
                  <a:schemeClr val="tx1"/>
                </a:solidFill>
                <a:sym typeface="HarmonyOS Sans SC Light" panose="00000400000000000000" pitchFamily="2" charset="-122"/>
              </a:endParaRPr>
            </a:p>
          </p:txBody>
        </p:sp>
        <p:sp>
          <p:nvSpPr>
            <p:cNvPr id="51" name="文本框 50"/>
            <p:cNvSpPr txBox="1"/>
            <p:nvPr/>
          </p:nvSpPr>
          <p:spPr>
            <a:xfrm>
              <a:off x="957443"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solidFill>
                </a:rPr>
                <a:t>法律挑战与限制</a:t>
              </a:r>
              <a:endParaRPr lang="zh-CN" altLang="en-US" dirty="0">
                <a:solidFill>
                  <a:schemeClr val="tx1"/>
                </a:solidFill>
                <a:sym typeface="HarmonyOS Sans SC Light" panose="000004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590049"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4269874" cy="523220"/>
            <a:chOff x="2771965" y="2241921"/>
            <a:chExt cx="4269874" cy="523220"/>
          </a:xfrm>
        </p:grpSpPr>
        <p:sp>
          <p:nvSpPr>
            <p:cNvPr id="16" name="文本框 15"/>
            <p:cNvSpPr txBox="1"/>
            <p:nvPr/>
          </p:nvSpPr>
          <p:spPr>
            <a:xfrm>
              <a:off x="4035888" y="2291527"/>
              <a:ext cx="3005951" cy="400110"/>
            </a:xfrm>
            <a:prstGeom prst="rect">
              <a:avLst/>
            </a:prstGeom>
            <a:noFill/>
          </p:spPr>
          <p:txBody>
            <a:bodyPr wrap="none" rtlCol="0">
              <a:spAutoFit/>
            </a:bodyPr>
            <a:lstStyle/>
            <a:p>
              <a:r>
                <a:rPr lang="zh-CN" altLang="en-US" sz="2000" b="1" dirty="0">
                  <a:solidFill>
                    <a:schemeClr val="tx1">
                      <a:lumMod val="95000"/>
                      <a:lumOff val="5000"/>
                    </a:schemeClr>
                  </a:solidFill>
                </a:rPr>
                <a:t>伦理挑战：社会信任机制</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62361"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02</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sp>
        <p:nvSpPr>
          <p:cNvPr id="2" name="菱形 1"/>
          <p:cNvSpPr/>
          <p:nvPr/>
        </p:nvSpPr>
        <p:spPr>
          <a:xfrm>
            <a:off x="4929438" y="2097373"/>
            <a:ext cx="2602485" cy="2604512"/>
          </a:xfrm>
          <a:prstGeom prst="diamond">
            <a:avLst/>
          </a:prstGeom>
          <a:solidFill>
            <a:srgbClr val="002DB0"/>
          </a:solidFill>
          <a:ln w="4286" cap="flat">
            <a:solidFill>
              <a:srgbClr val="002DB0"/>
            </a:solidFill>
            <a:prstDash val="solid"/>
            <a:miter/>
          </a:ln>
        </p:spPr>
        <p:txBody>
          <a:bodyPr rtlCol="0" anchor="ctr"/>
          <a:lstStyle/>
          <a:p>
            <a:endParaRPr lang="zh-CN" altLang="en-US">
              <a:sym typeface="+mn-lt"/>
            </a:endParaRPr>
          </a:p>
        </p:txBody>
      </p:sp>
      <p:sp>
        <p:nvSpPr>
          <p:cNvPr id="3" name="菱形 2"/>
          <p:cNvSpPr/>
          <p:nvPr/>
        </p:nvSpPr>
        <p:spPr>
          <a:xfrm>
            <a:off x="947737" y="2528757"/>
            <a:ext cx="1743767" cy="1741742"/>
          </a:xfrm>
          <a:prstGeom prst="diamond">
            <a:avLst/>
          </a:prstGeom>
          <a:solidFill>
            <a:srgbClr val="002DB0"/>
          </a:solidFill>
          <a:ln w="4286" cap="flat">
            <a:solidFill>
              <a:srgbClr val="002DB0"/>
            </a:solidFill>
            <a:prstDash val="solid"/>
            <a:miter/>
          </a:ln>
        </p:spPr>
        <p:txBody>
          <a:bodyPr rtlCol="0" anchor="ctr"/>
          <a:lstStyle/>
          <a:p>
            <a:endParaRPr lang="zh-CN" altLang="en-US">
              <a:sym typeface="+mn-lt"/>
            </a:endParaRPr>
          </a:p>
        </p:txBody>
      </p:sp>
      <p:sp>
        <p:nvSpPr>
          <p:cNvPr id="4" name="菱形 3"/>
          <p:cNvSpPr/>
          <p:nvPr/>
        </p:nvSpPr>
        <p:spPr>
          <a:xfrm>
            <a:off x="2871754" y="2528757"/>
            <a:ext cx="1741741" cy="1741742"/>
          </a:xfrm>
          <a:prstGeom prst="diamond">
            <a:avLst/>
          </a:prstGeom>
          <a:solidFill>
            <a:schemeClr val="bg1"/>
          </a:solidFill>
          <a:ln w="4286" cap="flat">
            <a:solidFill>
              <a:srgbClr val="002DB0"/>
            </a:solidFill>
            <a:prstDash val="solid"/>
            <a:miter/>
          </a:ln>
        </p:spPr>
        <p:txBody>
          <a:bodyPr rtlCol="0" anchor="ctr"/>
          <a:lstStyle/>
          <a:p>
            <a:endParaRPr lang="zh-CN" altLang="en-US">
              <a:sym typeface="+mn-lt"/>
            </a:endParaRPr>
          </a:p>
        </p:txBody>
      </p:sp>
      <p:sp>
        <p:nvSpPr>
          <p:cNvPr id="5" name="菱形 4"/>
          <p:cNvSpPr/>
          <p:nvPr/>
        </p:nvSpPr>
        <p:spPr>
          <a:xfrm>
            <a:off x="7578505" y="2528757"/>
            <a:ext cx="1741741" cy="1741742"/>
          </a:xfrm>
          <a:prstGeom prst="diamond">
            <a:avLst/>
          </a:prstGeom>
          <a:solidFill>
            <a:schemeClr val="bg1"/>
          </a:solidFill>
          <a:ln w="4286" cap="flat">
            <a:solidFill>
              <a:srgbClr val="002DB0"/>
            </a:solidFill>
            <a:prstDash val="solid"/>
            <a:miter/>
          </a:ln>
        </p:spPr>
        <p:txBody>
          <a:bodyPr rtlCol="0" anchor="ctr"/>
          <a:lstStyle/>
          <a:p>
            <a:endParaRPr lang="zh-CN" altLang="en-US">
              <a:sym typeface="+mn-lt"/>
            </a:endParaRPr>
          </a:p>
        </p:txBody>
      </p:sp>
      <p:sp>
        <p:nvSpPr>
          <p:cNvPr id="6" name="菱形 5"/>
          <p:cNvSpPr/>
          <p:nvPr/>
        </p:nvSpPr>
        <p:spPr>
          <a:xfrm>
            <a:off x="9500497" y="2528757"/>
            <a:ext cx="1743765" cy="1741742"/>
          </a:xfrm>
          <a:prstGeom prst="diamond">
            <a:avLst/>
          </a:prstGeom>
          <a:solidFill>
            <a:srgbClr val="002DB0"/>
          </a:solidFill>
          <a:ln w="4286" cap="flat">
            <a:solidFill>
              <a:srgbClr val="002DB0"/>
            </a:solidFill>
            <a:prstDash val="solid"/>
            <a:miter/>
          </a:ln>
        </p:spPr>
        <p:txBody>
          <a:bodyPr rtlCol="0" anchor="ctr"/>
          <a:lstStyle/>
          <a:p>
            <a:endParaRPr lang="zh-CN" altLang="en-US">
              <a:sym typeface="+mn-lt"/>
            </a:endParaRPr>
          </a:p>
        </p:txBody>
      </p:sp>
      <p:sp>
        <p:nvSpPr>
          <p:cNvPr id="7" name="菱形 6"/>
          <p:cNvSpPr/>
          <p:nvPr/>
        </p:nvSpPr>
        <p:spPr>
          <a:xfrm>
            <a:off x="2448471" y="3608233"/>
            <a:ext cx="664292" cy="662266"/>
          </a:xfrm>
          <a:prstGeom prst="diamond">
            <a:avLst/>
          </a:prstGeom>
          <a:solidFill>
            <a:srgbClr val="002DB0">
              <a:alpha val="22000"/>
            </a:srgbClr>
          </a:solidFill>
          <a:ln w="4286" cap="flat">
            <a:noFill/>
            <a:prstDash val="solid"/>
            <a:miter/>
          </a:ln>
        </p:spPr>
        <p:txBody>
          <a:bodyPr rtlCol="0" anchor="ctr"/>
          <a:lstStyle/>
          <a:p>
            <a:endParaRPr lang="zh-CN" altLang="en-US">
              <a:sym typeface="+mn-lt"/>
            </a:endParaRPr>
          </a:p>
        </p:txBody>
      </p:sp>
      <p:sp>
        <p:nvSpPr>
          <p:cNvPr id="8" name="菱形 7"/>
          <p:cNvSpPr/>
          <p:nvPr/>
        </p:nvSpPr>
        <p:spPr>
          <a:xfrm>
            <a:off x="4352234" y="2528757"/>
            <a:ext cx="664292" cy="664293"/>
          </a:xfrm>
          <a:prstGeom prst="diamond">
            <a:avLst/>
          </a:prstGeom>
          <a:solidFill>
            <a:srgbClr val="002DB0">
              <a:alpha val="22000"/>
            </a:srgbClr>
          </a:solidFill>
          <a:ln w="4286" cap="flat">
            <a:noFill/>
            <a:prstDash val="solid"/>
            <a:miter/>
          </a:ln>
        </p:spPr>
        <p:txBody>
          <a:bodyPr rtlCol="0" anchor="ctr"/>
          <a:lstStyle/>
          <a:p>
            <a:endParaRPr lang="zh-CN" altLang="en-US">
              <a:sym typeface="+mn-lt"/>
            </a:endParaRPr>
          </a:p>
        </p:txBody>
      </p:sp>
      <p:sp>
        <p:nvSpPr>
          <p:cNvPr id="9" name="菱形 8"/>
          <p:cNvSpPr/>
          <p:nvPr/>
        </p:nvSpPr>
        <p:spPr>
          <a:xfrm>
            <a:off x="7161297" y="3604183"/>
            <a:ext cx="664292" cy="662266"/>
          </a:xfrm>
          <a:prstGeom prst="diamond">
            <a:avLst/>
          </a:prstGeom>
          <a:solidFill>
            <a:srgbClr val="002DB0">
              <a:alpha val="22000"/>
            </a:srgbClr>
          </a:solidFill>
          <a:ln w="4286" cap="flat">
            <a:noFill/>
            <a:prstDash val="solid"/>
            <a:miter/>
          </a:ln>
        </p:spPr>
        <p:txBody>
          <a:bodyPr rtlCol="0" anchor="ctr"/>
          <a:lstStyle/>
          <a:p>
            <a:endParaRPr lang="zh-CN" altLang="en-US">
              <a:sym typeface="+mn-lt"/>
            </a:endParaRPr>
          </a:p>
        </p:txBody>
      </p:sp>
      <p:sp>
        <p:nvSpPr>
          <p:cNvPr id="10" name="菱形 9"/>
          <p:cNvSpPr/>
          <p:nvPr/>
        </p:nvSpPr>
        <p:spPr>
          <a:xfrm>
            <a:off x="9079238" y="2549009"/>
            <a:ext cx="664292" cy="664293"/>
          </a:xfrm>
          <a:prstGeom prst="diamond">
            <a:avLst/>
          </a:prstGeom>
          <a:solidFill>
            <a:srgbClr val="002DB0">
              <a:alpha val="22000"/>
            </a:srgbClr>
          </a:solidFill>
          <a:ln w="4286" cap="flat">
            <a:noFill/>
            <a:prstDash val="solid"/>
            <a:miter/>
          </a:ln>
        </p:spPr>
        <p:txBody>
          <a:bodyPr rtlCol="0" anchor="ctr"/>
          <a:lstStyle/>
          <a:p>
            <a:endParaRPr lang="zh-CN" altLang="en-US">
              <a:sym typeface="+mn-lt"/>
            </a:endParaRPr>
          </a:p>
        </p:txBody>
      </p:sp>
      <p:sp>
        <p:nvSpPr>
          <p:cNvPr id="11" name="KSO_Shape" descr="D:\51PPT模板网\51pptmoban.com\图片.jpg"/>
          <p:cNvSpPr/>
          <p:nvPr/>
        </p:nvSpPr>
        <p:spPr bwMode="auto">
          <a:xfrm>
            <a:off x="1496589" y="3018875"/>
            <a:ext cx="753404" cy="682520"/>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8"/>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8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eaLnBrk="1" fontAlgn="auto" hangingPunct="1">
              <a:spcBef>
                <a:spcPct val="0"/>
              </a:spcBef>
              <a:spcAft>
                <a:spcPct val="0"/>
              </a:spcAft>
              <a:defRPr/>
            </a:pPr>
            <a:endParaRPr lang="zh-CN" altLang="en-US" sz="2400" kern="0">
              <a:solidFill>
                <a:schemeClr val="tx1">
                  <a:lumMod val="75000"/>
                  <a:lumOff val="25000"/>
                </a:schemeClr>
              </a:solidFill>
              <a:cs typeface="+mn-ea"/>
              <a:sym typeface="+mn-lt"/>
            </a:endParaRPr>
          </a:p>
        </p:txBody>
      </p:sp>
      <p:sp>
        <p:nvSpPr>
          <p:cNvPr id="18" name="KSO_Shape"/>
          <p:cNvSpPr/>
          <p:nvPr/>
        </p:nvSpPr>
        <p:spPr bwMode="auto">
          <a:xfrm>
            <a:off x="3497566" y="3065458"/>
            <a:ext cx="490117" cy="668343"/>
          </a:xfrm>
          <a:custGeom>
            <a:avLst/>
            <a:gdLst>
              <a:gd name="T0" fmla="*/ 821150 w 1122363"/>
              <a:gd name="T1" fmla="*/ 1319439 h 1531938"/>
              <a:gd name="T2" fmla="*/ 818610 w 1122363"/>
              <a:gd name="T3" fmla="*/ 1374324 h 1531938"/>
              <a:gd name="T4" fmla="*/ 763001 w 1122363"/>
              <a:gd name="T5" fmla="*/ 1407818 h 1531938"/>
              <a:gd name="T6" fmla="*/ 617712 w 1122363"/>
              <a:gd name="T7" fmla="*/ 1069756 h 1531938"/>
              <a:gd name="T8" fmla="*/ 595045 w 1122363"/>
              <a:gd name="T9" fmla="*/ 1020228 h 1531938"/>
              <a:gd name="T10" fmla="*/ 616862 w 1122363"/>
              <a:gd name="T11" fmla="*/ 985788 h 1531938"/>
              <a:gd name="T12" fmla="*/ 638822 w 1122363"/>
              <a:gd name="T13" fmla="*/ 861065 h 1531938"/>
              <a:gd name="T14" fmla="*/ 533011 w 1122363"/>
              <a:gd name="T15" fmla="*/ 900272 h 1531938"/>
              <a:gd name="T16" fmla="*/ 472344 w 1122363"/>
              <a:gd name="T17" fmla="*/ 959225 h 1531938"/>
              <a:gd name="T18" fmla="*/ 447514 w 1122363"/>
              <a:gd name="T19" fmla="*/ 1068950 h 1531938"/>
              <a:gd name="T20" fmla="*/ 483631 w 1122363"/>
              <a:gd name="T21" fmla="*/ 1155544 h 1531938"/>
              <a:gd name="T22" fmla="*/ 563202 w 1122363"/>
              <a:gd name="T23" fmla="*/ 1213369 h 1531938"/>
              <a:gd name="T24" fmla="*/ 641644 w 1122363"/>
              <a:gd name="T25" fmla="*/ 1407149 h 1531938"/>
              <a:gd name="T26" fmla="*/ 522288 w 1122363"/>
              <a:gd name="T27" fmla="*/ 1360326 h 1531938"/>
              <a:gd name="T28" fmla="*/ 562920 w 1122363"/>
              <a:gd name="T29" fmla="*/ 1503052 h 1531938"/>
              <a:gd name="T30" fmla="*/ 767489 w 1122363"/>
              <a:gd name="T31" fmla="*/ 1526182 h 1531938"/>
              <a:gd name="T32" fmla="*/ 873019 w 1122363"/>
              <a:gd name="T33" fmla="*/ 1493462 h 1531938"/>
              <a:gd name="T34" fmla="*/ 940739 w 1122363"/>
              <a:gd name="T35" fmla="*/ 1437049 h 1531938"/>
              <a:gd name="T36" fmla="*/ 975445 w 1122363"/>
              <a:gd name="T37" fmla="*/ 1352710 h 1531938"/>
              <a:gd name="T38" fmla="*/ 957387 w 1122363"/>
              <a:gd name="T39" fmla="*/ 1244960 h 1531938"/>
              <a:gd name="T40" fmla="*/ 862579 w 1122363"/>
              <a:gd name="T41" fmla="*/ 1159211 h 1531938"/>
              <a:gd name="T42" fmla="*/ 777366 w 1122363"/>
              <a:gd name="T43" fmla="*/ 984893 h 1531938"/>
              <a:gd name="T44" fmla="*/ 941021 w 1122363"/>
              <a:gd name="T45" fmla="*/ 1068103 h 1531938"/>
              <a:gd name="T46" fmla="*/ 812918 w 1122363"/>
              <a:gd name="T47" fmla="*/ 868963 h 1531938"/>
              <a:gd name="T48" fmla="*/ 768618 w 1122363"/>
              <a:gd name="T49" fmla="*/ 464758 h 1531938"/>
              <a:gd name="T50" fmla="*/ 956258 w 1122363"/>
              <a:gd name="T51" fmla="*/ 515531 h 1531938"/>
              <a:gd name="T52" fmla="*/ 1106652 w 1122363"/>
              <a:gd name="T53" fmla="*/ 632589 h 1531938"/>
              <a:gd name="T54" fmla="*/ 1227702 w 1122363"/>
              <a:gd name="T55" fmla="*/ 820184 h 1531938"/>
              <a:gd name="T56" fmla="*/ 1327023 w 1122363"/>
              <a:gd name="T57" fmla="*/ 1081925 h 1531938"/>
              <a:gd name="T58" fmla="*/ 1396717 w 1122363"/>
              <a:gd name="T59" fmla="*/ 1393892 h 1531938"/>
              <a:gd name="T60" fmla="*/ 1355239 w 1122363"/>
              <a:gd name="T61" fmla="*/ 1597827 h 1531938"/>
              <a:gd name="T62" fmla="*/ 1228829 w 1122363"/>
              <a:gd name="T63" fmla="*/ 1750144 h 1531938"/>
              <a:gd name="T64" fmla="*/ 1040908 w 1122363"/>
              <a:gd name="T65" fmla="*/ 1850561 h 1531938"/>
              <a:gd name="T66" fmla="*/ 813764 w 1122363"/>
              <a:gd name="T67" fmla="*/ 1899358 h 1531938"/>
              <a:gd name="T68" fmla="*/ 571385 w 1122363"/>
              <a:gd name="T69" fmla="*/ 1896538 h 1531938"/>
              <a:gd name="T70" fmla="*/ 341985 w 1122363"/>
              <a:gd name="T71" fmla="*/ 1837867 h 1531938"/>
              <a:gd name="T72" fmla="*/ 152933 w 1122363"/>
              <a:gd name="T73" fmla="*/ 1725604 h 1531938"/>
              <a:gd name="T74" fmla="*/ 31320 w 1122363"/>
              <a:gd name="T75" fmla="*/ 1563133 h 1531938"/>
              <a:gd name="T76" fmla="*/ 3668 w 1122363"/>
              <a:gd name="T77" fmla="*/ 1352710 h 1531938"/>
              <a:gd name="T78" fmla="*/ 126691 w 1122363"/>
              <a:gd name="T79" fmla="*/ 958096 h 1531938"/>
              <a:gd name="T80" fmla="*/ 230811 w 1122363"/>
              <a:gd name="T81" fmla="*/ 743160 h 1531938"/>
              <a:gd name="T82" fmla="*/ 362301 w 1122363"/>
              <a:gd name="T83" fmla="*/ 582099 h 1531938"/>
              <a:gd name="T84" fmla="*/ 534421 w 1122363"/>
              <a:gd name="T85" fmla="*/ 485632 h 1531938"/>
              <a:gd name="T86" fmla="*/ 596426 w 1122363"/>
              <a:gd name="T87" fmla="*/ 1978 h 1531938"/>
              <a:gd name="T88" fmla="*/ 686940 w 1122363"/>
              <a:gd name="T89" fmla="*/ 37299 h 1531938"/>
              <a:gd name="T90" fmla="*/ 778299 w 1122363"/>
              <a:gd name="T91" fmla="*/ 32213 h 1531938"/>
              <a:gd name="T92" fmla="*/ 882912 w 1122363"/>
              <a:gd name="T93" fmla="*/ 282 h 1531938"/>
              <a:gd name="T94" fmla="*/ 944383 w 1122363"/>
              <a:gd name="T95" fmla="*/ 34192 h 1531938"/>
              <a:gd name="T96" fmla="*/ 991755 w 1122363"/>
              <a:gd name="T97" fmla="*/ 157394 h 1531938"/>
              <a:gd name="T98" fmla="*/ 1048714 w 1122363"/>
              <a:gd name="T99" fmla="*/ 165023 h 1531938"/>
              <a:gd name="T100" fmla="*/ 1092702 w 1122363"/>
              <a:gd name="T101" fmla="*/ 159655 h 1531938"/>
              <a:gd name="T102" fmla="*/ 1063377 w 1122363"/>
              <a:gd name="T103" fmla="*/ 261663 h 1531938"/>
              <a:gd name="T104" fmla="*/ 978784 w 1122363"/>
              <a:gd name="T105" fmla="*/ 348130 h 1531938"/>
              <a:gd name="T106" fmla="*/ 836387 w 1122363"/>
              <a:gd name="T107" fmla="*/ 422166 h 1531938"/>
              <a:gd name="T108" fmla="*/ 657614 w 1122363"/>
              <a:gd name="T109" fmla="*/ 404646 h 1531938"/>
              <a:gd name="T110" fmla="*/ 554694 w 1122363"/>
              <a:gd name="T111" fmla="*/ 419340 h 1531938"/>
              <a:gd name="T112" fmla="*/ 313322 w 1122363"/>
              <a:gd name="T113" fmla="*/ 219560 h 1531938"/>
              <a:gd name="T114" fmla="*/ 410321 w 1122363"/>
              <a:gd name="T115" fmla="*/ 170392 h 1531938"/>
              <a:gd name="T116" fmla="*/ 485327 w 1122363"/>
              <a:gd name="T117" fmla="*/ 159089 h 1531938"/>
              <a:gd name="T118" fmla="*/ 519164 w 1122363"/>
              <a:gd name="T119" fmla="*/ 54537 h 1531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22363" h="1531938">
                <a:moveTo>
                  <a:pt x="600075" y="1019175"/>
                </a:moveTo>
                <a:lnTo>
                  <a:pt x="608240" y="1022344"/>
                </a:lnTo>
                <a:lnTo>
                  <a:pt x="615950" y="1025965"/>
                </a:lnTo>
                <a:lnTo>
                  <a:pt x="622981" y="1029134"/>
                </a:lnTo>
                <a:lnTo>
                  <a:pt x="629331" y="1032303"/>
                </a:lnTo>
                <a:lnTo>
                  <a:pt x="635227" y="1035925"/>
                </a:lnTo>
                <a:lnTo>
                  <a:pt x="640443" y="1039093"/>
                </a:lnTo>
                <a:lnTo>
                  <a:pt x="644979" y="1042488"/>
                </a:lnTo>
                <a:lnTo>
                  <a:pt x="649061" y="1045884"/>
                </a:lnTo>
                <a:lnTo>
                  <a:pt x="652236" y="1049505"/>
                </a:lnTo>
                <a:lnTo>
                  <a:pt x="655411" y="1053127"/>
                </a:lnTo>
                <a:lnTo>
                  <a:pt x="657906" y="1056974"/>
                </a:lnTo>
                <a:lnTo>
                  <a:pt x="659720" y="1061049"/>
                </a:lnTo>
                <a:lnTo>
                  <a:pt x="661534" y="1065576"/>
                </a:lnTo>
                <a:lnTo>
                  <a:pt x="662668" y="1070329"/>
                </a:lnTo>
                <a:lnTo>
                  <a:pt x="663348" y="1074856"/>
                </a:lnTo>
                <a:lnTo>
                  <a:pt x="663575" y="1080062"/>
                </a:lnTo>
                <a:lnTo>
                  <a:pt x="663575" y="1083230"/>
                </a:lnTo>
                <a:lnTo>
                  <a:pt x="663348" y="1086626"/>
                </a:lnTo>
                <a:lnTo>
                  <a:pt x="662895" y="1089568"/>
                </a:lnTo>
                <a:lnTo>
                  <a:pt x="662441" y="1092510"/>
                </a:lnTo>
                <a:lnTo>
                  <a:pt x="661761" y="1095227"/>
                </a:lnTo>
                <a:lnTo>
                  <a:pt x="660854" y="1097716"/>
                </a:lnTo>
                <a:lnTo>
                  <a:pt x="659947" y="1100432"/>
                </a:lnTo>
                <a:lnTo>
                  <a:pt x="659040" y="1102922"/>
                </a:lnTo>
                <a:lnTo>
                  <a:pt x="657679" y="1105186"/>
                </a:lnTo>
                <a:lnTo>
                  <a:pt x="656545" y="1107449"/>
                </a:lnTo>
                <a:lnTo>
                  <a:pt x="654957" y="1109486"/>
                </a:lnTo>
                <a:lnTo>
                  <a:pt x="653143" y="1111523"/>
                </a:lnTo>
                <a:lnTo>
                  <a:pt x="651556" y="1113334"/>
                </a:lnTo>
                <a:lnTo>
                  <a:pt x="649515" y="1115145"/>
                </a:lnTo>
                <a:lnTo>
                  <a:pt x="647473" y="1116729"/>
                </a:lnTo>
                <a:lnTo>
                  <a:pt x="645206" y="1118087"/>
                </a:lnTo>
                <a:lnTo>
                  <a:pt x="640670" y="1120803"/>
                </a:lnTo>
                <a:lnTo>
                  <a:pt x="635681" y="1123520"/>
                </a:lnTo>
                <a:lnTo>
                  <a:pt x="630238" y="1126009"/>
                </a:lnTo>
                <a:lnTo>
                  <a:pt x="625022" y="1128046"/>
                </a:lnTo>
                <a:lnTo>
                  <a:pt x="619125" y="1130310"/>
                </a:lnTo>
                <a:lnTo>
                  <a:pt x="613002" y="1132121"/>
                </a:lnTo>
                <a:lnTo>
                  <a:pt x="606652" y="1133705"/>
                </a:lnTo>
                <a:lnTo>
                  <a:pt x="600075" y="1135063"/>
                </a:lnTo>
                <a:lnTo>
                  <a:pt x="600075" y="1019175"/>
                </a:lnTo>
                <a:close/>
                <a:moveTo>
                  <a:pt x="538162" y="779462"/>
                </a:moveTo>
                <a:lnTo>
                  <a:pt x="538162" y="877887"/>
                </a:lnTo>
                <a:lnTo>
                  <a:pt x="529967" y="875827"/>
                </a:lnTo>
                <a:lnTo>
                  <a:pt x="522227" y="873538"/>
                </a:lnTo>
                <a:lnTo>
                  <a:pt x="515398" y="870791"/>
                </a:lnTo>
                <a:lnTo>
                  <a:pt x="509024" y="868273"/>
                </a:lnTo>
                <a:lnTo>
                  <a:pt x="503333" y="865298"/>
                </a:lnTo>
                <a:lnTo>
                  <a:pt x="500829" y="863467"/>
                </a:lnTo>
                <a:lnTo>
                  <a:pt x="498553" y="861864"/>
                </a:lnTo>
                <a:lnTo>
                  <a:pt x="496276" y="860262"/>
                </a:lnTo>
                <a:lnTo>
                  <a:pt x="494227" y="858431"/>
                </a:lnTo>
                <a:lnTo>
                  <a:pt x="492406" y="856600"/>
                </a:lnTo>
                <a:lnTo>
                  <a:pt x="490813" y="854540"/>
                </a:lnTo>
                <a:lnTo>
                  <a:pt x="487626" y="850877"/>
                </a:lnTo>
                <a:lnTo>
                  <a:pt x="485122" y="846986"/>
                </a:lnTo>
                <a:lnTo>
                  <a:pt x="482618" y="843324"/>
                </a:lnTo>
                <a:lnTo>
                  <a:pt x="481024" y="839662"/>
                </a:lnTo>
                <a:lnTo>
                  <a:pt x="479658" y="835999"/>
                </a:lnTo>
                <a:lnTo>
                  <a:pt x="478520" y="832337"/>
                </a:lnTo>
                <a:lnTo>
                  <a:pt x="478065" y="828903"/>
                </a:lnTo>
                <a:lnTo>
                  <a:pt x="477837" y="825241"/>
                </a:lnTo>
                <a:lnTo>
                  <a:pt x="477837" y="822952"/>
                </a:lnTo>
                <a:lnTo>
                  <a:pt x="478065" y="820434"/>
                </a:lnTo>
                <a:lnTo>
                  <a:pt x="478520" y="817916"/>
                </a:lnTo>
                <a:lnTo>
                  <a:pt x="478975" y="815627"/>
                </a:lnTo>
                <a:lnTo>
                  <a:pt x="479431" y="813339"/>
                </a:lnTo>
                <a:lnTo>
                  <a:pt x="480341" y="810821"/>
                </a:lnTo>
                <a:lnTo>
                  <a:pt x="481252" y="808761"/>
                </a:lnTo>
                <a:lnTo>
                  <a:pt x="482162" y="806701"/>
                </a:lnTo>
                <a:lnTo>
                  <a:pt x="483528" y="804869"/>
                </a:lnTo>
                <a:lnTo>
                  <a:pt x="484894" y="802809"/>
                </a:lnTo>
                <a:lnTo>
                  <a:pt x="486260" y="800978"/>
                </a:lnTo>
                <a:lnTo>
                  <a:pt x="487853" y="799147"/>
                </a:lnTo>
                <a:lnTo>
                  <a:pt x="489447" y="797545"/>
                </a:lnTo>
                <a:lnTo>
                  <a:pt x="491496" y="795714"/>
                </a:lnTo>
                <a:lnTo>
                  <a:pt x="495593" y="792738"/>
                </a:lnTo>
                <a:lnTo>
                  <a:pt x="500146" y="789991"/>
                </a:lnTo>
                <a:lnTo>
                  <a:pt x="504699" y="787244"/>
                </a:lnTo>
                <a:lnTo>
                  <a:pt x="509935" y="785184"/>
                </a:lnTo>
                <a:lnTo>
                  <a:pt x="515170" y="783582"/>
                </a:lnTo>
                <a:lnTo>
                  <a:pt x="520634" y="781980"/>
                </a:lnTo>
                <a:lnTo>
                  <a:pt x="526097" y="780835"/>
                </a:lnTo>
                <a:lnTo>
                  <a:pt x="532018" y="779920"/>
                </a:lnTo>
                <a:lnTo>
                  <a:pt x="538162" y="779462"/>
                </a:lnTo>
                <a:close/>
                <a:moveTo>
                  <a:pt x="538626" y="654332"/>
                </a:moveTo>
                <a:lnTo>
                  <a:pt x="538626" y="688810"/>
                </a:lnTo>
                <a:lnTo>
                  <a:pt x="530011" y="689945"/>
                </a:lnTo>
                <a:lnTo>
                  <a:pt x="521624" y="691079"/>
                </a:lnTo>
                <a:lnTo>
                  <a:pt x="513236" y="692440"/>
                </a:lnTo>
                <a:lnTo>
                  <a:pt x="505302" y="694028"/>
                </a:lnTo>
                <a:lnTo>
                  <a:pt x="497594" y="695842"/>
                </a:lnTo>
                <a:lnTo>
                  <a:pt x="490113" y="697657"/>
                </a:lnTo>
                <a:lnTo>
                  <a:pt x="482859" y="699471"/>
                </a:lnTo>
                <a:lnTo>
                  <a:pt x="475831" y="701740"/>
                </a:lnTo>
                <a:lnTo>
                  <a:pt x="469257" y="704008"/>
                </a:lnTo>
                <a:lnTo>
                  <a:pt x="462683" y="706276"/>
                </a:lnTo>
                <a:lnTo>
                  <a:pt x="456336" y="708998"/>
                </a:lnTo>
                <a:lnTo>
                  <a:pt x="450215" y="711720"/>
                </a:lnTo>
                <a:lnTo>
                  <a:pt x="444321" y="714442"/>
                </a:lnTo>
                <a:lnTo>
                  <a:pt x="438654" y="717618"/>
                </a:lnTo>
                <a:lnTo>
                  <a:pt x="433440" y="720567"/>
                </a:lnTo>
                <a:lnTo>
                  <a:pt x="428226" y="723969"/>
                </a:lnTo>
                <a:lnTo>
                  <a:pt x="423238" y="727372"/>
                </a:lnTo>
                <a:lnTo>
                  <a:pt x="418478" y="731001"/>
                </a:lnTo>
                <a:lnTo>
                  <a:pt x="413944" y="734403"/>
                </a:lnTo>
                <a:lnTo>
                  <a:pt x="409410" y="738033"/>
                </a:lnTo>
                <a:lnTo>
                  <a:pt x="405556" y="741435"/>
                </a:lnTo>
                <a:lnTo>
                  <a:pt x="401476" y="744837"/>
                </a:lnTo>
                <a:lnTo>
                  <a:pt x="397849" y="748694"/>
                </a:lnTo>
                <a:lnTo>
                  <a:pt x="394221" y="752323"/>
                </a:lnTo>
                <a:lnTo>
                  <a:pt x="391048" y="755952"/>
                </a:lnTo>
                <a:lnTo>
                  <a:pt x="387874" y="760035"/>
                </a:lnTo>
                <a:lnTo>
                  <a:pt x="384927" y="763664"/>
                </a:lnTo>
                <a:lnTo>
                  <a:pt x="382207" y="767520"/>
                </a:lnTo>
                <a:lnTo>
                  <a:pt x="379486" y="771377"/>
                </a:lnTo>
                <a:lnTo>
                  <a:pt x="377219" y="775460"/>
                </a:lnTo>
                <a:lnTo>
                  <a:pt x="375179" y="779316"/>
                </a:lnTo>
                <a:lnTo>
                  <a:pt x="373366" y="783399"/>
                </a:lnTo>
                <a:lnTo>
                  <a:pt x="369738" y="791338"/>
                </a:lnTo>
                <a:lnTo>
                  <a:pt x="367018" y="799277"/>
                </a:lnTo>
                <a:lnTo>
                  <a:pt x="364298" y="806989"/>
                </a:lnTo>
                <a:lnTo>
                  <a:pt x="362258" y="814701"/>
                </a:lnTo>
                <a:lnTo>
                  <a:pt x="360671" y="822187"/>
                </a:lnTo>
                <a:lnTo>
                  <a:pt x="359537" y="829672"/>
                </a:lnTo>
                <a:lnTo>
                  <a:pt x="358857" y="836931"/>
                </a:lnTo>
                <a:lnTo>
                  <a:pt x="358630" y="844189"/>
                </a:lnTo>
                <a:lnTo>
                  <a:pt x="358857" y="851901"/>
                </a:lnTo>
                <a:lnTo>
                  <a:pt x="359537" y="859614"/>
                </a:lnTo>
                <a:lnTo>
                  <a:pt x="360444" y="867326"/>
                </a:lnTo>
                <a:lnTo>
                  <a:pt x="362031" y="874811"/>
                </a:lnTo>
                <a:lnTo>
                  <a:pt x="363844" y="882297"/>
                </a:lnTo>
                <a:lnTo>
                  <a:pt x="366111" y="889782"/>
                </a:lnTo>
                <a:lnTo>
                  <a:pt x="368832" y="897267"/>
                </a:lnTo>
                <a:lnTo>
                  <a:pt x="371779" y="904526"/>
                </a:lnTo>
                <a:lnTo>
                  <a:pt x="373592" y="907928"/>
                </a:lnTo>
                <a:lnTo>
                  <a:pt x="375633" y="911558"/>
                </a:lnTo>
                <a:lnTo>
                  <a:pt x="377673" y="915187"/>
                </a:lnTo>
                <a:lnTo>
                  <a:pt x="379940" y="918816"/>
                </a:lnTo>
                <a:lnTo>
                  <a:pt x="382660" y="922219"/>
                </a:lnTo>
                <a:lnTo>
                  <a:pt x="385380" y="925848"/>
                </a:lnTo>
                <a:lnTo>
                  <a:pt x="388554" y="929250"/>
                </a:lnTo>
                <a:lnTo>
                  <a:pt x="391501" y="932880"/>
                </a:lnTo>
                <a:lnTo>
                  <a:pt x="395128" y="936282"/>
                </a:lnTo>
                <a:lnTo>
                  <a:pt x="398529" y="939685"/>
                </a:lnTo>
                <a:lnTo>
                  <a:pt x="402609" y="943087"/>
                </a:lnTo>
                <a:lnTo>
                  <a:pt x="406463" y="946489"/>
                </a:lnTo>
                <a:lnTo>
                  <a:pt x="410770" y="949892"/>
                </a:lnTo>
                <a:lnTo>
                  <a:pt x="415077" y="953294"/>
                </a:lnTo>
                <a:lnTo>
                  <a:pt x="424372" y="959646"/>
                </a:lnTo>
                <a:lnTo>
                  <a:pt x="429586" y="963048"/>
                </a:lnTo>
                <a:lnTo>
                  <a:pt x="434800" y="966224"/>
                </a:lnTo>
                <a:lnTo>
                  <a:pt x="440467" y="969626"/>
                </a:lnTo>
                <a:lnTo>
                  <a:pt x="446361" y="972575"/>
                </a:lnTo>
                <a:lnTo>
                  <a:pt x="452482" y="975751"/>
                </a:lnTo>
                <a:lnTo>
                  <a:pt x="459056" y="978473"/>
                </a:lnTo>
                <a:lnTo>
                  <a:pt x="465630" y="981421"/>
                </a:lnTo>
                <a:lnTo>
                  <a:pt x="472658" y="984370"/>
                </a:lnTo>
                <a:lnTo>
                  <a:pt x="479912" y="987092"/>
                </a:lnTo>
                <a:lnTo>
                  <a:pt x="487619" y="989814"/>
                </a:lnTo>
                <a:lnTo>
                  <a:pt x="495327" y="992309"/>
                </a:lnTo>
                <a:lnTo>
                  <a:pt x="503488" y="994804"/>
                </a:lnTo>
                <a:lnTo>
                  <a:pt x="520490" y="1000021"/>
                </a:lnTo>
                <a:lnTo>
                  <a:pt x="538626" y="1004785"/>
                </a:lnTo>
                <a:lnTo>
                  <a:pt x="538626" y="1135439"/>
                </a:lnTo>
                <a:lnTo>
                  <a:pt x="530918" y="1134305"/>
                </a:lnTo>
                <a:lnTo>
                  <a:pt x="523210" y="1133171"/>
                </a:lnTo>
                <a:lnTo>
                  <a:pt x="515503" y="1131583"/>
                </a:lnTo>
                <a:lnTo>
                  <a:pt x="507795" y="1129768"/>
                </a:lnTo>
                <a:lnTo>
                  <a:pt x="500088" y="1127727"/>
                </a:lnTo>
                <a:lnTo>
                  <a:pt x="492607" y="1125685"/>
                </a:lnTo>
                <a:lnTo>
                  <a:pt x="485126" y="1123417"/>
                </a:lnTo>
                <a:lnTo>
                  <a:pt x="477645" y="1120695"/>
                </a:lnTo>
                <a:lnTo>
                  <a:pt x="470164" y="1117973"/>
                </a:lnTo>
                <a:lnTo>
                  <a:pt x="462683" y="1115024"/>
                </a:lnTo>
                <a:lnTo>
                  <a:pt x="455429" y="1111849"/>
                </a:lnTo>
                <a:lnTo>
                  <a:pt x="448175" y="1108673"/>
                </a:lnTo>
                <a:lnTo>
                  <a:pt x="440920" y="1105044"/>
                </a:lnTo>
                <a:lnTo>
                  <a:pt x="433893" y="1101641"/>
                </a:lnTo>
                <a:lnTo>
                  <a:pt x="426639" y="1097785"/>
                </a:lnTo>
                <a:lnTo>
                  <a:pt x="419611" y="1093929"/>
                </a:lnTo>
                <a:lnTo>
                  <a:pt x="405783" y="1085310"/>
                </a:lnTo>
                <a:lnTo>
                  <a:pt x="392181" y="1076690"/>
                </a:lnTo>
                <a:lnTo>
                  <a:pt x="379033" y="1067617"/>
                </a:lnTo>
                <a:lnTo>
                  <a:pt x="366338" y="1058317"/>
                </a:lnTo>
                <a:lnTo>
                  <a:pt x="366338" y="1169917"/>
                </a:lnTo>
                <a:lnTo>
                  <a:pt x="376313" y="1175588"/>
                </a:lnTo>
                <a:lnTo>
                  <a:pt x="386287" y="1181032"/>
                </a:lnTo>
                <a:lnTo>
                  <a:pt x="396715" y="1186249"/>
                </a:lnTo>
                <a:lnTo>
                  <a:pt x="407370" y="1191466"/>
                </a:lnTo>
                <a:lnTo>
                  <a:pt x="418251" y="1196003"/>
                </a:lnTo>
                <a:lnTo>
                  <a:pt x="429359" y="1200539"/>
                </a:lnTo>
                <a:lnTo>
                  <a:pt x="440694" y="1204849"/>
                </a:lnTo>
                <a:lnTo>
                  <a:pt x="452255" y="1208705"/>
                </a:lnTo>
                <a:lnTo>
                  <a:pt x="464043" y="1212561"/>
                </a:lnTo>
                <a:lnTo>
                  <a:pt x="475151" y="1215964"/>
                </a:lnTo>
                <a:lnTo>
                  <a:pt x="486486" y="1218686"/>
                </a:lnTo>
                <a:lnTo>
                  <a:pt x="497367" y="1221634"/>
                </a:lnTo>
                <a:lnTo>
                  <a:pt x="508022" y="1223903"/>
                </a:lnTo>
                <a:lnTo>
                  <a:pt x="518450" y="1225944"/>
                </a:lnTo>
                <a:lnTo>
                  <a:pt x="528878" y="1227759"/>
                </a:lnTo>
                <a:lnTo>
                  <a:pt x="538626" y="1229120"/>
                </a:lnTo>
                <a:lnTo>
                  <a:pt x="538626" y="1297396"/>
                </a:lnTo>
                <a:lnTo>
                  <a:pt x="600740" y="1297396"/>
                </a:lnTo>
                <a:lnTo>
                  <a:pt x="600740" y="1229120"/>
                </a:lnTo>
                <a:lnTo>
                  <a:pt x="608674" y="1228213"/>
                </a:lnTo>
                <a:lnTo>
                  <a:pt x="616608" y="1227305"/>
                </a:lnTo>
                <a:lnTo>
                  <a:pt x="624089" y="1225944"/>
                </a:lnTo>
                <a:lnTo>
                  <a:pt x="631570" y="1224810"/>
                </a:lnTo>
                <a:lnTo>
                  <a:pt x="638824" y="1223449"/>
                </a:lnTo>
                <a:lnTo>
                  <a:pt x="645852" y="1221861"/>
                </a:lnTo>
                <a:lnTo>
                  <a:pt x="652880" y="1220273"/>
                </a:lnTo>
                <a:lnTo>
                  <a:pt x="659454" y="1218232"/>
                </a:lnTo>
                <a:lnTo>
                  <a:pt x="666028" y="1216191"/>
                </a:lnTo>
                <a:lnTo>
                  <a:pt x="672375" y="1214149"/>
                </a:lnTo>
                <a:lnTo>
                  <a:pt x="678723" y="1211881"/>
                </a:lnTo>
                <a:lnTo>
                  <a:pt x="684617" y="1209386"/>
                </a:lnTo>
                <a:lnTo>
                  <a:pt x="690284" y="1206890"/>
                </a:lnTo>
                <a:lnTo>
                  <a:pt x="695951" y="1203942"/>
                </a:lnTo>
                <a:lnTo>
                  <a:pt x="701392" y="1200993"/>
                </a:lnTo>
                <a:lnTo>
                  <a:pt x="706833" y="1198044"/>
                </a:lnTo>
                <a:lnTo>
                  <a:pt x="711593" y="1194868"/>
                </a:lnTo>
                <a:lnTo>
                  <a:pt x="716581" y="1191693"/>
                </a:lnTo>
                <a:lnTo>
                  <a:pt x="721341" y="1188290"/>
                </a:lnTo>
                <a:lnTo>
                  <a:pt x="725875" y="1184888"/>
                </a:lnTo>
                <a:lnTo>
                  <a:pt x="730182" y="1181486"/>
                </a:lnTo>
                <a:lnTo>
                  <a:pt x="734263" y="1178083"/>
                </a:lnTo>
                <a:lnTo>
                  <a:pt x="738343" y="1174227"/>
                </a:lnTo>
                <a:lnTo>
                  <a:pt x="742197" y="1170825"/>
                </a:lnTo>
                <a:lnTo>
                  <a:pt x="745824" y="1166968"/>
                </a:lnTo>
                <a:lnTo>
                  <a:pt x="749225" y="1163339"/>
                </a:lnTo>
                <a:lnTo>
                  <a:pt x="752625" y="1159256"/>
                </a:lnTo>
                <a:lnTo>
                  <a:pt x="755799" y="1155627"/>
                </a:lnTo>
                <a:lnTo>
                  <a:pt x="758746" y="1151544"/>
                </a:lnTo>
                <a:lnTo>
                  <a:pt x="761466" y="1147461"/>
                </a:lnTo>
                <a:lnTo>
                  <a:pt x="763960" y="1143378"/>
                </a:lnTo>
                <a:lnTo>
                  <a:pt x="766453" y="1139295"/>
                </a:lnTo>
                <a:lnTo>
                  <a:pt x="770760" y="1130676"/>
                </a:lnTo>
                <a:lnTo>
                  <a:pt x="774614" y="1122056"/>
                </a:lnTo>
                <a:lnTo>
                  <a:pt x="777561" y="1113436"/>
                </a:lnTo>
                <a:lnTo>
                  <a:pt x="778921" y="1109354"/>
                </a:lnTo>
                <a:lnTo>
                  <a:pt x="780055" y="1105044"/>
                </a:lnTo>
                <a:lnTo>
                  <a:pt x="781415" y="1100507"/>
                </a:lnTo>
                <a:lnTo>
                  <a:pt x="782322" y="1096424"/>
                </a:lnTo>
                <a:lnTo>
                  <a:pt x="783002" y="1092114"/>
                </a:lnTo>
                <a:lnTo>
                  <a:pt x="783682" y="1087805"/>
                </a:lnTo>
                <a:lnTo>
                  <a:pt x="784135" y="1083495"/>
                </a:lnTo>
                <a:lnTo>
                  <a:pt x="784589" y="1079185"/>
                </a:lnTo>
                <a:lnTo>
                  <a:pt x="784816" y="1074875"/>
                </a:lnTo>
                <a:lnTo>
                  <a:pt x="784816" y="1070339"/>
                </a:lnTo>
                <a:lnTo>
                  <a:pt x="784589" y="1061719"/>
                </a:lnTo>
                <a:lnTo>
                  <a:pt x="784135" y="1053326"/>
                </a:lnTo>
                <a:lnTo>
                  <a:pt x="783229" y="1045161"/>
                </a:lnTo>
                <a:lnTo>
                  <a:pt x="781869" y="1037222"/>
                </a:lnTo>
                <a:lnTo>
                  <a:pt x="779828" y="1029509"/>
                </a:lnTo>
                <a:lnTo>
                  <a:pt x="777788" y="1022251"/>
                </a:lnTo>
                <a:lnTo>
                  <a:pt x="775294" y="1014992"/>
                </a:lnTo>
                <a:lnTo>
                  <a:pt x="772347" y="1007960"/>
                </a:lnTo>
                <a:lnTo>
                  <a:pt x="769174" y="1001156"/>
                </a:lnTo>
                <a:lnTo>
                  <a:pt x="765320" y="994577"/>
                </a:lnTo>
                <a:lnTo>
                  <a:pt x="761466" y="988226"/>
                </a:lnTo>
                <a:lnTo>
                  <a:pt x="756705" y="982329"/>
                </a:lnTo>
                <a:lnTo>
                  <a:pt x="752172" y="976431"/>
                </a:lnTo>
                <a:lnTo>
                  <a:pt x="746731" y="970987"/>
                </a:lnTo>
                <a:lnTo>
                  <a:pt x="741064" y="965543"/>
                </a:lnTo>
                <a:lnTo>
                  <a:pt x="734943" y="960553"/>
                </a:lnTo>
                <a:lnTo>
                  <a:pt x="728822" y="955563"/>
                </a:lnTo>
                <a:lnTo>
                  <a:pt x="722248" y="950572"/>
                </a:lnTo>
                <a:lnTo>
                  <a:pt x="715220" y="946036"/>
                </a:lnTo>
                <a:lnTo>
                  <a:pt x="708193" y="941272"/>
                </a:lnTo>
                <a:lnTo>
                  <a:pt x="700712" y="936509"/>
                </a:lnTo>
                <a:lnTo>
                  <a:pt x="693004" y="932199"/>
                </a:lnTo>
                <a:lnTo>
                  <a:pt x="685070" y="927889"/>
                </a:lnTo>
                <a:lnTo>
                  <a:pt x="676456" y="923806"/>
                </a:lnTo>
                <a:lnTo>
                  <a:pt x="668068" y="919497"/>
                </a:lnTo>
                <a:lnTo>
                  <a:pt x="659227" y="915641"/>
                </a:lnTo>
                <a:lnTo>
                  <a:pt x="650159" y="911558"/>
                </a:lnTo>
                <a:lnTo>
                  <a:pt x="641091" y="907475"/>
                </a:lnTo>
                <a:lnTo>
                  <a:pt x="631117" y="903845"/>
                </a:lnTo>
                <a:lnTo>
                  <a:pt x="621369" y="899989"/>
                </a:lnTo>
                <a:lnTo>
                  <a:pt x="611394" y="896587"/>
                </a:lnTo>
                <a:lnTo>
                  <a:pt x="600740" y="892958"/>
                </a:lnTo>
                <a:lnTo>
                  <a:pt x="600740" y="785894"/>
                </a:lnTo>
                <a:lnTo>
                  <a:pt x="612755" y="788616"/>
                </a:lnTo>
                <a:lnTo>
                  <a:pt x="624543" y="792018"/>
                </a:lnTo>
                <a:lnTo>
                  <a:pt x="636331" y="795421"/>
                </a:lnTo>
                <a:lnTo>
                  <a:pt x="647892" y="799504"/>
                </a:lnTo>
                <a:lnTo>
                  <a:pt x="659227" y="803813"/>
                </a:lnTo>
                <a:lnTo>
                  <a:pt x="670562" y="808577"/>
                </a:lnTo>
                <a:lnTo>
                  <a:pt x="681443" y="813794"/>
                </a:lnTo>
                <a:lnTo>
                  <a:pt x="692324" y="819465"/>
                </a:lnTo>
                <a:lnTo>
                  <a:pt x="702752" y="824909"/>
                </a:lnTo>
                <a:lnTo>
                  <a:pt x="712727" y="830806"/>
                </a:lnTo>
                <a:lnTo>
                  <a:pt x="722475" y="836477"/>
                </a:lnTo>
                <a:lnTo>
                  <a:pt x="731542" y="842148"/>
                </a:lnTo>
                <a:lnTo>
                  <a:pt x="740157" y="847592"/>
                </a:lnTo>
                <a:lnTo>
                  <a:pt x="748318" y="853262"/>
                </a:lnTo>
                <a:lnTo>
                  <a:pt x="756025" y="858933"/>
                </a:lnTo>
                <a:lnTo>
                  <a:pt x="763280" y="864604"/>
                </a:lnTo>
                <a:lnTo>
                  <a:pt x="763280" y="748240"/>
                </a:lnTo>
                <a:lnTo>
                  <a:pt x="752625" y="741889"/>
                </a:lnTo>
                <a:lnTo>
                  <a:pt x="741744" y="735764"/>
                </a:lnTo>
                <a:lnTo>
                  <a:pt x="731316" y="730547"/>
                </a:lnTo>
                <a:lnTo>
                  <a:pt x="720888" y="725103"/>
                </a:lnTo>
                <a:lnTo>
                  <a:pt x="710913" y="720340"/>
                </a:lnTo>
                <a:lnTo>
                  <a:pt x="701165" y="716030"/>
                </a:lnTo>
                <a:lnTo>
                  <a:pt x="691644" y="711720"/>
                </a:lnTo>
                <a:lnTo>
                  <a:pt x="682123" y="708318"/>
                </a:lnTo>
                <a:lnTo>
                  <a:pt x="672602" y="704689"/>
                </a:lnTo>
                <a:lnTo>
                  <a:pt x="663081" y="701740"/>
                </a:lnTo>
                <a:lnTo>
                  <a:pt x="653106" y="698791"/>
                </a:lnTo>
                <a:lnTo>
                  <a:pt x="643132" y="696296"/>
                </a:lnTo>
                <a:lnTo>
                  <a:pt x="632930" y="694254"/>
                </a:lnTo>
                <a:lnTo>
                  <a:pt x="622276" y="691986"/>
                </a:lnTo>
                <a:lnTo>
                  <a:pt x="611848" y="690171"/>
                </a:lnTo>
                <a:lnTo>
                  <a:pt x="600740" y="688810"/>
                </a:lnTo>
                <a:lnTo>
                  <a:pt x="600740" y="654332"/>
                </a:lnTo>
                <a:lnTo>
                  <a:pt x="538626" y="654332"/>
                </a:lnTo>
                <a:close/>
                <a:moveTo>
                  <a:pt x="549280" y="371475"/>
                </a:moveTo>
                <a:lnTo>
                  <a:pt x="564015" y="371475"/>
                </a:lnTo>
                <a:lnTo>
                  <a:pt x="577844" y="371475"/>
                </a:lnTo>
                <a:lnTo>
                  <a:pt x="591219" y="371929"/>
                </a:lnTo>
                <a:lnTo>
                  <a:pt x="604594" y="372609"/>
                </a:lnTo>
                <a:lnTo>
                  <a:pt x="617515" y="373743"/>
                </a:lnTo>
                <a:lnTo>
                  <a:pt x="630210" y="375104"/>
                </a:lnTo>
                <a:lnTo>
                  <a:pt x="642905" y="376692"/>
                </a:lnTo>
                <a:lnTo>
                  <a:pt x="655373" y="378507"/>
                </a:lnTo>
                <a:lnTo>
                  <a:pt x="667388" y="380775"/>
                </a:lnTo>
                <a:lnTo>
                  <a:pt x="679403" y="383497"/>
                </a:lnTo>
                <a:lnTo>
                  <a:pt x="691191" y="386219"/>
                </a:lnTo>
                <a:lnTo>
                  <a:pt x="702752" y="389168"/>
                </a:lnTo>
                <a:lnTo>
                  <a:pt x="714314" y="392797"/>
                </a:lnTo>
                <a:lnTo>
                  <a:pt x="725422" y="396426"/>
                </a:lnTo>
                <a:lnTo>
                  <a:pt x="736530" y="400509"/>
                </a:lnTo>
                <a:lnTo>
                  <a:pt x="747184" y="405046"/>
                </a:lnTo>
                <a:lnTo>
                  <a:pt x="757839" y="409582"/>
                </a:lnTo>
                <a:lnTo>
                  <a:pt x="768267" y="414573"/>
                </a:lnTo>
                <a:lnTo>
                  <a:pt x="778468" y="420017"/>
                </a:lnTo>
                <a:lnTo>
                  <a:pt x="788669" y="425461"/>
                </a:lnTo>
                <a:lnTo>
                  <a:pt x="798644" y="431358"/>
                </a:lnTo>
                <a:lnTo>
                  <a:pt x="808392" y="437709"/>
                </a:lnTo>
                <a:lnTo>
                  <a:pt x="818140" y="444288"/>
                </a:lnTo>
                <a:lnTo>
                  <a:pt x="827434" y="451092"/>
                </a:lnTo>
                <a:lnTo>
                  <a:pt x="836729" y="458351"/>
                </a:lnTo>
                <a:lnTo>
                  <a:pt x="845796" y="466063"/>
                </a:lnTo>
                <a:lnTo>
                  <a:pt x="854864" y="473775"/>
                </a:lnTo>
                <a:lnTo>
                  <a:pt x="863705" y="481941"/>
                </a:lnTo>
                <a:lnTo>
                  <a:pt x="872319" y="490561"/>
                </a:lnTo>
                <a:lnTo>
                  <a:pt x="880934" y="499407"/>
                </a:lnTo>
                <a:lnTo>
                  <a:pt x="889095" y="508707"/>
                </a:lnTo>
                <a:lnTo>
                  <a:pt x="897483" y="518234"/>
                </a:lnTo>
                <a:lnTo>
                  <a:pt x="905417" y="527988"/>
                </a:lnTo>
                <a:lnTo>
                  <a:pt x="913351" y="538422"/>
                </a:lnTo>
                <a:lnTo>
                  <a:pt x="921512" y="548856"/>
                </a:lnTo>
                <a:lnTo>
                  <a:pt x="929220" y="559744"/>
                </a:lnTo>
                <a:lnTo>
                  <a:pt x="936701" y="571086"/>
                </a:lnTo>
                <a:lnTo>
                  <a:pt x="944182" y="582654"/>
                </a:lnTo>
                <a:lnTo>
                  <a:pt x="951436" y="594449"/>
                </a:lnTo>
                <a:lnTo>
                  <a:pt x="958690" y="606925"/>
                </a:lnTo>
                <a:lnTo>
                  <a:pt x="965944" y="619627"/>
                </a:lnTo>
                <a:lnTo>
                  <a:pt x="972745" y="632330"/>
                </a:lnTo>
                <a:lnTo>
                  <a:pt x="979546" y="645713"/>
                </a:lnTo>
                <a:lnTo>
                  <a:pt x="986347" y="659549"/>
                </a:lnTo>
                <a:lnTo>
                  <a:pt x="993148" y="673613"/>
                </a:lnTo>
                <a:lnTo>
                  <a:pt x="999722" y="687903"/>
                </a:lnTo>
                <a:lnTo>
                  <a:pt x="1006069" y="702647"/>
                </a:lnTo>
                <a:lnTo>
                  <a:pt x="1012643" y="717845"/>
                </a:lnTo>
                <a:lnTo>
                  <a:pt x="1018991" y="733269"/>
                </a:lnTo>
                <a:lnTo>
                  <a:pt x="1025111" y="748920"/>
                </a:lnTo>
                <a:lnTo>
                  <a:pt x="1031005" y="765252"/>
                </a:lnTo>
                <a:lnTo>
                  <a:pt x="1037126" y="781584"/>
                </a:lnTo>
                <a:lnTo>
                  <a:pt x="1043247" y="798823"/>
                </a:lnTo>
                <a:lnTo>
                  <a:pt x="1049141" y="816062"/>
                </a:lnTo>
                <a:lnTo>
                  <a:pt x="1054808" y="833528"/>
                </a:lnTo>
                <a:lnTo>
                  <a:pt x="1060476" y="851674"/>
                </a:lnTo>
                <a:lnTo>
                  <a:pt x="1066143" y="870048"/>
                </a:lnTo>
                <a:lnTo>
                  <a:pt x="1071810" y="888875"/>
                </a:lnTo>
                <a:lnTo>
                  <a:pt x="1077478" y="907928"/>
                </a:lnTo>
                <a:lnTo>
                  <a:pt x="1082692" y="927436"/>
                </a:lnTo>
                <a:lnTo>
                  <a:pt x="1088132" y="947624"/>
                </a:lnTo>
                <a:lnTo>
                  <a:pt x="1093573" y="967812"/>
                </a:lnTo>
                <a:lnTo>
                  <a:pt x="1098787" y="988453"/>
                </a:lnTo>
                <a:lnTo>
                  <a:pt x="1109215" y="1030870"/>
                </a:lnTo>
                <a:lnTo>
                  <a:pt x="1112615" y="1046522"/>
                </a:lnTo>
                <a:lnTo>
                  <a:pt x="1115789" y="1061946"/>
                </a:lnTo>
                <a:lnTo>
                  <a:pt x="1118056" y="1076917"/>
                </a:lnTo>
                <a:lnTo>
                  <a:pt x="1119870" y="1091888"/>
                </a:lnTo>
                <a:lnTo>
                  <a:pt x="1121456" y="1106405"/>
                </a:lnTo>
                <a:lnTo>
                  <a:pt x="1122136" y="1120922"/>
                </a:lnTo>
                <a:lnTo>
                  <a:pt x="1122363" y="1134985"/>
                </a:lnTo>
                <a:lnTo>
                  <a:pt x="1122136" y="1148822"/>
                </a:lnTo>
                <a:lnTo>
                  <a:pt x="1121456" y="1162659"/>
                </a:lnTo>
                <a:lnTo>
                  <a:pt x="1120096" y="1176042"/>
                </a:lnTo>
                <a:lnTo>
                  <a:pt x="1118509" y="1188971"/>
                </a:lnTo>
                <a:lnTo>
                  <a:pt x="1116469" y="1201900"/>
                </a:lnTo>
                <a:lnTo>
                  <a:pt x="1113749" y="1214603"/>
                </a:lnTo>
                <a:lnTo>
                  <a:pt x="1110575" y="1227078"/>
                </a:lnTo>
                <a:lnTo>
                  <a:pt x="1107175" y="1239100"/>
                </a:lnTo>
                <a:lnTo>
                  <a:pt x="1103321" y="1250896"/>
                </a:lnTo>
                <a:lnTo>
                  <a:pt x="1098787" y="1262464"/>
                </a:lnTo>
                <a:lnTo>
                  <a:pt x="1094026" y="1274032"/>
                </a:lnTo>
                <a:lnTo>
                  <a:pt x="1088812" y="1284920"/>
                </a:lnTo>
                <a:lnTo>
                  <a:pt x="1083145" y="1296035"/>
                </a:lnTo>
                <a:lnTo>
                  <a:pt x="1077251" y="1306469"/>
                </a:lnTo>
                <a:lnTo>
                  <a:pt x="1070904" y="1317130"/>
                </a:lnTo>
                <a:lnTo>
                  <a:pt x="1064103" y="1327110"/>
                </a:lnTo>
                <a:lnTo>
                  <a:pt x="1056849" y="1336864"/>
                </a:lnTo>
                <a:lnTo>
                  <a:pt x="1049368" y="1346845"/>
                </a:lnTo>
                <a:lnTo>
                  <a:pt x="1041660" y="1356145"/>
                </a:lnTo>
                <a:lnTo>
                  <a:pt x="1033499" y="1365218"/>
                </a:lnTo>
                <a:lnTo>
                  <a:pt x="1024658" y="1374064"/>
                </a:lnTo>
                <a:lnTo>
                  <a:pt x="1015817" y="1382911"/>
                </a:lnTo>
                <a:lnTo>
                  <a:pt x="1006749" y="1391303"/>
                </a:lnTo>
                <a:lnTo>
                  <a:pt x="997228" y="1399469"/>
                </a:lnTo>
                <a:lnTo>
                  <a:pt x="987253" y="1407408"/>
                </a:lnTo>
                <a:lnTo>
                  <a:pt x="977279" y="1415121"/>
                </a:lnTo>
                <a:lnTo>
                  <a:pt x="967078" y="1422606"/>
                </a:lnTo>
                <a:lnTo>
                  <a:pt x="956196" y="1429638"/>
                </a:lnTo>
                <a:lnTo>
                  <a:pt x="945315" y="1436669"/>
                </a:lnTo>
                <a:lnTo>
                  <a:pt x="934207" y="1443474"/>
                </a:lnTo>
                <a:lnTo>
                  <a:pt x="922872" y="1449826"/>
                </a:lnTo>
                <a:lnTo>
                  <a:pt x="911084" y="1455950"/>
                </a:lnTo>
                <a:lnTo>
                  <a:pt x="899296" y="1461848"/>
                </a:lnTo>
                <a:lnTo>
                  <a:pt x="887055" y="1467745"/>
                </a:lnTo>
                <a:lnTo>
                  <a:pt x="874586" y="1473189"/>
                </a:lnTo>
                <a:lnTo>
                  <a:pt x="862118" y="1478179"/>
                </a:lnTo>
                <a:lnTo>
                  <a:pt x="849197" y="1483396"/>
                </a:lnTo>
                <a:lnTo>
                  <a:pt x="836275" y="1488160"/>
                </a:lnTo>
                <a:lnTo>
                  <a:pt x="823127" y="1492470"/>
                </a:lnTo>
                <a:lnTo>
                  <a:pt x="809752" y="1496779"/>
                </a:lnTo>
                <a:lnTo>
                  <a:pt x="796377" y="1500862"/>
                </a:lnTo>
                <a:lnTo>
                  <a:pt x="782549" y="1504492"/>
                </a:lnTo>
                <a:lnTo>
                  <a:pt x="768720" y="1508348"/>
                </a:lnTo>
                <a:lnTo>
                  <a:pt x="754892" y="1511523"/>
                </a:lnTo>
                <a:lnTo>
                  <a:pt x="740610" y="1514472"/>
                </a:lnTo>
                <a:lnTo>
                  <a:pt x="726555" y="1517194"/>
                </a:lnTo>
                <a:lnTo>
                  <a:pt x="712047" y="1519689"/>
                </a:lnTo>
                <a:lnTo>
                  <a:pt x="697538" y="1521958"/>
                </a:lnTo>
                <a:lnTo>
                  <a:pt x="683030" y="1524226"/>
                </a:lnTo>
                <a:lnTo>
                  <a:pt x="668521" y="1526040"/>
                </a:lnTo>
                <a:lnTo>
                  <a:pt x="653786" y="1527401"/>
                </a:lnTo>
                <a:lnTo>
                  <a:pt x="638824" y="1528762"/>
                </a:lnTo>
                <a:lnTo>
                  <a:pt x="624089" y="1529897"/>
                </a:lnTo>
                <a:lnTo>
                  <a:pt x="609128" y="1530804"/>
                </a:lnTo>
                <a:lnTo>
                  <a:pt x="594166" y="1531484"/>
                </a:lnTo>
                <a:lnTo>
                  <a:pt x="579204" y="1531938"/>
                </a:lnTo>
                <a:lnTo>
                  <a:pt x="564015" y="1531938"/>
                </a:lnTo>
                <a:lnTo>
                  <a:pt x="549054" y="1531938"/>
                </a:lnTo>
                <a:lnTo>
                  <a:pt x="533865" y="1531484"/>
                </a:lnTo>
                <a:lnTo>
                  <a:pt x="518903" y="1530804"/>
                </a:lnTo>
                <a:lnTo>
                  <a:pt x="503941" y="1529670"/>
                </a:lnTo>
                <a:lnTo>
                  <a:pt x="488980" y="1528309"/>
                </a:lnTo>
                <a:lnTo>
                  <a:pt x="474018" y="1526948"/>
                </a:lnTo>
                <a:lnTo>
                  <a:pt x="459056" y="1525133"/>
                </a:lnTo>
                <a:lnTo>
                  <a:pt x="444321" y="1523319"/>
                </a:lnTo>
                <a:lnTo>
                  <a:pt x="429359" y="1520823"/>
                </a:lnTo>
                <a:lnTo>
                  <a:pt x="414851" y="1518328"/>
                </a:lnTo>
                <a:lnTo>
                  <a:pt x="400115" y="1515606"/>
                </a:lnTo>
                <a:lnTo>
                  <a:pt x="385607" y="1512204"/>
                </a:lnTo>
                <a:lnTo>
                  <a:pt x="371325" y="1509028"/>
                </a:lnTo>
                <a:lnTo>
                  <a:pt x="357044" y="1505172"/>
                </a:lnTo>
                <a:lnTo>
                  <a:pt x="342989" y="1501543"/>
                </a:lnTo>
                <a:lnTo>
                  <a:pt x="329160" y="1497233"/>
                </a:lnTo>
                <a:lnTo>
                  <a:pt x="315332" y="1492696"/>
                </a:lnTo>
                <a:lnTo>
                  <a:pt x="301730" y="1488160"/>
                </a:lnTo>
                <a:lnTo>
                  <a:pt x="288129" y="1483170"/>
                </a:lnTo>
                <a:lnTo>
                  <a:pt x="274754" y="1477952"/>
                </a:lnTo>
                <a:lnTo>
                  <a:pt x="261832" y="1472735"/>
                </a:lnTo>
                <a:lnTo>
                  <a:pt x="248910" y="1466838"/>
                </a:lnTo>
                <a:lnTo>
                  <a:pt x="235988" y="1460940"/>
                </a:lnTo>
                <a:lnTo>
                  <a:pt x="223520" y="1454816"/>
                </a:lnTo>
                <a:lnTo>
                  <a:pt x="211505" y="1448238"/>
                </a:lnTo>
                <a:lnTo>
                  <a:pt x="199264" y="1441660"/>
                </a:lnTo>
                <a:lnTo>
                  <a:pt x="187703" y="1434855"/>
                </a:lnTo>
                <a:lnTo>
                  <a:pt x="176141" y="1427596"/>
                </a:lnTo>
                <a:lnTo>
                  <a:pt x="164806" y="1420111"/>
                </a:lnTo>
                <a:lnTo>
                  <a:pt x="153925" y="1412399"/>
                </a:lnTo>
                <a:lnTo>
                  <a:pt x="143497" y="1404233"/>
                </a:lnTo>
                <a:lnTo>
                  <a:pt x="132843" y="1396067"/>
                </a:lnTo>
                <a:lnTo>
                  <a:pt x="122868" y="1387674"/>
                </a:lnTo>
                <a:lnTo>
                  <a:pt x="113120" y="1379055"/>
                </a:lnTo>
                <a:lnTo>
                  <a:pt x="103826" y="1370208"/>
                </a:lnTo>
                <a:lnTo>
                  <a:pt x="94758" y="1361135"/>
                </a:lnTo>
                <a:lnTo>
                  <a:pt x="86144" y="1351608"/>
                </a:lnTo>
                <a:lnTo>
                  <a:pt x="77756" y="1342081"/>
                </a:lnTo>
                <a:lnTo>
                  <a:pt x="69822" y="1332328"/>
                </a:lnTo>
                <a:lnTo>
                  <a:pt x="62341" y="1322120"/>
                </a:lnTo>
                <a:lnTo>
                  <a:pt x="55086" y="1311913"/>
                </a:lnTo>
                <a:lnTo>
                  <a:pt x="48286" y="1301479"/>
                </a:lnTo>
                <a:lnTo>
                  <a:pt x="41711" y="1290591"/>
                </a:lnTo>
                <a:lnTo>
                  <a:pt x="35817" y="1279703"/>
                </a:lnTo>
                <a:lnTo>
                  <a:pt x="30150" y="1268361"/>
                </a:lnTo>
                <a:lnTo>
                  <a:pt x="25163" y="1257020"/>
                </a:lnTo>
                <a:lnTo>
                  <a:pt x="20402" y="1245225"/>
                </a:lnTo>
                <a:lnTo>
                  <a:pt x="16095" y="1233203"/>
                </a:lnTo>
                <a:lnTo>
                  <a:pt x="12468" y="1221181"/>
                </a:lnTo>
                <a:lnTo>
                  <a:pt x="9068" y="1208932"/>
                </a:lnTo>
                <a:lnTo>
                  <a:pt x="6347" y="1196229"/>
                </a:lnTo>
                <a:lnTo>
                  <a:pt x="4080" y="1183527"/>
                </a:lnTo>
                <a:lnTo>
                  <a:pt x="2493" y="1170371"/>
                </a:lnTo>
                <a:lnTo>
                  <a:pt x="907" y="1157215"/>
                </a:lnTo>
                <a:lnTo>
                  <a:pt x="226" y="1143605"/>
                </a:lnTo>
                <a:lnTo>
                  <a:pt x="0" y="1129995"/>
                </a:lnTo>
                <a:lnTo>
                  <a:pt x="453" y="1116158"/>
                </a:lnTo>
                <a:lnTo>
                  <a:pt x="1133" y="1102095"/>
                </a:lnTo>
                <a:lnTo>
                  <a:pt x="2947" y="1087805"/>
                </a:lnTo>
                <a:lnTo>
                  <a:pt x="4760" y="1073288"/>
                </a:lnTo>
                <a:lnTo>
                  <a:pt x="7481" y="1058544"/>
                </a:lnTo>
                <a:lnTo>
                  <a:pt x="10654" y="1043573"/>
                </a:lnTo>
                <a:lnTo>
                  <a:pt x="14508" y="1028375"/>
                </a:lnTo>
                <a:lnTo>
                  <a:pt x="19042" y="1012951"/>
                </a:lnTo>
                <a:lnTo>
                  <a:pt x="29697" y="978473"/>
                </a:lnTo>
                <a:lnTo>
                  <a:pt x="40578" y="944448"/>
                </a:lnTo>
                <a:lnTo>
                  <a:pt x="51233" y="911104"/>
                </a:lnTo>
                <a:lnTo>
                  <a:pt x="62114" y="878667"/>
                </a:lnTo>
                <a:lnTo>
                  <a:pt x="73222" y="846684"/>
                </a:lnTo>
                <a:lnTo>
                  <a:pt x="84557" y="815608"/>
                </a:lnTo>
                <a:lnTo>
                  <a:pt x="95891" y="785213"/>
                </a:lnTo>
                <a:lnTo>
                  <a:pt x="101785" y="770469"/>
                </a:lnTo>
                <a:lnTo>
                  <a:pt x="107679" y="755725"/>
                </a:lnTo>
                <a:lnTo>
                  <a:pt x="113574" y="741435"/>
                </a:lnTo>
                <a:lnTo>
                  <a:pt x="119468" y="727145"/>
                </a:lnTo>
                <a:lnTo>
                  <a:pt x="125588" y="713081"/>
                </a:lnTo>
                <a:lnTo>
                  <a:pt x="131936" y="699245"/>
                </a:lnTo>
                <a:lnTo>
                  <a:pt x="138283" y="685635"/>
                </a:lnTo>
                <a:lnTo>
                  <a:pt x="144631" y="672479"/>
                </a:lnTo>
                <a:lnTo>
                  <a:pt x="151205" y="659322"/>
                </a:lnTo>
                <a:lnTo>
                  <a:pt x="157552" y="646393"/>
                </a:lnTo>
                <a:lnTo>
                  <a:pt x="164353" y="633691"/>
                </a:lnTo>
                <a:lnTo>
                  <a:pt x="171381" y="621669"/>
                </a:lnTo>
                <a:lnTo>
                  <a:pt x="178181" y="609420"/>
                </a:lnTo>
                <a:lnTo>
                  <a:pt x="185436" y="597625"/>
                </a:lnTo>
                <a:lnTo>
                  <a:pt x="192463" y="585830"/>
                </a:lnTo>
                <a:lnTo>
                  <a:pt x="199944" y="574488"/>
                </a:lnTo>
                <a:lnTo>
                  <a:pt x="207425" y="563600"/>
                </a:lnTo>
                <a:lnTo>
                  <a:pt x="215133" y="552712"/>
                </a:lnTo>
                <a:lnTo>
                  <a:pt x="222840" y="542051"/>
                </a:lnTo>
                <a:lnTo>
                  <a:pt x="230774" y="531844"/>
                </a:lnTo>
                <a:lnTo>
                  <a:pt x="238935" y="521863"/>
                </a:lnTo>
                <a:lnTo>
                  <a:pt x="247324" y="512110"/>
                </a:lnTo>
                <a:lnTo>
                  <a:pt x="255711" y="502810"/>
                </a:lnTo>
                <a:lnTo>
                  <a:pt x="264326" y="493736"/>
                </a:lnTo>
                <a:lnTo>
                  <a:pt x="272940" y="484663"/>
                </a:lnTo>
                <a:lnTo>
                  <a:pt x="282008" y="476271"/>
                </a:lnTo>
                <a:lnTo>
                  <a:pt x="291076" y="468105"/>
                </a:lnTo>
                <a:lnTo>
                  <a:pt x="300597" y="460166"/>
                </a:lnTo>
                <a:lnTo>
                  <a:pt x="310118" y="452453"/>
                </a:lnTo>
                <a:lnTo>
                  <a:pt x="319639" y="445195"/>
                </a:lnTo>
                <a:lnTo>
                  <a:pt x="329840" y="438163"/>
                </a:lnTo>
                <a:lnTo>
                  <a:pt x="339815" y="431585"/>
                </a:lnTo>
                <a:lnTo>
                  <a:pt x="350243" y="425234"/>
                </a:lnTo>
                <a:lnTo>
                  <a:pt x="360897" y="419336"/>
                </a:lnTo>
                <a:lnTo>
                  <a:pt x="371552" y="413665"/>
                </a:lnTo>
                <a:lnTo>
                  <a:pt x="382660" y="408222"/>
                </a:lnTo>
                <a:lnTo>
                  <a:pt x="393995" y="403231"/>
                </a:lnTo>
                <a:lnTo>
                  <a:pt x="405556" y="398695"/>
                </a:lnTo>
                <a:lnTo>
                  <a:pt x="417344" y="394385"/>
                </a:lnTo>
                <a:lnTo>
                  <a:pt x="429359" y="390529"/>
                </a:lnTo>
                <a:lnTo>
                  <a:pt x="441601" y="386899"/>
                </a:lnTo>
                <a:lnTo>
                  <a:pt x="454069" y="383724"/>
                </a:lnTo>
                <a:lnTo>
                  <a:pt x="466764" y="380775"/>
                </a:lnTo>
                <a:lnTo>
                  <a:pt x="479912" y="378280"/>
                </a:lnTo>
                <a:lnTo>
                  <a:pt x="493287" y="376238"/>
                </a:lnTo>
                <a:lnTo>
                  <a:pt x="506888" y="374424"/>
                </a:lnTo>
                <a:lnTo>
                  <a:pt x="520717" y="373063"/>
                </a:lnTo>
                <a:lnTo>
                  <a:pt x="534772" y="372156"/>
                </a:lnTo>
                <a:lnTo>
                  <a:pt x="549280" y="371475"/>
                </a:lnTo>
                <a:close/>
                <a:moveTo>
                  <a:pt x="455387" y="0"/>
                </a:moveTo>
                <a:lnTo>
                  <a:pt x="463542" y="227"/>
                </a:lnTo>
                <a:lnTo>
                  <a:pt x="471471" y="682"/>
                </a:lnTo>
                <a:lnTo>
                  <a:pt x="479174" y="1591"/>
                </a:lnTo>
                <a:lnTo>
                  <a:pt x="486423" y="2500"/>
                </a:lnTo>
                <a:lnTo>
                  <a:pt x="493446" y="3863"/>
                </a:lnTo>
                <a:lnTo>
                  <a:pt x="500242" y="5681"/>
                </a:lnTo>
                <a:lnTo>
                  <a:pt x="506812" y="7499"/>
                </a:lnTo>
                <a:lnTo>
                  <a:pt x="512702" y="9317"/>
                </a:lnTo>
                <a:lnTo>
                  <a:pt x="518592" y="11362"/>
                </a:lnTo>
                <a:lnTo>
                  <a:pt x="524256" y="13861"/>
                </a:lnTo>
                <a:lnTo>
                  <a:pt x="529466" y="16361"/>
                </a:lnTo>
                <a:lnTo>
                  <a:pt x="534450" y="18861"/>
                </a:lnTo>
                <a:lnTo>
                  <a:pt x="539207" y="21587"/>
                </a:lnTo>
                <a:lnTo>
                  <a:pt x="543738" y="24314"/>
                </a:lnTo>
                <a:lnTo>
                  <a:pt x="547816" y="27268"/>
                </a:lnTo>
                <a:lnTo>
                  <a:pt x="551894" y="29995"/>
                </a:lnTo>
                <a:lnTo>
                  <a:pt x="555292" y="32722"/>
                </a:lnTo>
                <a:lnTo>
                  <a:pt x="558916" y="35676"/>
                </a:lnTo>
                <a:lnTo>
                  <a:pt x="564807" y="40903"/>
                </a:lnTo>
                <a:lnTo>
                  <a:pt x="569790" y="45902"/>
                </a:lnTo>
                <a:lnTo>
                  <a:pt x="574095" y="50674"/>
                </a:lnTo>
                <a:lnTo>
                  <a:pt x="577040" y="54310"/>
                </a:lnTo>
                <a:lnTo>
                  <a:pt x="579079" y="57491"/>
                </a:lnTo>
                <a:lnTo>
                  <a:pt x="581118" y="59990"/>
                </a:lnTo>
                <a:lnTo>
                  <a:pt x="590406" y="51810"/>
                </a:lnTo>
                <a:lnTo>
                  <a:pt x="599467" y="44311"/>
                </a:lnTo>
                <a:lnTo>
                  <a:pt x="608076" y="37494"/>
                </a:lnTo>
                <a:lnTo>
                  <a:pt x="616685" y="31359"/>
                </a:lnTo>
                <a:lnTo>
                  <a:pt x="625293" y="25905"/>
                </a:lnTo>
                <a:lnTo>
                  <a:pt x="633449" y="21360"/>
                </a:lnTo>
                <a:lnTo>
                  <a:pt x="641151" y="17043"/>
                </a:lnTo>
                <a:lnTo>
                  <a:pt x="648854" y="13407"/>
                </a:lnTo>
                <a:lnTo>
                  <a:pt x="656103" y="10226"/>
                </a:lnTo>
                <a:lnTo>
                  <a:pt x="663126" y="7499"/>
                </a:lnTo>
                <a:lnTo>
                  <a:pt x="669922" y="5454"/>
                </a:lnTo>
                <a:lnTo>
                  <a:pt x="676492" y="3409"/>
                </a:lnTo>
                <a:lnTo>
                  <a:pt x="682608" y="2272"/>
                </a:lnTo>
                <a:lnTo>
                  <a:pt x="688498" y="1136"/>
                </a:lnTo>
                <a:lnTo>
                  <a:pt x="694162" y="454"/>
                </a:lnTo>
                <a:lnTo>
                  <a:pt x="699599" y="227"/>
                </a:lnTo>
                <a:lnTo>
                  <a:pt x="704583" y="0"/>
                </a:lnTo>
                <a:lnTo>
                  <a:pt x="709340" y="227"/>
                </a:lnTo>
                <a:lnTo>
                  <a:pt x="713871" y="454"/>
                </a:lnTo>
                <a:lnTo>
                  <a:pt x="717949" y="909"/>
                </a:lnTo>
                <a:lnTo>
                  <a:pt x="721800" y="1591"/>
                </a:lnTo>
                <a:lnTo>
                  <a:pt x="725198" y="2272"/>
                </a:lnTo>
                <a:lnTo>
                  <a:pt x="728596" y="3181"/>
                </a:lnTo>
                <a:lnTo>
                  <a:pt x="731315" y="3863"/>
                </a:lnTo>
                <a:lnTo>
                  <a:pt x="736299" y="5908"/>
                </a:lnTo>
                <a:lnTo>
                  <a:pt x="739697" y="7499"/>
                </a:lnTo>
                <a:lnTo>
                  <a:pt x="742415" y="8862"/>
                </a:lnTo>
                <a:lnTo>
                  <a:pt x="746720" y="13180"/>
                </a:lnTo>
                <a:lnTo>
                  <a:pt x="751024" y="17497"/>
                </a:lnTo>
                <a:lnTo>
                  <a:pt x="754875" y="22269"/>
                </a:lnTo>
                <a:lnTo>
                  <a:pt x="758726" y="27496"/>
                </a:lnTo>
                <a:lnTo>
                  <a:pt x="762124" y="32495"/>
                </a:lnTo>
                <a:lnTo>
                  <a:pt x="765523" y="37949"/>
                </a:lnTo>
                <a:lnTo>
                  <a:pt x="768694" y="43629"/>
                </a:lnTo>
                <a:lnTo>
                  <a:pt x="771639" y="49310"/>
                </a:lnTo>
                <a:lnTo>
                  <a:pt x="774584" y="54764"/>
                </a:lnTo>
                <a:lnTo>
                  <a:pt x="777076" y="60672"/>
                </a:lnTo>
                <a:lnTo>
                  <a:pt x="779342" y="66808"/>
                </a:lnTo>
                <a:lnTo>
                  <a:pt x="781834" y="72716"/>
                </a:lnTo>
                <a:lnTo>
                  <a:pt x="785911" y="84305"/>
                </a:lnTo>
                <a:lnTo>
                  <a:pt x="789536" y="95894"/>
                </a:lnTo>
                <a:lnTo>
                  <a:pt x="792481" y="106801"/>
                </a:lnTo>
                <a:lnTo>
                  <a:pt x="794973" y="117254"/>
                </a:lnTo>
                <a:lnTo>
                  <a:pt x="796785" y="126571"/>
                </a:lnTo>
                <a:lnTo>
                  <a:pt x="798371" y="134524"/>
                </a:lnTo>
                <a:lnTo>
                  <a:pt x="800183" y="146568"/>
                </a:lnTo>
                <a:lnTo>
                  <a:pt x="800636" y="150658"/>
                </a:lnTo>
                <a:lnTo>
                  <a:pt x="805847" y="149294"/>
                </a:lnTo>
                <a:lnTo>
                  <a:pt x="810831" y="147931"/>
                </a:lnTo>
                <a:lnTo>
                  <a:pt x="815362" y="146340"/>
                </a:lnTo>
                <a:lnTo>
                  <a:pt x="820119" y="144522"/>
                </a:lnTo>
                <a:lnTo>
                  <a:pt x="824197" y="142705"/>
                </a:lnTo>
                <a:lnTo>
                  <a:pt x="828275" y="140887"/>
                </a:lnTo>
                <a:lnTo>
                  <a:pt x="832352" y="139069"/>
                </a:lnTo>
                <a:lnTo>
                  <a:pt x="835750" y="136796"/>
                </a:lnTo>
                <a:lnTo>
                  <a:pt x="839375" y="134751"/>
                </a:lnTo>
                <a:lnTo>
                  <a:pt x="842547" y="132706"/>
                </a:lnTo>
                <a:lnTo>
                  <a:pt x="848663" y="128389"/>
                </a:lnTo>
                <a:lnTo>
                  <a:pt x="853647" y="124071"/>
                </a:lnTo>
                <a:lnTo>
                  <a:pt x="858405" y="119754"/>
                </a:lnTo>
                <a:lnTo>
                  <a:pt x="862482" y="115663"/>
                </a:lnTo>
                <a:lnTo>
                  <a:pt x="865654" y="111800"/>
                </a:lnTo>
                <a:lnTo>
                  <a:pt x="868372" y="108392"/>
                </a:lnTo>
                <a:lnTo>
                  <a:pt x="870638" y="105211"/>
                </a:lnTo>
                <a:lnTo>
                  <a:pt x="873130" y="100439"/>
                </a:lnTo>
                <a:lnTo>
                  <a:pt x="874036" y="98848"/>
                </a:lnTo>
                <a:lnTo>
                  <a:pt x="875395" y="106347"/>
                </a:lnTo>
                <a:lnTo>
                  <a:pt x="876755" y="113846"/>
                </a:lnTo>
                <a:lnTo>
                  <a:pt x="877434" y="121117"/>
                </a:lnTo>
                <a:lnTo>
                  <a:pt x="877887" y="128389"/>
                </a:lnTo>
                <a:lnTo>
                  <a:pt x="877887" y="135433"/>
                </a:lnTo>
                <a:lnTo>
                  <a:pt x="877434" y="142250"/>
                </a:lnTo>
                <a:lnTo>
                  <a:pt x="876755" y="149067"/>
                </a:lnTo>
                <a:lnTo>
                  <a:pt x="875622" y="155884"/>
                </a:lnTo>
                <a:lnTo>
                  <a:pt x="874263" y="162474"/>
                </a:lnTo>
                <a:lnTo>
                  <a:pt x="872903" y="168837"/>
                </a:lnTo>
                <a:lnTo>
                  <a:pt x="870864" y="175199"/>
                </a:lnTo>
                <a:lnTo>
                  <a:pt x="868599" y="181335"/>
                </a:lnTo>
                <a:lnTo>
                  <a:pt x="866334" y="187243"/>
                </a:lnTo>
                <a:lnTo>
                  <a:pt x="863615" y="193378"/>
                </a:lnTo>
                <a:lnTo>
                  <a:pt x="860670" y="199287"/>
                </a:lnTo>
                <a:lnTo>
                  <a:pt x="857725" y="204967"/>
                </a:lnTo>
                <a:lnTo>
                  <a:pt x="854327" y="210421"/>
                </a:lnTo>
                <a:lnTo>
                  <a:pt x="850702" y="215875"/>
                </a:lnTo>
                <a:lnTo>
                  <a:pt x="847078" y="221328"/>
                </a:lnTo>
                <a:lnTo>
                  <a:pt x="843000" y="226328"/>
                </a:lnTo>
                <a:lnTo>
                  <a:pt x="838922" y="231554"/>
                </a:lnTo>
                <a:lnTo>
                  <a:pt x="834844" y="236553"/>
                </a:lnTo>
                <a:lnTo>
                  <a:pt x="830313" y="241325"/>
                </a:lnTo>
                <a:lnTo>
                  <a:pt x="826009" y="246097"/>
                </a:lnTo>
                <a:lnTo>
                  <a:pt x="821252" y="250869"/>
                </a:lnTo>
                <a:lnTo>
                  <a:pt x="816494" y="255187"/>
                </a:lnTo>
                <a:lnTo>
                  <a:pt x="811737" y="259731"/>
                </a:lnTo>
                <a:lnTo>
                  <a:pt x="806753" y="264049"/>
                </a:lnTo>
                <a:lnTo>
                  <a:pt x="796785" y="272229"/>
                </a:lnTo>
                <a:lnTo>
                  <a:pt x="786364" y="279955"/>
                </a:lnTo>
                <a:lnTo>
                  <a:pt x="776170" y="287227"/>
                </a:lnTo>
                <a:lnTo>
                  <a:pt x="765749" y="294044"/>
                </a:lnTo>
                <a:lnTo>
                  <a:pt x="755328" y="300180"/>
                </a:lnTo>
                <a:lnTo>
                  <a:pt x="745360" y="305860"/>
                </a:lnTo>
                <a:lnTo>
                  <a:pt x="735619" y="311314"/>
                </a:lnTo>
                <a:lnTo>
                  <a:pt x="725878" y="316313"/>
                </a:lnTo>
                <a:lnTo>
                  <a:pt x="717043" y="320631"/>
                </a:lnTo>
                <a:lnTo>
                  <a:pt x="708661" y="324721"/>
                </a:lnTo>
                <a:lnTo>
                  <a:pt x="700732" y="327902"/>
                </a:lnTo>
                <a:lnTo>
                  <a:pt x="693709" y="331084"/>
                </a:lnTo>
                <a:lnTo>
                  <a:pt x="681929" y="335628"/>
                </a:lnTo>
                <a:lnTo>
                  <a:pt x="674453" y="338583"/>
                </a:lnTo>
                <a:lnTo>
                  <a:pt x="671961" y="339492"/>
                </a:lnTo>
                <a:lnTo>
                  <a:pt x="658142" y="336083"/>
                </a:lnTo>
                <a:lnTo>
                  <a:pt x="644776" y="333583"/>
                </a:lnTo>
                <a:lnTo>
                  <a:pt x="632089" y="331311"/>
                </a:lnTo>
                <a:lnTo>
                  <a:pt x="619630" y="329266"/>
                </a:lnTo>
                <a:lnTo>
                  <a:pt x="607623" y="327675"/>
                </a:lnTo>
                <a:lnTo>
                  <a:pt x="596069" y="326539"/>
                </a:lnTo>
                <a:lnTo>
                  <a:pt x="584969" y="325630"/>
                </a:lnTo>
                <a:lnTo>
                  <a:pt x="574548" y="324948"/>
                </a:lnTo>
                <a:lnTo>
                  <a:pt x="564127" y="324494"/>
                </a:lnTo>
                <a:lnTo>
                  <a:pt x="554612" y="324494"/>
                </a:lnTo>
                <a:lnTo>
                  <a:pt x="545324" y="324494"/>
                </a:lnTo>
                <a:lnTo>
                  <a:pt x="536715" y="324948"/>
                </a:lnTo>
                <a:lnTo>
                  <a:pt x="528333" y="325403"/>
                </a:lnTo>
                <a:lnTo>
                  <a:pt x="520178" y="326085"/>
                </a:lnTo>
                <a:lnTo>
                  <a:pt x="512702" y="326766"/>
                </a:lnTo>
                <a:lnTo>
                  <a:pt x="505679" y="327675"/>
                </a:lnTo>
                <a:lnTo>
                  <a:pt x="499109" y="328811"/>
                </a:lnTo>
                <a:lnTo>
                  <a:pt x="492993" y="329948"/>
                </a:lnTo>
                <a:lnTo>
                  <a:pt x="487329" y="331311"/>
                </a:lnTo>
                <a:lnTo>
                  <a:pt x="481892" y="332447"/>
                </a:lnTo>
                <a:lnTo>
                  <a:pt x="472604" y="334947"/>
                </a:lnTo>
                <a:lnTo>
                  <a:pt x="465128" y="337219"/>
                </a:lnTo>
                <a:lnTo>
                  <a:pt x="459012" y="339719"/>
                </a:lnTo>
                <a:lnTo>
                  <a:pt x="454934" y="341309"/>
                </a:lnTo>
                <a:lnTo>
                  <a:pt x="451536" y="342900"/>
                </a:lnTo>
                <a:lnTo>
                  <a:pt x="445646" y="337219"/>
                </a:lnTo>
                <a:lnTo>
                  <a:pt x="439529" y="331311"/>
                </a:lnTo>
                <a:lnTo>
                  <a:pt x="425710" y="318813"/>
                </a:lnTo>
                <a:lnTo>
                  <a:pt x="410532" y="305860"/>
                </a:lnTo>
                <a:lnTo>
                  <a:pt x="394221" y="292454"/>
                </a:lnTo>
                <a:lnTo>
                  <a:pt x="377456" y="279274"/>
                </a:lnTo>
                <a:lnTo>
                  <a:pt x="360239" y="266094"/>
                </a:lnTo>
                <a:lnTo>
                  <a:pt x="343249" y="252914"/>
                </a:lnTo>
                <a:lnTo>
                  <a:pt x="326258" y="240416"/>
                </a:lnTo>
                <a:lnTo>
                  <a:pt x="295222" y="217693"/>
                </a:lnTo>
                <a:lnTo>
                  <a:pt x="269849" y="199514"/>
                </a:lnTo>
                <a:lnTo>
                  <a:pt x="252405" y="187243"/>
                </a:lnTo>
                <a:lnTo>
                  <a:pt x="246062" y="183153"/>
                </a:lnTo>
                <a:lnTo>
                  <a:pt x="251726" y="176563"/>
                </a:lnTo>
                <a:lnTo>
                  <a:pt x="257616" y="170655"/>
                </a:lnTo>
                <a:lnTo>
                  <a:pt x="263506" y="165428"/>
                </a:lnTo>
                <a:lnTo>
                  <a:pt x="269623" y="160656"/>
                </a:lnTo>
                <a:lnTo>
                  <a:pt x="275286" y="156339"/>
                </a:lnTo>
                <a:lnTo>
                  <a:pt x="281629" y="152476"/>
                </a:lnTo>
                <a:lnTo>
                  <a:pt x="287746" y="149294"/>
                </a:lnTo>
                <a:lnTo>
                  <a:pt x="293863" y="146568"/>
                </a:lnTo>
                <a:lnTo>
                  <a:pt x="299979" y="144068"/>
                </a:lnTo>
                <a:lnTo>
                  <a:pt x="306096" y="142023"/>
                </a:lnTo>
                <a:lnTo>
                  <a:pt x="311986" y="140432"/>
                </a:lnTo>
                <a:lnTo>
                  <a:pt x="317876" y="139069"/>
                </a:lnTo>
                <a:lnTo>
                  <a:pt x="323766" y="138160"/>
                </a:lnTo>
                <a:lnTo>
                  <a:pt x="329656" y="137024"/>
                </a:lnTo>
                <a:lnTo>
                  <a:pt x="335093" y="136569"/>
                </a:lnTo>
                <a:lnTo>
                  <a:pt x="340530" y="136342"/>
                </a:lnTo>
                <a:lnTo>
                  <a:pt x="345967" y="136342"/>
                </a:lnTo>
                <a:lnTo>
                  <a:pt x="350951" y="136569"/>
                </a:lnTo>
                <a:lnTo>
                  <a:pt x="355708" y="136796"/>
                </a:lnTo>
                <a:lnTo>
                  <a:pt x="360466" y="137251"/>
                </a:lnTo>
                <a:lnTo>
                  <a:pt x="368848" y="138614"/>
                </a:lnTo>
                <a:lnTo>
                  <a:pt x="376097" y="139978"/>
                </a:lnTo>
                <a:lnTo>
                  <a:pt x="382214" y="141341"/>
                </a:lnTo>
                <a:lnTo>
                  <a:pt x="386518" y="142705"/>
                </a:lnTo>
                <a:lnTo>
                  <a:pt x="390369" y="143841"/>
                </a:lnTo>
                <a:lnTo>
                  <a:pt x="389916" y="135888"/>
                </a:lnTo>
                <a:lnTo>
                  <a:pt x="389916" y="127934"/>
                </a:lnTo>
                <a:lnTo>
                  <a:pt x="390369" y="120208"/>
                </a:lnTo>
                <a:lnTo>
                  <a:pt x="391049" y="112482"/>
                </a:lnTo>
                <a:lnTo>
                  <a:pt x="392182" y="105211"/>
                </a:lnTo>
                <a:lnTo>
                  <a:pt x="393767" y="98166"/>
                </a:lnTo>
                <a:lnTo>
                  <a:pt x="395580" y="91122"/>
                </a:lnTo>
                <a:lnTo>
                  <a:pt x="397619" y="84305"/>
                </a:lnTo>
                <a:lnTo>
                  <a:pt x="399884" y="77942"/>
                </a:lnTo>
                <a:lnTo>
                  <a:pt x="402376" y="71807"/>
                </a:lnTo>
                <a:lnTo>
                  <a:pt x="405095" y="65671"/>
                </a:lnTo>
                <a:lnTo>
                  <a:pt x="407813" y="59763"/>
                </a:lnTo>
                <a:lnTo>
                  <a:pt x="410985" y="54310"/>
                </a:lnTo>
                <a:lnTo>
                  <a:pt x="413930" y="49083"/>
                </a:lnTo>
                <a:lnTo>
                  <a:pt x="417101" y="43857"/>
                </a:lnTo>
                <a:lnTo>
                  <a:pt x="420273" y="39085"/>
                </a:lnTo>
                <a:lnTo>
                  <a:pt x="423444" y="34540"/>
                </a:lnTo>
                <a:lnTo>
                  <a:pt x="426616" y="30222"/>
                </a:lnTo>
                <a:lnTo>
                  <a:pt x="432959" y="22496"/>
                </a:lnTo>
                <a:lnTo>
                  <a:pt x="438849" y="15679"/>
                </a:lnTo>
                <a:lnTo>
                  <a:pt x="444060" y="10226"/>
                </a:lnTo>
                <a:lnTo>
                  <a:pt x="448817" y="5908"/>
                </a:lnTo>
                <a:lnTo>
                  <a:pt x="452215" y="2500"/>
                </a:lnTo>
                <a:lnTo>
                  <a:pt x="455387" y="0"/>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sp>
        <p:nvSpPr>
          <p:cNvPr id="19" name="KSO_Shape" descr="D:\51PPT模板网\51pptmoban.com\图片.jpg"/>
          <p:cNvSpPr/>
          <p:nvPr/>
        </p:nvSpPr>
        <p:spPr bwMode="auto">
          <a:xfrm>
            <a:off x="5705122" y="3008750"/>
            <a:ext cx="781758" cy="781758"/>
          </a:xfrm>
          <a:custGeom>
            <a:avLst/>
            <a:gdLst>
              <a:gd name="T0" fmla="*/ 883582 w 2298700"/>
              <a:gd name="T1" fmla="*/ 1295872 h 2298700"/>
              <a:gd name="T2" fmla="*/ 899660 w 2298700"/>
              <a:gd name="T3" fmla="*/ 1824434 h 2298700"/>
              <a:gd name="T4" fmla="*/ 870674 w 2298700"/>
              <a:gd name="T5" fmla="*/ 1867800 h 2298700"/>
              <a:gd name="T6" fmla="*/ 472571 w 2298700"/>
              <a:gd name="T7" fmla="*/ 1870524 h 2298700"/>
              <a:gd name="T8" fmla="*/ 439282 w 2298700"/>
              <a:gd name="T9" fmla="*/ 1829883 h 2298700"/>
              <a:gd name="T10" fmla="*/ 450831 w 2298700"/>
              <a:gd name="T11" fmla="*/ 1299959 h 2298700"/>
              <a:gd name="T12" fmla="*/ 1168971 w 2298700"/>
              <a:gd name="T13" fmla="*/ 903287 h 2298700"/>
              <a:gd name="T14" fmla="*/ 1561900 w 2298700"/>
              <a:gd name="T15" fmla="*/ 923717 h 2298700"/>
              <a:gd name="T16" fmla="*/ 1573443 w 2298700"/>
              <a:gd name="T17" fmla="*/ 1829892 h 2298700"/>
              <a:gd name="T18" fmla="*/ 1540624 w 2298700"/>
              <a:gd name="T19" fmla="*/ 1870524 h 2298700"/>
              <a:gd name="T20" fmla="*/ 1142262 w 2298700"/>
              <a:gd name="T21" fmla="*/ 1867800 h 2298700"/>
              <a:gd name="T22" fmla="*/ 1113291 w 2298700"/>
              <a:gd name="T23" fmla="*/ 1824444 h 2298700"/>
              <a:gd name="T24" fmla="*/ 1129361 w 2298700"/>
              <a:gd name="T25" fmla="*/ 919404 h 2298700"/>
              <a:gd name="T26" fmla="*/ 2191940 w 2298700"/>
              <a:gd name="T27" fmla="*/ 450850 h 2298700"/>
              <a:gd name="T28" fmla="*/ 2238385 w 2298700"/>
              <a:gd name="T29" fmla="*/ 475582 h 2298700"/>
              <a:gd name="T30" fmla="*/ 2245636 w 2298700"/>
              <a:gd name="T31" fmla="*/ 1835358 h 2298700"/>
              <a:gd name="T32" fmla="*/ 2208706 w 2298700"/>
              <a:gd name="T33" fmla="*/ 1872115 h 2298700"/>
              <a:gd name="T34" fmla="*/ 1810633 w 2298700"/>
              <a:gd name="T35" fmla="*/ 1865309 h 2298700"/>
              <a:gd name="T36" fmla="*/ 1785938 w 2298700"/>
              <a:gd name="T37" fmla="*/ 1818568 h 2298700"/>
              <a:gd name="T38" fmla="*/ 1806329 w 2298700"/>
              <a:gd name="T39" fmla="*/ 463556 h 2298700"/>
              <a:gd name="T40" fmla="*/ 1464870 w 2298700"/>
              <a:gd name="T41" fmla="*/ 38100 h 2298700"/>
              <a:gd name="T42" fmla="*/ 1493876 w 2298700"/>
              <a:gd name="T43" fmla="*/ 48317 h 2298700"/>
              <a:gd name="T44" fmla="*/ 1512005 w 2298700"/>
              <a:gd name="T45" fmla="*/ 72609 h 2298700"/>
              <a:gd name="T46" fmla="*/ 1540105 w 2298700"/>
              <a:gd name="T47" fmla="*/ 509198 h 2298700"/>
              <a:gd name="T48" fmla="*/ 1503847 w 2298700"/>
              <a:gd name="T49" fmla="*/ 543253 h 2298700"/>
              <a:gd name="T50" fmla="*/ 1459205 w 2298700"/>
              <a:gd name="T51" fmla="*/ 535761 h 2298700"/>
              <a:gd name="T52" fmla="*/ 1437677 w 2298700"/>
              <a:gd name="T53" fmla="*/ 503749 h 2298700"/>
              <a:gd name="T54" fmla="*/ 1348845 w 2298700"/>
              <a:gd name="T55" fmla="*/ 357311 h 2298700"/>
              <a:gd name="T56" fmla="*/ 1214465 w 2298700"/>
              <a:gd name="T57" fmla="*/ 507608 h 2298700"/>
              <a:gd name="T58" fmla="*/ 1010062 w 2298700"/>
              <a:gd name="T59" fmla="*/ 669711 h 2298700"/>
              <a:gd name="T60" fmla="*/ 834212 w 2298700"/>
              <a:gd name="T61" fmla="*/ 763477 h 2298700"/>
              <a:gd name="T62" fmla="*/ 682609 w 2298700"/>
              <a:gd name="T63" fmla="*/ 817965 h 2298700"/>
              <a:gd name="T64" fmla="*/ 523528 w 2298700"/>
              <a:gd name="T65" fmla="*/ 852928 h 2298700"/>
              <a:gd name="T66" fmla="*/ 404104 w 2298700"/>
              <a:gd name="T67" fmla="*/ 862464 h 2298700"/>
              <a:gd name="T68" fmla="*/ 374191 w 2298700"/>
              <a:gd name="T69" fmla="*/ 838852 h 2298700"/>
              <a:gd name="T70" fmla="*/ 369206 w 2298700"/>
              <a:gd name="T71" fmla="*/ 795034 h 2298700"/>
              <a:gd name="T72" fmla="*/ 405237 w 2298700"/>
              <a:gd name="T73" fmla="*/ 760071 h 2298700"/>
              <a:gd name="T74" fmla="*/ 535765 w 2298700"/>
              <a:gd name="T75" fmla="*/ 742589 h 2298700"/>
              <a:gd name="T76" fmla="*/ 679890 w 2298700"/>
              <a:gd name="T77" fmla="*/ 706945 h 2298700"/>
              <a:gd name="T78" fmla="*/ 816536 w 2298700"/>
              <a:gd name="T79" fmla="*/ 654273 h 2298700"/>
              <a:gd name="T80" fmla="*/ 989667 w 2298700"/>
              <a:gd name="T81" fmla="*/ 554832 h 2298700"/>
              <a:gd name="T82" fmla="*/ 1171862 w 2298700"/>
              <a:gd name="T83" fmla="*/ 398859 h 2298700"/>
              <a:gd name="T84" fmla="*/ 1282675 w 2298700"/>
              <a:gd name="T85" fmla="*/ 267178 h 2298700"/>
              <a:gd name="T86" fmla="*/ 1087110 w 2298700"/>
              <a:gd name="T87" fmla="*/ 283979 h 2298700"/>
              <a:gd name="T88" fmla="*/ 1044054 w 2298700"/>
              <a:gd name="T89" fmla="*/ 259005 h 2298700"/>
              <a:gd name="T90" fmla="*/ 1040654 w 2298700"/>
              <a:gd name="T91" fmla="*/ 208376 h 2298700"/>
              <a:gd name="T92" fmla="*/ 1446288 w 2298700"/>
              <a:gd name="T93" fmla="*/ 40370 h 2298700"/>
              <a:gd name="T94" fmla="*/ 128386 w 2298700"/>
              <a:gd name="T95" fmla="*/ 3403 h 2298700"/>
              <a:gd name="T96" fmla="*/ 171711 w 2298700"/>
              <a:gd name="T97" fmla="*/ 26993 h 2298700"/>
              <a:gd name="T98" fmla="*/ 199157 w 2298700"/>
              <a:gd name="T99" fmla="*/ 67596 h 2298700"/>
              <a:gd name="T100" fmla="*/ 2201163 w 2298700"/>
              <a:gd name="T101" fmla="*/ 2093192 h 2298700"/>
              <a:gd name="T102" fmla="*/ 2249251 w 2298700"/>
              <a:gd name="T103" fmla="*/ 2107936 h 2298700"/>
              <a:gd name="T104" fmla="*/ 2283729 w 2298700"/>
              <a:gd name="T105" fmla="*/ 2142414 h 2298700"/>
              <a:gd name="T106" fmla="*/ 2298473 w 2298700"/>
              <a:gd name="T107" fmla="*/ 2190729 h 2298700"/>
              <a:gd name="T108" fmla="*/ 2288720 w 2298700"/>
              <a:gd name="T109" fmla="*/ 2240405 h 2298700"/>
              <a:gd name="T110" fmla="*/ 2257417 w 2298700"/>
              <a:gd name="T111" fmla="*/ 2278059 h 2298700"/>
              <a:gd name="T112" fmla="*/ 2211597 w 2298700"/>
              <a:gd name="T113" fmla="*/ 2297566 h 2298700"/>
              <a:gd name="T114" fmla="*/ 72132 w 2298700"/>
              <a:gd name="T115" fmla="*/ 2294164 h 2298700"/>
              <a:gd name="T116" fmla="*/ 29715 w 2298700"/>
              <a:gd name="T117" fmla="*/ 2268532 h 2298700"/>
              <a:gd name="T118" fmla="*/ 4537 w 2298700"/>
              <a:gd name="T119" fmla="*/ 2226568 h 2298700"/>
              <a:gd name="T120" fmla="*/ 907 w 2298700"/>
              <a:gd name="T121" fmla="*/ 87330 h 2298700"/>
              <a:gd name="T122" fmla="*/ 20188 w 2298700"/>
              <a:gd name="T123" fmla="*/ 41510 h 2298700"/>
              <a:gd name="T124" fmla="*/ 57842 w 2298700"/>
              <a:gd name="T125" fmla="*/ 10434 h 2298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98700" h="2298700">
                <a:moveTo>
                  <a:pt x="494084" y="1279525"/>
                </a:moveTo>
                <a:lnTo>
                  <a:pt x="844179" y="1279525"/>
                </a:lnTo>
                <a:lnTo>
                  <a:pt x="849841" y="1279752"/>
                </a:lnTo>
                <a:lnTo>
                  <a:pt x="855502" y="1280660"/>
                </a:lnTo>
                <a:lnTo>
                  <a:pt x="860710" y="1282023"/>
                </a:lnTo>
                <a:lnTo>
                  <a:pt x="865692" y="1283839"/>
                </a:lnTo>
                <a:lnTo>
                  <a:pt x="870674" y="1286109"/>
                </a:lnTo>
                <a:lnTo>
                  <a:pt x="875203" y="1289061"/>
                </a:lnTo>
                <a:lnTo>
                  <a:pt x="879732" y="1292467"/>
                </a:lnTo>
                <a:lnTo>
                  <a:pt x="883582" y="1295872"/>
                </a:lnTo>
                <a:lnTo>
                  <a:pt x="887205" y="1299959"/>
                </a:lnTo>
                <a:lnTo>
                  <a:pt x="890602" y="1304273"/>
                </a:lnTo>
                <a:lnTo>
                  <a:pt x="893320" y="1308814"/>
                </a:lnTo>
                <a:lnTo>
                  <a:pt x="895584" y="1313809"/>
                </a:lnTo>
                <a:lnTo>
                  <a:pt x="897396" y="1319031"/>
                </a:lnTo>
                <a:lnTo>
                  <a:pt x="898981" y="1324480"/>
                </a:lnTo>
                <a:lnTo>
                  <a:pt x="899660" y="1329702"/>
                </a:lnTo>
                <a:lnTo>
                  <a:pt x="900113" y="1335378"/>
                </a:lnTo>
                <a:lnTo>
                  <a:pt x="900113" y="1818531"/>
                </a:lnTo>
                <a:lnTo>
                  <a:pt x="899660" y="1824434"/>
                </a:lnTo>
                <a:lnTo>
                  <a:pt x="898981" y="1829883"/>
                </a:lnTo>
                <a:lnTo>
                  <a:pt x="897396" y="1835332"/>
                </a:lnTo>
                <a:lnTo>
                  <a:pt x="895584" y="1840554"/>
                </a:lnTo>
                <a:lnTo>
                  <a:pt x="893320" y="1845322"/>
                </a:lnTo>
                <a:lnTo>
                  <a:pt x="890602" y="1850090"/>
                </a:lnTo>
                <a:lnTo>
                  <a:pt x="887205" y="1854404"/>
                </a:lnTo>
                <a:lnTo>
                  <a:pt x="883582" y="1858264"/>
                </a:lnTo>
                <a:lnTo>
                  <a:pt x="879732" y="1861897"/>
                </a:lnTo>
                <a:lnTo>
                  <a:pt x="875203" y="1865302"/>
                </a:lnTo>
                <a:lnTo>
                  <a:pt x="870674" y="1867800"/>
                </a:lnTo>
                <a:lnTo>
                  <a:pt x="865692" y="1870524"/>
                </a:lnTo>
                <a:lnTo>
                  <a:pt x="860710" y="1872114"/>
                </a:lnTo>
                <a:lnTo>
                  <a:pt x="855502" y="1873476"/>
                </a:lnTo>
                <a:lnTo>
                  <a:pt x="849841" y="1874611"/>
                </a:lnTo>
                <a:lnTo>
                  <a:pt x="844179" y="1874838"/>
                </a:lnTo>
                <a:lnTo>
                  <a:pt x="494084" y="1874838"/>
                </a:lnTo>
                <a:lnTo>
                  <a:pt x="488423" y="1874611"/>
                </a:lnTo>
                <a:lnTo>
                  <a:pt x="482761" y="1873476"/>
                </a:lnTo>
                <a:lnTo>
                  <a:pt x="477326" y="1872114"/>
                </a:lnTo>
                <a:lnTo>
                  <a:pt x="472571" y="1870524"/>
                </a:lnTo>
                <a:lnTo>
                  <a:pt x="467589" y="1867800"/>
                </a:lnTo>
                <a:lnTo>
                  <a:pt x="463060" y="1865302"/>
                </a:lnTo>
                <a:lnTo>
                  <a:pt x="458531" y="1861897"/>
                </a:lnTo>
                <a:lnTo>
                  <a:pt x="454455" y="1858264"/>
                </a:lnTo>
                <a:lnTo>
                  <a:pt x="450831" y="1854404"/>
                </a:lnTo>
                <a:lnTo>
                  <a:pt x="447661" y="1850090"/>
                </a:lnTo>
                <a:lnTo>
                  <a:pt x="444944" y="1845322"/>
                </a:lnTo>
                <a:lnTo>
                  <a:pt x="442679" y="1840554"/>
                </a:lnTo>
                <a:lnTo>
                  <a:pt x="440868" y="1835332"/>
                </a:lnTo>
                <a:lnTo>
                  <a:pt x="439282" y="1829883"/>
                </a:lnTo>
                <a:lnTo>
                  <a:pt x="438603" y="1824434"/>
                </a:lnTo>
                <a:lnTo>
                  <a:pt x="438150" y="1818531"/>
                </a:lnTo>
                <a:lnTo>
                  <a:pt x="438150" y="1335378"/>
                </a:lnTo>
                <a:lnTo>
                  <a:pt x="438603" y="1329702"/>
                </a:lnTo>
                <a:lnTo>
                  <a:pt x="439282" y="1324480"/>
                </a:lnTo>
                <a:lnTo>
                  <a:pt x="440868" y="1319031"/>
                </a:lnTo>
                <a:lnTo>
                  <a:pt x="442679" y="1313809"/>
                </a:lnTo>
                <a:lnTo>
                  <a:pt x="444944" y="1308814"/>
                </a:lnTo>
                <a:lnTo>
                  <a:pt x="447661" y="1304273"/>
                </a:lnTo>
                <a:lnTo>
                  <a:pt x="450831" y="1299959"/>
                </a:lnTo>
                <a:lnTo>
                  <a:pt x="454455" y="1295872"/>
                </a:lnTo>
                <a:lnTo>
                  <a:pt x="458531" y="1292467"/>
                </a:lnTo>
                <a:lnTo>
                  <a:pt x="463060" y="1289061"/>
                </a:lnTo>
                <a:lnTo>
                  <a:pt x="467589" y="1286109"/>
                </a:lnTo>
                <a:lnTo>
                  <a:pt x="472571" y="1283839"/>
                </a:lnTo>
                <a:lnTo>
                  <a:pt x="477326" y="1282023"/>
                </a:lnTo>
                <a:lnTo>
                  <a:pt x="482761" y="1280660"/>
                </a:lnTo>
                <a:lnTo>
                  <a:pt x="488423" y="1279752"/>
                </a:lnTo>
                <a:lnTo>
                  <a:pt x="494084" y="1279525"/>
                </a:lnTo>
                <a:close/>
                <a:moveTo>
                  <a:pt x="1168971" y="903287"/>
                </a:moveTo>
                <a:lnTo>
                  <a:pt x="1518668" y="903287"/>
                </a:lnTo>
                <a:lnTo>
                  <a:pt x="1524553" y="903514"/>
                </a:lnTo>
                <a:lnTo>
                  <a:pt x="1529985" y="904195"/>
                </a:lnTo>
                <a:lnTo>
                  <a:pt x="1535418" y="905557"/>
                </a:lnTo>
                <a:lnTo>
                  <a:pt x="1540624" y="907600"/>
                </a:lnTo>
                <a:lnTo>
                  <a:pt x="1545377" y="909870"/>
                </a:lnTo>
                <a:lnTo>
                  <a:pt x="1550130" y="912821"/>
                </a:lnTo>
                <a:lnTo>
                  <a:pt x="1554430" y="915999"/>
                </a:lnTo>
                <a:lnTo>
                  <a:pt x="1558278" y="919404"/>
                </a:lnTo>
                <a:lnTo>
                  <a:pt x="1561900" y="923717"/>
                </a:lnTo>
                <a:lnTo>
                  <a:pt x="1565295" y="927803"/>
                </a:lnTo>
                <a:lnTo>
                  <a:pt x="1567784" y="932343"/>
                </a:lnTo>
                <a:lnTo>
                  <a:pt x="1570274" y="937337"/>
                </a:lnTo>
                <a:lnTo>
                  <a:pt x="1572085" y="942558"/>
                </a:lnTo>
                <a:lnTo>
                  <a:pt x="1573443" y="948006"/>
                </a:lnTo>
                <a:lnTo>
                  <a:pt x="1574575" y="953681"/>
                </a:lnTo>
                <a:lnTo>
                  <a:pt x="1574801" y="959355"/>
                </a:lnTo>
                <a:lnTo>
                  <a:pt x="1574801" y="1818542"/>
                </a:lnTo>
                <a:lnTo>
                  <a:pt x="1574575" y="1824444"/>
                </a:lnTo>
                <a:lnTo>
                  <a:pt x="1573443" y="1829892"/>
                </a:lnTo>
                <a:lnTo>
                  <a:pt x="1572085" y="1835340"/>
                </a:lnTo>
                <a:lnTo>
                  <a:pt x="1570274" y="1840560"/>
                </a:lnTo>
                <a:lnTo>
                  <a:pt x="1567784" y="1845327"/>
                </a:lnTo>
                <a:lnTo>
                  <a:pt x="1565295" y="1850094"/>
                </a:lnTo>
                <a:lnTo>
                  <a:pt x="1561900" y="1854407"/>
                </a:lnTo>
                <a:lnTo>
                  <a:pt x="1558278" y="1858266"/>
                </a:lnTo>
                <a:lnTo>
                  <a:pt x="1554430" y="1861898"/>
                </a:lnTo>
                <a:lnTo>
                  <a:pt x="1550130" y="1865303"/>
                </a:lnTo>
                <a:lnTo>
                  <a:pt x="1545377" y="1867800"/>
                </a:lnTo>
                <a:lnTo>
                  <a:pt x="1540624" y="1870524"/>
                </a:lnTo>
                <a:lnTo>
                  <a:pt x="1535418" y="1872113"/>
                </a:lnTo>
                <a:lnTo>
                  <a:pt x="1529985" y="1873475"/>
                </a:lnTo>
                <a:lnTo>
                  <a:pt x="1524553" y="1874610"/>
                </a:lnTo>
                <a:lnTo>
                  <a:pt x="1518668" y="1874837"/>
                </a:lnTo>
                <a:lnTo>
                  <a:pt x="1168971" y="1874837"/>
                </a:lnTo>
                <a:lnTo>
                  <a:pt x="1163312" y="1874610"/>
                </a:lnTo>
                <a:lnTo>
                  <a:pt x="1157654" y="1873475"/>
                </a:lnTo>
                <a:lnTo>
                  <a:pt x="1152221" y="1872113"/>
                </a:lnTo>
                <a:lnTo>
                  <a:pt x="1147242" y="1870524"/>
                </a:lnTo>
                <a:lnTo>
                  <a:pt x="1142262" y="1867800"/>
                </a:lnTo>
                <a:lnTo>
                  <a:pt x="1137736" y="1865303"/>
                </a:lnTo>
                <a:lnTo>
                  <a:pt x="1133435" y="1861898"/>
                </a:lnTo>
                <a:lnTo>
                  <a:pt x="1129361" y="1858266"/>
                </a:lnTo>
                <a:lnTo>
                  <a:pt x="1125740" y="1854407"/>
                </a:lnTo>
                <a:lnTo>
                  <a:pt x="1122797" y="1850094"/>
                </a:lnTo>
                <a:lnTo>
                  <a:pt x="1119855" y="1845327"/>
                </a:lnTo>
                <a:lnTo>
                  <a:pt x="1117365" y="1840560"/>
                </a:lnTo>
                <a:lnTo>
                  <a:pt x="1115554" y="1835340"/>
                </a:lnTo>
                <a:lnTo>
                  <a:pt x="1114196" y="1829892"/>
                </a:lnTo>
                <a:lnTo>
                  <a:pt x="1113291" y="1824444"/>
                </a:lnTo>
                <a:lnTo>
                  <a:pt x="1112838" y="1818542"/>
                </a:lnTo>
                <a:lnTo>
                  <a:pt x="1112838" y="959355"/>
                </a:lnTo>
                <a:lnTo>
                  <a:pt x="1113291" y="953681"/>
                </a:lnTo>
                <a:lnTo>
                  <a:pt x="1114196" y="948006"/>
                </a:lnTo>
                <a:lnTo>
                  <a:pt x="1115554" y="942558"/>
                </a:lnTo>
                <a:lnTo>
                  <a:pt x="1117365" y="937337"/>
                </a:lnTo>
                <a:lnTo>
                  <a:pt x="1119855" y="932343"/>
                </a:lnTo>
                <a:lnTo>
                  <a:pt x="1122797" y="927803"/>
                </a:lnTo>
                <a:lnTo>
                  <a:pt x="1125740" y="923717"/>
                </a:lnTo>
                <a:lnTo>
                  <a:pt x="1129361" y="919404"/>
                </a:lnTo>
                <a:lnTo>
                  <a:pt x="1133435" y="915999"/>
                </a:lnTo>
                <a:lnTo>
                  <a:pt x="1137736" y="912821"/>
                </a:lnTo>
                <a:lnTo>
                  <a:pt x="1142262" y="909870"/>
                </a:lnTo>
                <a:lnTo>
                  <a:pt x="1147242" y="907600"/>
                </a:lnTo>
                <a:lnTo>
                  <a:pt x="1152221" y="905557"/>
                </a:lnTo>
                <a:lnTo>
                  <a:pt x="1157654" y="904195"/>
                </a:lnTo>
                <a:lnTo>
                  <a:pt x="1163312" y="903514"/>
                </a:lnTo>
                <a:lnTo>
                  <a:pt x="1168971" y="903287"/>
                </a:lnTo>
                <a:close/>
                <a:moveTo>
                  <a:pt x="1841899" y="450850"/>
                </a:moveTo>
                <a:lnTo>
                  <a:pt x="2191940" y="450850"/>
                </a:lnTo>
                <a:lnTo>
                  <a:pt x="2197604" y="451077"/>
                </a:lnTo>
                <a:lnTo>
                  <a:pt x="2203268" y="451985"/>
                </a:lnTo>
                <a:lnTo>
                  <a:pt x="2208706" y="453573"/>
                </a:lnTo>
                <a:lnTo>
                  <a:pt x="2213917" y="455388"/>
                </a:lnTo>
                <a:lnTo>
                  <a:pt x="2218674" y="457657"/>
                </a:lnTo>
                <a:lnTo>
                  <a:pt x="2223206" y="460380"/>
                </a:lnTo>
                <a:lnTo>
                  <a:pt x="2227510" y="463556"/>
                </a:lnTo>
                <a:lnTo>
                  <a:pt x="2231589" y="467186"/>
                </a:lnTo>
                <a:lnTo>
                  <a:pt x="2235214" y="471271"/>
                </a:lnTo>
                <a:lnTo>
                  <a:pt x="2238385" y="475582"/>
                </a:lnTo>
                <a:lnTo>
                  <a:pt x="2241104" y="480119"/>
                </a:lnTo>
                <a:lnTo>
                  <a:pt x="2243596" y="484884"/>
                </a:lnTo>
                <a:lnTo>
                  <a:pt x="2245636" y="490103"/>
                </a:lnTo>
                <a:lnTo>
                  <a:pt x="2246768" y="495548"/>
                </a:lnTo>
                <a:lnTo>
                  <a:pt x="2247675" y="501221"/>
                </a:lnTo>
                <a:lnTo>
                  <a:pt x="2247901" y="506893"/>
                </a:lnTo>
                <a:lnTo>
                  <a:pt x="2247901" y="1818568"/>
                </a:lnTo>
                <a:lnTo>
                  <a:pt x="2247675" y="1824468"/>
                </a:lnTo>
                <a:lnTo>
                  <a:pt x="2246768" y="1829913"/>
                </a:lnTo>
                <a:lnTo>
                  <a:pt x="2245636" y="1835358"/>
                </a:lnTo>
                <a:lnTo>
                  <a:pt x="2243596" y="1840577"/>
                </a:lnTo>
                <a:lnTo>
                  <a:pt x="2241104" y="1845342"/>
                </a:lnTo>
                <a:lnTo>
                  <a:pt x="2238385" y="1850107"/>
                </a:lnTo>
                <a:lnTo>
                  <a:pt x="2235214" y="1854418"/>
                </a:lnTo>
                <a:lnTo>
                  <a:pt x="2231589" y="1858275"/>
                </a:lnTo>
                <a:lnTo>
                  <a:pt x="2227510" y="1861905"/>
                </a:lnTo>
                <a:lnTo>
                  <a:pt x="2223206" y="1865309"/>
                </a:lnTo>
                <a:lnTo>
                  <a:pt x="2218674" y="1867804"/>
                </a:lnTo>
                <a:lnTo>
                  <a:pt x="2213917" y="1870527"/>
                </a:lnTo>
                <a:lnTo>
                  <a:pt x="2208706" y="1872115"/>
                </a:lnTo>
                <a:lnTo>
                  <a:pt x="2203268" y="1873477"/>
                </a:lnTo>
                <a:lnTo>
                  <a:pt x="2197604" y="1874611"/>
                </a:lnTo>
                <a:lnTo>
                  <a:pt x="2191940" y="1874838"/>
                </a:lnTo>
                <a:lnTo>
                  <a:pt x="1841899" y="1874838"/>
                </a:lnTo>
                <a:lnTo>
                  <a:pt x="1836235" y="1874611"/>
                </a:lnTo>
                <a:lnTo>
                  <a:pt x="1830798" y="1873477"/>
                </a:lnTo>
                <a:lnTo>
                  <a:pt x="1825360" y="1872115"/>
                </a:lnTo>
                <a:lnTo>
                  <a:pt x="1820149" y="1870527"/>
                </a:lnTo>
                <a:lnTo>
                  <a:pt x="1815165" y="1867804"/>
                </a:lnTo>
                <a:lnTo>
                  <a:pt x="1810633" y="1865309"/>
                </a:lnTo>
                <a:lnTo>
                  <a:pt x="1806329" y="1861905"/>
                </a:lnTo>
                <a:lnTo>
                  <a:pt x="1802477" y="1858275"/>
                </a:lnTo>
                <a:lnTo>
                  <a:pt x="1798852" y="1854418"/>
                </a:lnTo>
                <a:lnTo>
                  <a:pt x="1795454" y="1850107"/>
                </a:lnTo>
                <a:lnTo>
                  <a:pt x="1792508" y="1845342"/>
                </a:lnTo>
                <a:lnTo>
                  <a:pt x="1790243" y="1840577"/>
                </a:lnTo>
                <a:lnTo>
                  <a:pt x="1788430" y="1835358"/>
                </a:lnTo>
                <a:lnTo>
                  <a:pt x="1786844" y="1829913"/>
                </a:lnTo>
                <a:lnTo>
                  <a:pt x="1786165" y="1824468"/>
                </a:lnTo>
                <a:lnTo>
                  <a:pt x="1785938" y="1818568"/>
                </a:lnTo>
                <a:lnTo>
                  <a:pt x="1785938" y="506893"/>
                </a:lnTo>
                <a:lnTo>
                  <a:pt x="1786165" y="501221"/>
                </a:lnTo>
                <a:lnTo>
                  <a:pt x="1786844" y="495548"/>
                </a:lnTo>
                <a:lnTo>
                  <a:pt x="1788430" y="490103"/>
                </a:lnTo>
                <a:lnTo>
                  <a:pt x="1790243" y="484884"/>
                </a:lnTo>
                <a:lnTo>
                  <a:pt x="1792508" y="480119"/>
                </a:lnTo>
                <a:lnTo>
                  <a:pt x="1795454" y="475582"/>
                </a:lnTo>
                <a:lnTo>
                  <a:pt x="1798852" y="471271"/>
                </a:lnTo>
                <a:lnTo>
                  <a:pt x="1802477" y="467186"/>
                </a:lnTo>
                <a:lnTo>
                  <a:pt x="1806329" y="463556"/>
                </a:lnTo>
                <a:lnTo>
                  <a:pt x="1810633" y="460380"/>
                </a:lnTo>
                <a:lnTo>
                  <a:pt x="1815165" y="457657"/>
                </a:lnTo>
                <a:lnTo>
                  <a:pt x="1820149" y="455388"/>
                </a:lnTo>
                <a:lnTo>
                  <a:pt x="1825360" y="453573"/>
                </a:lnTo>
                <a:lnTo>
                  <a:pt x="1830798" y="451985"/>
                </a:lnTo>
                <a:lnTo>
                  <a:pt x="1836235" y="451077"/>
                </a:lnTo>
                <a:lnTo>
                  <a:pt x="1841899" y="450850"/>
                </a:lnTo>
                <a:close/>
                <a:moveTo>
                  <a:pt x="1458752" y="38100"/>
                </a:moveTo>
                <a:lnTo>
                  <a:pt x="1461698" y="38100"/>
                </a:lnTo>
                <a:lnTo>
                  <a:pt x="1464870" y="38100"/>
                </a:lnTo>
                <a:lnTo>
                  <a:pt x="1468043" y="38327"/>
                </a:lnTo>
                <a:lnTo>
                  <a:pt x="1470989" y="38554"/>
                </a:lnTo>
                <a:lnTo>
                  <a:pt x="1473935" y="39235"/>
                </a:lnTo>
                <a:lnTo>
                  <a:pt x="1477107" y="40143"/>
                </a:lnTo>
                <a:lnTo>
                  <a:pt x="1479827" y="40825"/>
                </a:lnTo>
                <a:lnTo>
                  <a:pt x="1482773" y="42187"/>
                </a:lnTo>
                <a:lnTo>
                  <a:pt x="1485718" y="43322"/>
                </a:lnTo>
                <a:lnTo>
                  <a:pt x="1488438" y="44684"/>
                </a:lnTo>
                <a:lnTo>
                  <a:pt x="1491157" y="46500"/>
                </a:lnTo>
                <a:lnTo>
                  <a:pt x="1493876" y="48317"/>
                </a:lnTo>
                <a:lnTo>
                  <a:pt x="1496143" y="50133"/>
                </a:lnTo>
                <a:lnTo>
                  <a:pt x="1498409" y="52176"/>
                </a:lnTo>
                <a:lnTo>
                  <a:pt x="1500675" y="54447"/>
                </a:lnTo>
                <a:lnTo>
                  <a:pt x="1502714" y="56490"/>
                </a:lnTo>
                <a:lnTo>
                  <a:pt x="1504754" y="59214"/>
                </a:lnTo>
                <a:lnTo>
                  <a:pt x="1506567" y="61485"/>
                </a:lnTo>
                <a:lnTo>
                  <a:pt x="1508153" y="64436"/>
                </a:lnTo>
                <a:lnTo>
                  <a:pt x="1509739" y="66934"/>
                </a:lnTo>
                <a:lnTo>
                  <a:pt x="1511099" y="69658"/>
                </a:lnTo>
                <a:lnTo>
                  <a:pt x="1512005" y="72609"/>
                </a:lnTo>
                <a:lnTo>
                  <a:pt x="1513138" y="75334"/>
                </a:lnTo>
                <a:lnTo>
                  <a:pt x="1514045" y="78512"/>
                </a:lnTo>
                <a:lnTo>
                  <a:pt x="1514725" y="81691"/>
                </a:lnTo>
                <a:lnTo>
                  <a:pt x="1515178" y="84642"/>
                </a:lnTo>
                <a:lnTo>
                  <a:pt x="1515405" y="87821"/>
                </a:lnTo>
                <a:lnTo>
                  <a:pt x="1543051" y="488083"/>
                </a:lnTo>
                <a:lnTo>
                  <a:pt x="1543051" y="493305"/>
                </a:lnTo>
                <a:lnTo>
                  <a:pt x="1542371" y="498754"/>
                </a:lnTo>
                <a:lnTo>
                  <a:pt x="1541691" y="503976"/>
                </a:lnTo>
                <a:lnTo>
                  <a:pt x="1540105" y="509198"/>
                </a:lnTo>
                <a:lnTo>
                  <a:pt x="1538066" y="513965"/>
                </a:lnTo>
                <a:lnTo>
                  <a:pt x="1535800" y="518506"/>
                </a:lnTo>
                <a:lnTo>
                  <a:pt x="1532854" y="522820"/>
                </a:lnTo>
                <a:lnTo>
                  <a:pt x="1529908" y="526906"/>
                </a:lnTo>
                <a:lnTo>
                  <a:pt x="1526282" y="530539"/>
                </a:lnTo>
                <a:lnTo>
                  <a:pt x="1522429" y="533944"/>
                </a:lnTo>
                <a:lnTo>
                  <a:pt x="1518350" y="537123"/>
                </a:lnTo>
                <a:lnTo>
                  <a:pt x="1513592" y="539620"/>
                </a:lnTo>
                <a:lnTo>
                  <a:pt x="1509059" y="541663"/>
                </a:lnTo>
                <a:lnTo>
                  <a:pt x="1503847" y="543253"/>
                </a:lnTo>
                <a:lnTo>
                  <a:pt x="1498635" y="544615"/>
                </a:lnTo>
                <a:lnTo>
                  <a:pt x="1493197" y="545069"/>
                </a:lnTo>
                <a:lnTo>
                  <a:pt x="1488211" y="545296"/>
                </a:lnTo>
                <a:lnTo>
                  <a:pt x="1482999" y="544842"/>
                </a:lnTo>
                <a:lnTo>
                  <a:pt x="1478014" y="543934"/>
                </a:lnTo>
                <a:lnTo>
                  <a:pt x="1473481" y="542799"/>
                </a:lnTo>
                <a:lnTo>
                  <a:pt x="1469629" y="541437"/>
                </a:lnTo>
                <a:lnTo>
                  <a:pt x="1466003" y="539847"/>
                </a:lnTo>
                <a:lnTo>
                  <a:pt x="1462604" y="537804"/>
                </a:lnTo>
                <a:lnTo>
                  <a:pt x="1459205" y="535761"/>
                </a:lnTo>
                <a:lnTo>
                  <a:pt x="1456032" y="533490"/>
                </a:lnTo>
                <a:lnTo>
                  <a:pt x="1453086" y="530766"/>
                </a:lnTo>
                <a:lnTo>
                  <a:pt x="1450367" y="528041"/>
                </a:lnTo>
                <a:lnTo>
                  <a:pt x="1447874" y="525090"/>
                </a:lnTo>
                <a:lnTo>
                  <a:pt x="1445382" y="522139"/>
                </a:lnTo>
                <a:lnTo>
                  <a:pt x="1443342" y="518733"/>
                </a:lnTo>
                <a:lnTo>
                  <a:pt x="1441529" y="515100"/>
                </a:lnTo>
                <a:lnTo>
                  <a:pt x="1439943" y="511468"/>
                </a:lnTo>
                <a:lnTo>
                  <a:pt x="1438583" y="507608"/>
                </a:lnTo>
                <a:lnTo>
                  <a:pt x="1437677" y="503749"/>
                </a:lnTo>
                <a:lnTo>
                  <a:pt x="1436770" y="499662"/>
                </a:lnTo>
                <a:lnTo>
                  <a:pt x="1436317" y="495348"/>
                </a:lnTo>
                <a:lnTo>
                  <a:pt x="1419775" y="256735"/>
                </a:lnTo>
                <a:lnTo>
                  <a:pt x="1404592" y="280119"/>
                </a:lnTo>
                <a:lnTo>
                  <a:pt x="1396434" y="292606"/>
                </a:lnTo>
                <a:lnTo>
                  <a:pt x="1387596" y="304866"/>
                </a:lnTo>
                <a:lnTo>
                  <a:pt x="1378531" y="317580"/>
                </a:lnTo>
                <a:lnTo>
                  <a:pt x="1369014" y="330748"/>
                </a:lnTo>
                <a:lnTo>
                  <a:pt x="1359270" y="343916"/>
                </a:lnTo>
                <a:lnTo>
                  <a:pt x="1348845" y="357311"/>
                </a:lnTo>
                <a:lnTo>
                  <a:pt x="1338421" y="370933"/>
                </a:lnTo>
                <a:lnTo>
                  <a:pt x="1327317" y="384782"/>
                </a:lnTo>
                <a:lnTo>
                  <a:pt x="1315760" y="398632"/>
                </a:lnTo>
                <a:lnTo>
                  <a:pt x="1303750" y="412935"/>
                </a:lnTo>
                <a:lnTo>
                  <a:pt x="1291513" y="426784"/>
                </a:lnTo>
                <a:lnTo>
                  <a:pt x="1278823" y="441314"/>
                </a:lnTo>
                <a:lnTo>
                  <a:pt x="1265679" y="455390"/>
                </a:lnTo>
                <a:lnTo>
                  <a:pt x="1252082" y="469920"/>
                </a:lnTo>
                <a:lnTo>
                  <a:pt x="1233500" y="488991"/>
                </a:lnTo>
                <a:lnTo>
                  <a:pt x="1214465" y="507608"/>
                </a:lnTo>
                <a:lnTo>
                  <a:pt x="1195430" y="525998"/>
                </a:lnTo>
                <a:lnTo>
                  <a:pt x="1175715" y="543707"/>
                </a:lnTo>
                <a:lnTo>
                  <a:pt x="1156226" y="560961"/>
                </a:lnTo>
                <a:lnTo>
                  <a:pt x="1136058" y="577762"/>
                </a:lnTo>
                <a:lnTo>
                  <a:pt x="1115663" y="594336"/>
                </a:lnTo>
                <a:lnTo>
                  <a:pt x="1095041" y="610455"/>
                </a:lnTo>
                <a:lnTo>
                  <a:pt x="1074193" y="625893"/>
                </a:lnTo>
                <a:lnTo>
                  <a:pt x="1053118" y="641105"/>
                </a:lnTo>
                <a:lnTo>
                  <a:pt x="1031590" y="655408"/>
                </a:lnTo>
                <a:lnTo>
                  <a:pt x="1010062" y="669711"/>
                </a:lnTo>
                <a:lnTo>
                  <a:pt x="988081" y="683333"/>
                </a:lnTo>
                <a:lnTo>
                  <a:pt x="966099" y="696501"/>
                </a:lnTo>
                <a:lnTo>
                  <a:pt x="943891" y="709442"/>
                </a:lnTo>
                <a:lnTo>
                  <a:pt x="921004" y="721702"/>
                </a:lnTo>
                <a:lnTo>
                  <a:pt x="906954" y="729194"/>
                </a:lnTo>
                <a:lnTo>
                  <a:pt x="892451" y="736232"/>
                </a:lnTo>
                <a:lnTo>
                  <a:pt x="878174" y="743497"/>
                </a:lnTo>
                <a:lnTo>
                  <a:pt x="863671" y="750309"/>
                </a:lnTo>
                <a:lnTo>
                  <a:pt x="848941" y="756893"/>
                </a:lnTo>
                <a:lnTo>
                  <a:pt x="834212" y="763477"/>
                </a:lnTo>
                <a:lnTo>
                  <a:pt x="819482" y="769834"/>
                </a:lnTo>
                <a:lnTo>
                  <a:pt x="804526" y="775736"/>
                </a:lnTo>
                <a:lnTo>
                  <a:pt x="789569" y="781866"/>
                </a:lnTo>
                <a:lnTo>
                  <a:pt x="774613" y="787542"/>
                </a:lnTo>
                <a:lnTo>
                  <a:pt x="759430" y="793218"/>
                </a:lnTo>
                <a:lnTo>
                  <a:pt x="744247" y="798440"/>
                </a:lnTo>
                <a:lnTo>
                  <a:pt x="729064" y="803435"/>
                </a:lnTo>
                <a:lnTo>
                  <a:pt x="713655" y="808657"/>
                </a:lnTo>
                <a:lnTo>
                  <a:pt x="698472" y="813197"/>
                </a:lnTo>
                <a:lnTo>
                  <a:pt x="682609" y="817965"/>
                </a:lnTo>
                <a:lnTo>
                  <a:pt x="667199" y="822279"/>
                </a:lnTo>
                <a:lnTo>
                  <a:pt x="651563" y="826365"/>
                </a:lnTo>
                <a:lnTo>
                  <a:pt x="635701" y="830452"/>
                </a:lnTo>
                <a:lnTo>
                  <a:pt x="620064" y="834084"/>
                </a:lnTo>
                <a:lnTo>
                  <a:pt x="604202" y="837717"/>
                </a:lnTo>
                <a:lnTo>
                  <a:pt x="588112" y="841350"/>
                </a:lnTo>
                <a:lnTo>
                  <a:pt x="572249" y="844528"/>
                </a:lnTo>
                <a:lnTo>
                  <a:pt x="555933" y="847479"/>
                </a:lnTo>
                <a:lnTo>
                  <a:pt x="539618" y="850431"/>
                </a:lnTo>
                <a:lnTo>
                  <a:pt x="523528" y="852928"/>
                </a:lnTo>
                <a:lnTo>
                  <a:pt x="507212" y="855653"/>
                </a:lnTo>
                <a:lnTo>
                  <a:pt x="490896" y="857923"/>
                </a:lnTo>
                <a:lnTo>
                  <a:pt x="474353" y="859966"/>
                </a:lnTo>
                <a:lnTo>
                  <a:pt x="458037" y="861783"/>
                </a:lnTo>
                <a:lnTo>
                  <a:pt x="441268" y="863372"/>
                </a:lnTo>
                <a:lnTo>
                  <a:pt x="424726" y="864961"/>
                </a:lnTo>
                <a:lnTo>
                  <a:pt x="419287" y="865188"/>
                </a:lnTo>
                <a:lnTo>
                  <a:pt x="414075" y="864734"/>
                </a:lnTo>
                <a:lnTo>
                  <a:pt x="409089" y="863826"/>
                </a:lnTo>
                <a:lnTo>
                  <a:pt x="404104" y="862464"/>
                </a:lnTo>
                <a:lnTo>
                  <a:pt x="400252" y="861329"/>
                </a:lnTo>
                <a:lnTo>
                  <a:pt x="396626" y="859739"/>
                </a:lnTo>
                <a:lnTo>
                  <a:pt x="393227" y="857923"/>
                </a:lnTo>
                <a:lnTo>
                  <a:pt x="389827" y="855880"/>
                </a:lnTo>
                <a:lnTo>
                  <a:pt x="386882" y="853609"/>
                </a:lnTo>
                <a:lnTo>
                  <a:pt x="383936" y="850885"/>
                </a:lnTo>
                <a:lnTo>
                  <a:pt x="381216" y="848161"/>
                </a:lnTo>
                <a:lnTo>
                  <a:pt x="378497" y="845209"/>
                </a:lnTo>
                <a:lnTo>
                  <a:pt x="376231" y="842258"/>
                </a:lnTo>
                <a:lnTo>
                  <a:pt x="374191" y="838852"/>
                </a:lnTo>
                <a:lnTo>
                  <a:pt x="372378" y="835447"/>
                </a:lnTo>
                <a:lnTo>
                  <a:pt x="370566" y="831814"/>
                </a:lnTo>
                <a:lnTo>
                  <a:pt x="369206" y="827955"/>
                </a:lnTo>
                <a:lnTo>
                  <a:pt x="368299" y="824095"/>
                </a:lnTo>
                <a:lnTo>
                  <a:pt x="367620" y="820008"/>
                </a:lnTo>
                <a:lnTo>
                  <a:pt x="366940" y="815922"/>
                </a:lnTo>
                <a:lnTo>
                  <a:pt x="366713" y="810473"/>
                </a:lnTo>
                <a:lnTo>
                  <a:pt x="367167" y="805024"/>
                </a:lnTo>
                <a:lnTo>
                  <a:pt x="368073" y="799802"/>
                </a:lnTo>
                <a:lnTo>
                  <a:pt x="369206" y="795034"/>
                </a:lnTo>
                <a:lnTo>
                  <a:pt x="371472" y="790040"/>
                </a:lnTo>
                <a:lnTo>
                  <a:pt x="373738" y="785272"/>
                </a:lnTo>
                <a:lnTo>
                  <a:pt x="376231" y="780958"/>
                </a:lnTo>
                <a:lnTo>
                  <a:pt x="379403" y="776872"/>
                </a:lnTo>
                <a:lnTo>
                  <a:pt x="383029" y="773239"/>
                </a:lnTo>
                <a:lnTo>
                  <a:pt x="386882" y="769607"/>
                </a:lnTo>
                <a:lnTo>
                  <a:pt x="390961" y="766882"/>
                </a:lnTo>
                <a:lnTo>
                  <a:pt x="395266" y="763931"/>
                </a:lnTo>
                <a:lnTo>
                  <a:pt x="400252" y="761887"/>
                </a:lnTo>
                <a:lnTo>
                  <a:pt x="405237" y="760071"/>
                </a:lnTo>
                <a:lnTo>
                  <a:pt x="410222" y="758709"/>
                </a:lnTo>
                <a:lnTo>
                  <a:pt x="415661" y="758255"/>
                </a:lnTo>
                <a:lnTo>
                  <a:pt x="431071" y="756666"/>
                </a:lnTo>
                <a:lnTo>
                  <a:pt x="446027" y="755076"/>
                </a:lnTo>
                <a:lnTo>
                  <a:pt x="461210" y="753714"/>
                </a:lnTo>
                <a:lnTo>
                  <a:pt x="476166" y="751898"/>
                </a:lnTo>
                <a:lnTo>
                  <a:pt x="491123" y="749854"/>
                </a:lnTo>
                <a:lnTo>
                  <a:pt x="506079" y="747357"/>
                </a:lnTo>
                <a:lnTo>
                  <a:pt x="521035" y="745087"/>
                </a:lnTo>
                <a:lnTo>
                  <a:pt x="535765" y="742589"/>
                </a:lnTo>
                <a:lnTo>
                  <a:pt x="550495" y="739638"/>
                </a:lnTo>
                <a:lnTo>
                  <a:pt x="565224" y="736913"/>
                </a:lnTo>
                <a:lnTo>
                  <a:pt x="579728" y="733735"/>
                </a:lnTo>
                <a:lnTo>
                  <a:pt x="594231" y="730329"/>
                </a:lnTo>
                <a:lnTo>
                  <a:pt x="608734" y="726697"/>
                </a:lnTo>
                <a:lnTo>
                  <a:pt x="623010" y="723064"/>
                </a:lnTo>
                <a:lnTo>
                  <a:pt x="637287" y="719432"/>
                </a:lnTo>
                <a:lnTo>
                  <a:pt x="651563" y="715345"/>
                </a:lnTo>
                <a:lnTo>
                  <a:pt x="665613" y="711259"/>
                </a:lnTo>
                <a:lnTo>
                  <a:pt x="679890" y="706945"/>
                </a:lnTo>
                <a:lnTo>
                  <a:pt x="693713" y="702404"/>
                </a:lnTo>
                <a:lnTo>
                  <a:pt x="707763" y="697864"/>
                </a:lnTo>
                <a:lnTo>
                  <a:pt x="721586" y="692869"/>
                </a:lnTo>
                <a:lnTo>
                  <a:pt x="735183" y="687874"/>
                </a:lnTo>
                <a:lnTo>
                  <a:pt x="749233" y="682652"/>
                </a:lnTo>
                <a:lnTo>
                  <a:pt x="762603" y="677430"/>
                </a:lnTo>
                <a:lnTo>
                  <a:pt x="776199" y="671755"/>
                </a:lnTo>
                <a:lnTo>
                  <a:pt x="789569" y="666079"/>
                </a:lnTo>
                <a:lnTo>
                  <a:pt x="803166" y="660176"/>
                </a:lnTo>
                <a:lnTo>
                  <a:pt x="816536" y="654273"/>
                </a:lnTo>
                <a:lnTo>
                  <a:pt x="829679" y="648143"/>
                </a:lnTo>
                <a:lnTo>
                  <a:pt x="842823" y="641559"/>
                </a:lnTo>
                <a:lnTo>
                  <a:pt x="855966" y="634975"/>
                </a:lnTo>
                <a:lnTo>
                  <a:pt x="868883" y="628164"/>
                </a:lnTo>
                <a:lnTo>
                  <a:pt x="889505" y="617039"/>
                </a:lnTo>
                <a:lnTo>
                  <a:pt x="910126" y="605460"/>
                </a:lnTo>
                <a:lnTo>
                  <a:pt x="930068" y="593655"/>
                </a:lnTo>
                <a:lnTo>
                  <a:pt x="950237" y="580941"/>
                </a:lnTo>
                <a:lnTo>
                  <a:pt x="970178" y="568000"/>
                </a:lnTo>
                <a:lnTo>
                  <a:pt x="989667" y="554832"/>
                </a:lnTo>
                <a:lnTo>
                  <a:pt x="1008929" y="540982"/>
                </a:lnTo>
                <a:lnTo>
                  <a:pt x="1027964" y="526906"/>
                </a:lnTo>
                <a:lnTo>
                  <a:pt x="1046773" y="512149"/>
                </a:lnTo>
                <a:lnTo>
                  <a:pt x="1065355" y="497165"/>
                </a:lnTo>
                <a:lnTo>
                  <a:pt x="1083937" y="481726"/>
                </a:lnTo>
                <a:lnTo>
                  <a:pt x="1102066" y="466061"/>
                </a:lnTo>
                <a:lnTo>
                  <a:pt x="1119742" y="449714"/>
                </a:lnTo>
                <a:lnTo>
                  <a:pt x="1137644" y="433141"/>
                </a:lnTo>
                <a:lnTo>
                  <a:pt x="1154866" y="416113"/>
                </a:lnTo>
                <a:lnTo>
                  <a:pt x="1171862" y="398859"/>
                </a:lnTo>
                <a:lnTo>
                  <a:pt x="1184779" y="385236"/>
                </a:lnTo>
                <a:lnTo>
                  <a:pt x="1197469" y="371841"/>
                </a:lnTo>
                <a:lnTo>
                  <a:pt x="1209480" y="358219"/>
                </a:lnTo>
                <a:lnTo>
                  <a:pt x="1221037" y="344597"/>
                </a:lnTo>
                <a:lnTo>
                  <a:pt x="1232367" y="331429"/>
                </a:lnTo>
                <a:lnTo>
                  <a:pt x="1243245" y="318261"/>
                </a:lnTo>
                <a:lnTo>
                  <a:pt x="1253895" y="305093"/>
                </a:lnTo>
                <a:lnTo>
                  <a:pt x="1263866" y="292606"/>
                </a:lnTo>
                <a:lnTo>
                  <a:pt x="1273384" y="279665"/>
                </a:lnTo>
                <a:lnTo>
                  <a:pt x="1282675" y="267178"/>
                </a:lnTo>
                <a:lnTo>
                  <a:pt x="1291739" y="255145"/>
                </a:lnTo>
                <a:lnTo>
                  <a:pt x="1300124" y="242886"/>
                </a:lnTo>
                <a:lnTo>
                  <a:pt x="1308282" y="231307"/>
                </a:lnTo>
                <a:lnTo>
                  <a:pt x="1316213" y="219728"/>
                </a:lnTo>
                <a:lnTo>
                  <a:pt x="1330263" y="197706"/>
                </a:lnTo>
                <a:lnTo>
                  <a:pt x="1107958" y="281027"/>
                </a:lnTo>
                <a:lnTo>
                  <a:pt x="1102746" y="282390"/>
                </a:lnTo>
                <a:lnTo>
                  <a:pt x="1097534" y="283525"/>
                </a:lnTo>
                <a:lnTo>
                  <a:pt x="1092322" y="283979"/>
                </a:lnTo>
                <a:lnTo>
                  <a:pt x="1087110" y="283979"/>
                </a:lnTo>
                <a:lnTo>
                  <a:pt x="1081898" y="283752"/>
                </a:lnTo>
                <a:lnTo>
                  <a:pt x="1076686" y="282844"/>
                </a:lnTo>
                <a:lnTo>
                  <a:pt x="1071927" y="281255"/>
                </a:lnTo>
                <a:lnTo>
                  <a:pt x="1067168" y="279438"/>
                </a:lnTo>
                <a:lnTo>
                  <a:pt x="1062636" y="277168"/>
                </a:lnTo>
                <a:lnTo>
                  <a:pt x="1058103" y="274216"/>
                </a:lnTo>
                <a:lnTo>
                  <a:pt x="1054251" y="270811"/>
                </a:lnTo>
                <a:lnTo>
                  <a:pt x="1050399" y="267178"/>
                </a:lnTo>
                <a:lnTo>
                  <a:pt x="1047226" y="263319"/>
                </a:lnTo>
                <a:lnTo>
                  <a:pt x="1044054" y="259005"/>
                </a:lnTo>
                <a:lnTo>
                  <a:pt x="1041561" y="254237"/>
                </a:lnTo>
                <a:lnTo>
                  <a:pt x="1039295" y="249470"/>
                </a:lnTo>
                <a:lnTo>
                  <a:pt x="1037482" y="244021"/>
                </a:lnTo>
                <a:lnTo>
                  <a:pt x="1036575" y="238799"/>
                </a:lnTo>
                <a:lnTo>
                  <a:pt x="1036122" y="233350"/>
                </a:lnTo>
                <a:lnTo>
                  <a:pt x="1036122" y="228355"/>
                </a:lnTo>
                <a:lnTo>
                  <a:pt x="1036349" y="223134"/>
                </a:lnTo>
                <a:lnTo>
                  <a:pt x="1037255" y="218139"/>
                </a:lnTo>
                <a:lnTo>
                  <a:pt x="1038841" y="213144"/>
                </a:lnTo>
                <a:lnTo>
                  <a:pt x="1040654" y="208376"/>
                </a:lnTo>
                <a:lnTo>
                  <a:pt x="1042920" y="203836"/>
                </a:lnTo>
                <a:lnTo>
                  <a:pt x="1045866" y="199295"/>
                </a:lnTo>
                <a:lnTo>
                  <a:pt x="1049266" y="195435"/>
                </a:lnTo>
                <a:lnTo>
                  <a:pt x="1052891" y="191576"/>
                </a:lnTo>
                <a:lnTo>
                  <a:pt x="1056744" y="188170"/>
                </a:lnTo>
                <a:lnTo>
                  <a:pt x="1061049" y="185219"/>
                </a:lnTo>
                <a:lnTo>
                  <a:pt x="1065582" y="182494"/>
                </a:lnTo>
                <a:lnTo>
                  <a:pt x="1070567" y="180451"/>
                </a:lnTo>
                <a:lnTo>
                  <a:pt x="1443569" y="41279"/>
                </a:lnTo>
                <a:lnTo>
                  <a:pt x="1446288" y="40370"/>
                </a:lnTo>
                <a:lnTo>
                  <a:pt x="1449461" y="39462"/>
                </a:lnTo>
                <a:lnTo>
                  <a:pt x="1452633" y="38781"/>
                </a:lnTo>
                <a:lnTo>
                  <a:pt x="1455579" y="38327"/>
                </a:lnTo>
                <a:lnTo>
                  <a:pt x="1458752" y="38100"/>
                </a:lnTo>
                <a:close/>
                <a:moveTo>
                  <a:pt x="102528" y="0"/>
                </a:moveTo>
                <a:lnTo>
                  <a:pt x="107971" y="454"/>
                </a:lnTo>
                <a:lnTo>
                  <a:pt x="113189" y="681"/>
                </a:lnTo>
                <a:lnTo>
                  <a:pt x="118406" y="1361"/>
                </a:lnTo>
                <a:lnTo>
                  <a:pt x="123169" y="2268"/>
                </a:lnTo>
                <a:lnTo>
                  <a:pt x="128386" y="3403"/>
                </a:lnTo>
                <a:lnTo>
                  <a:pt x="133376" y="4764"/>
                </a:lnTo>
                <a:lnTo>
                  <a:pt x="137913" y="6578"/>
                </a:lnTo>
                <a:lnTo>
                  <a:pt x="142450" y="8393"/>
                </a:lnTo>
                <a:lnTo>
                  <a:pt x="147213" y="10434"/>
                </a:lnTo>
                <a:lnTo>
                  <a:pt x="151523" y="12476"/>
                </a:lnTo>
                <a:lnTo>
                  <a:pt x="156059" y="14971"/>
                </a:lnTo>
                <a:lnTo>
                  <a:pt x="160143" y="17693"/>
                </a:lnTo>
                <a:lnTo>
                  <a:pt x="164225" y="20642"/>
                </a:lnTo>
                <a:lnTo>
                  <a:pt x="168082" y="23590"/>
                </a:lnTo>
                <a:lnTo>
                  <a:pt x="171711" y="26993"/>
                </a:lnTo>
                <a:lnTo>
                  <a:pt x="175340" y="30169"/>
                </a:lnTo>
                <a:lnTo>
                  <a:pt x="178743" y="33798"/>
                </a:lnTo>
                <a:lnTo>
                  <a:pt x="181918" y="37427"/>
                </a:lnTo>
                <a:lnTo>
                  <a:pt x="185094" y="41510"/>
                </a:lnTo>
                <a:lnTo>
                  <a:pt x="188043" y="45593"/>
                </a:lnTo>
                <a:lnTo>
                  <a:pt x="190538" y="49676"/>
                </a:lnTo>
                <a:lnTo>
                  <a:pt x="193033" y="53986"/>
                </a:lnTo>
                <a:lnTo>
                  <a:pt x="195074" y="58296"/>
                </a:lnTo>
                <a:lnTo>
                  <a:pt x="197343" y="63059"/>
                </a:lnTo>
                <a:lnTo>
                  <a:pt x="199157" y="67596"/>
                </a:lnTo>
                <a:lnTo>
                  <a:pt x="200745" y="72359"/>
                </a:lnTo>
                <a:lnTo>
                  <a:pt x="202106" y="77122"/>
                </a:lnTo>
                <a:lnTo>
                  <a:pt x="203467" y="82340"/>
                </a:lnTo>
                <a:lnTo>
                  <a:pt x="204148" y="87330"/>
                </a:lnTo>
                <a:lnTo>
                  <a:pt x="205055" y="92320"/>
                </a:lnTo>
                <a:lnTo>
                  <a:pt x="205282" y="97537"/>
                </a:lnTo>
                <a:lnTo>
                  <a:pt x="205509" y="102981"/>
                </a:lnTo>
                <a:lnTo>
                  <a:pt x="205509" y="2092965"/>
                </a:lnTo>
                <a:lnTo>
                  <a:pt x="2195719" y="2092965"/>
                </a:lnTo>
                <a:lnTo>
                  <a:pt x="2201163" y="2093192"/>
                </a:lnTo>
                <a:lnTo>
                  <a:pt x="2206380" y="2093419"/>
                </a:lnTo>
                <a:lnTo>
                  <a:pt x="2211597" y="2094326"/>
                </a:lnTo>
                <a:lnTo>
                  <a:pt x="2216587" y="2095233"/>
                </a:lnTo>
                <a:lnTo>
                  <a:pt x="2221578" y="2096367"/>
                </a:lnTo>
                <a:lnTo>
                  <a:pt x="2226568" y="2097501"/>
                </a:lnTo>
                <a:lnTo>
                  <a:pt x="2231105" y="2099316"/>
                </a:lnTo>
                <a:lnTo>
                  <a:pt x="2235868" y="2101131"/>
                </a:lnTo>
                <a:lnTo>
                  <a:pt x="2240405" y="2103172"/>
                </a:lnTo>
                <a:lnTo>
                  <a:pt x="2244714" y="2105667"/>
                </a:lnTo>
                <a:lnTo>
                  <a:pt x="2249251" y="2107936"/>
                </a:lnTo>
                <a:lnTo>
                  <a:pt x="2253334" y="2110658"/>
                </a:lnTo>
                <a:lnTo>
                  <a:pt x="2257417" y="2113606"/>
                </a:lnTo>
                <a:lnTo>
                  <a:pt x="2261273" y="2116328"/>
                </a:lnTo>
                <a:lnTo>
                  <a:pt x="2264902" y="2119731"/>
                </a:lnTo>
                <a:lnTo>
                  <a:pt x="2268532" y="2123133"/>
                </a:lnTo>
                <a:lnTo>
                  <a:pt x="2271934" y="2126763"/>
                </a:lnTo>
                <a:lnTo>
                  <a:pt x="2275337" y="2130619"/>
                </a:lnTo>
                <a:lnTo>
                  <a:pt x="2278285" y="2134475"/>
                </a:lnTo>
                <a:lnTo>
                  <a:pt x="2281234" y="2138331"/>
                </a:lnTo>
                <a:lnTo>
                  <a:pt x="2283729" y="2142414"/>
                </a:lnTo>
                <a:lnTo>
                  <a:pt x="2286224" y="2146724"/>
                </a:lnTo>
                <a:lnTo>
                  <a:pt x="2288720" y="2151260"/>
                </a:lnTo>
                <a:lnTo>
                  <a:pt x="2290761" y="2155797"/>
                </a:lnTo>
                <a:lnTo>
                  <a:pt x="2292576" y="2160560"/>
                </a:lnTo>
                <a:lnTo>
                  <a:pt x="2294164" y="2165324"/>
                </a:lnTo>
                <a:lnTo>
                  <a:pt x="2295298" y="2170087"/>
                </a:lnTo>
                <a:lnTo>
                  <a:pt x="2296659" y="2175304"/>
                </a:lnTo>
                <a:lnTo>
                  <a:pt x="2297339" y="2180068"/>
                </a:lnTo>
                <a:lnTo>
                  <a:pt x="2298246" y="2185285"/>
                </a:lnTo>
                <a:lnTo>
                  <a:pt x="2298473" y="2190729"/>
                </a:lnTo>
                <a:lnTo>
                  <a:pt x="2298700" y="2195946"/>
                </a:lnTo>
                <a:lnTo>
                  <a:pt x="2298473" y="2201163"/>
                </a:lnTo>
                <a:lnTo>
                  <a:pt x="2298246" y="2206380"/>
                </a:lnTo>
                <a:lnTo>
                  <a:pt x="2297339" y="2211597"/>
                </a:lnTo>
                <a:lnTo>
                  <a:pt x="2296659" y="2216361"/>
                </a:lnTo>
                <a:lnTo>
                  <a:pt x="2295298" y="2221578"/>
                </a:lnTo>
                <a:lnTo>
                  <a:pt x="2294164" y="2226568"/>
                </a:lnTo>
                <a:lnTo>
                  <a:pt x="2292576" y="2231105"/>
                </a:lnTo>
                <a:lnTo>
                  <a:pt x="2290761" y="2235868"/>
                </a:lnTo>
                <a:lnTo>
                  <a:pt x="2288720" y="2240405"/>
                </a:lnTo>
                <a:lnTo>
                  <a:pt x="2286224" y="2244941"/>
                </a:lnTo>
                <a:lnTo>
                  <a:pt x="2283729" y="2249251"/>
                </a:lnTo>
                <a:lnTo>
                  <a:pt x="2281234" y="2253334"/>
                </a:lnTo>
                <a:lnTo>
                  <a:pt x="2278285" y="2257417"/>
                </a:lnTo>
                <a:lnTo>
                  <a:pt x="2275337" y="2261273"/>
                </a:lnTo>
                <a:lnTo>
                  <a:pt x="2271934" y="2264902"/>
                </a:lnTo>
                <a:lnTo>
                  <a:pt x="2268532" y="2268532"/>
                </a:lnTo>
                <a:lnTo>
                  <a:pt x="2264902" y="2271934"/>
                </a:lnTo>
                <a:lnTo>
                  <a:pt x="2261273" y="2275337"/>
                </a:lnTo>
                <a:lnTo>
                  <a:pt x="2257417" y="2278059"/>
                </a:lnTo>
                <a:lnTo>
                  <a:pt x="2253334" y="2281234"/>
                </a:lnTo>
                <a:lnTo>
                  <a:pt x="2249251" y="2283729"/>
                </a:lnTo>
                <a:lnTo>
                  <a:pt x="2244714" y="2286451"/>
                </a:lnTo>
                <a:lnTo>
                  <a:pt x="2240405" y="2288493"/>
                </a:lnTo>
                <a:lnTo>
                  <a:pt x="2235868" y="2290534"/>
                </a:lnTo>
                <a:lnTo>
                  <a:pt x="2231105" y="2292349"/>
                </a:lnTo>
                <a:lnTo>
                  <a:pt x="2226568" y="2294164"/>
                </a:lnTo>
                <a:lnTo>
                  <a:pt x="2221578" y="2295298"/>
                </a:lnTo>
                <a:lnTo>
                  <a:pt x="2216587" y="2296659"/>
                </a:lnTo>
                <a:lnTo>
                  <a:pt x="2211597" y="2297566"/>
                </a:lnTo>
                <a:lnTo>
                  <a:pt x="2206380" y="2298246"/>
                </a:lnTo>
                <a:lnTo>
                  <a:pt x="2201163" y="2298473"/>
                </a:lnTo>
                <a:lnTo>
                  <a:pt x="2195719" y="2298700"/>
                </a:lnTo>
                <a:lnTo>
                  <a:pt x="102528" y="2298700"/>
                </a:lnTo>
                <a:lnTo>
                  <a:pt x="97310" y="2298473"/>
                </a:lnTo>
                <a:lnTo>
                  <a:pt x="92093" y="2298246"/>
                </a:lnTo>
                <a:lnTo>
                  <a:pt x="86876" y="2297566"/>
                </a:lnTo>
                <a:lnTo>
                  <a:pt x="81886" y="2296659"/>
                </a:lnTo>
                <a:lnTo>
                  <a:pt x="77122" y="2295298"/>
                </a:lnTo>
                <a:lnTo>
                  <a:pt x="72132" y="2294164"/>
                </a:lnTo>
                <a:lnTo>
                  <a:pt x="67142" y="2292349"/>
                </a:lnTo>
                <a:lnTo>
                  <a:pt x="62605" y="2290534"/>
                </a:lnTo>
                <a:lnTo>
                  <a:pt x="57842" y="2288493"/>
                </a:lnTo>
                <a:lnTo>
                  <a:pt x="53532" y="2286451"/>
                </a:lnTo>
                <a:lnTo>
                  <a:pt x="49449" y="2283729"/>
                </a:lnTo>
                <a:lnTo>
                  <a:pt x="45139" y="2281234"/>
                </a:lnTo>
                <a:lnTo>
                  <a:pt x="41283" y="2278059"/>
                </a:lnTo>
                <a:lnTo>
                  <a:pt x="37200" y="2275337"/>
                </a:lnTo>
                <a:lnTo>
                  <a:pt x="33344" y="2271934"/>
                </a:lnTo>
                <a:lnTo>
                  <a:pt x="29715" y="2268532"/>
                </a:lnTo>
                <a:lnTo>
                  <a:pt x="26539" y="2264902"/>
                </a:lnTo>
                <a:lnTo>
                  <a:pt x="23364" y="2261273"/>
                </a:lnTo>
                <a:lnTo>
                  <a:pt x="20188" y="2257417"/>
                </a:lnTo>
                <a:lnTo>
                  <a:pt x="17466" y="2253334"/>
                </a:lnTo>
                <a:lnTo>
                  <a:pt x="14517" y="2249251"/>
                </a:lnTo>
                <a:lnTo>
                  <a:pt x="12249" y="2244941"/>
                </a:lnTo>
                <a:lnTo>
                  <a:pt x="9981" y="2240405"/>
                </a:lnTo>
                <a:lnTo>
                  <a:pt x="7939" y="2235868"/>
                </a:lnTo>
                <a:lnTo>
                  <a:pt x="6125" y="2231105"/>
                </a:lnTo>
                <a:lnTo>
                  <a:pt x="4537" y="2226568"/>
                </a:lnTo>
                <a:lnTo>
                  <a:pt x="2949" y="2221578"/>
                </a:lnTo>
                <a:lnTo>
                  <a:pt x="2042" y="2216361"/>
                </a:lnTo>
                <a:lnTo>
                  <a:pt x="907" y="2211597"/>
                </a:lnTo>
                <a:lnTo>
                  <a:pt x="454" y="2206380"/>
                </a:lnTo>
                <a:lnTo>
                  <a:pt x="0" y="2201163"/>
                </a:lnTo>
                <a:lnTo>
                  <a:pt x="0" y="2195946"/>
                </a:lnTo>
                <a:lnTo>
                  <a:pt x="0" y="102981"/>
                </a:lnTo>
                <a:lnTo>
                  <a:pt x="0" y="97537"/>
                </a:lnTo>
                <a:lnTo>
                  <a:pt x="454" y="92320"/>
                </a:lnTo>
                <a:lnTo>
                  <a:pt x="907" y="87330"/>
                </a:lnTo>
                <a:lnTo>
                  <a:pt x="2042" y="82340"/>
                </a:lnTo>
                <a:lnTo>
                  <a:pt x="2949" y="77122"/>
                </a:lnTo>
                <a:lnTo>
                  <a:pt x="4537" y="72359"/>
                </a:lnTo>
                <a:lnTo>
                  <a:pt x="6125" y="67596"/>
                </a:lnTo>
                <a:lnTo>
                  <a:pt x="7939" y="63059"/>
                </a:lnTo>
                <a:lnTo>
                  <a:pt x="9981" y="58296"/>
                </a:lnTo>
                <a:lnTo>
                  <a:pt x="12249" y="53986"/>
                </a:lnTo>
                <a:lnTo>
                  <a:pt x="14517" y="49676"/>
                </a:lnTo>
                <a:lnTo>
                  <a:pt x="17466" y="45593"/>
                </a:lnTo>
                <a:lnTo>
                  <a:pt x="20188" y="41510"/>
                </a:lnTo>
                <a:lnTo>
                  <a:pt x="23364" y="37427"/>
                </a:lnTo>
                <a:lnTo>
                  <a:pt x="26539" y="33798"/>
                </a:lnTo>
                <a:lnTo>
                  <a:pt x="29715" y="30169"/>
                </a:lnTo>
                <a:lnTo>
                  <a:pt x="33344" y="26993"/>
                </a:lnTo>
                <a:lnTo>
                  <a:pt x="37200" y="23590"/>
                </a:lnTo>
                <a:lnTo>
                  <a:pt x="41283" y="20642"/>
                </a:lnTo>
                <a:lnTo>
                  <a:pt x="45139" y="17693"/>
                </a:lnTo>
                <a:lnTo>
                  <a:pt x="49449" y="14971"/>
                </a:lnTo>
                <a:lnTo>
                  <a:pt x="53532" y="12476"/>
                </a:lnTo>
                <a:lnTo>
                  <a:pt x="57842" y="10434"/>
                </a:lnTo>
                <a:lnTo>
                  <a:pt x="62605" y="8393"/>
                </a:lnTo>
                <a:lnTo>
                  <a:pt x="67142" y="6578"/>
                </a:lnTo>
                <a:lnTo>
                  <a:pt x="72132" y="4764"/>
                </a:lnTo>
                <a:lnTo>
                  <a:pt x="77122" y="3403"/>
                </a:lnTo>
                <a:lnTo>
                  <a:pt x="81886" y="2268"/>
                </a:lnTo>
                <a:lnTo>
                  <a:pt x="86876" y="1361"/>
                </a:lnTo>
                <a:lnTo>
                  <a:pt x="92093" y="681"/>
                </a:lnTo>
                <a:lnTo>
                  <a:pt x="97310" y="454"/>
                </a:lnTo>
                <a:lnTo>
                  <a:pt x="102528"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eaLnBrk="1" fontAlgn="auto" hangingPunct="1">
              <a:spcBef>
                <a:spcPct val="0"/>
              </a:spcBef>
              <a:spcAft>
                <a:spcPct val="0"/>
              </a:spcAft>
              <a:defRPr/>
            </a:pPr>
            <a:endParaRPr lang="zh-CN" altLang="en-US" sz="2400" kern="0">
              <a:solidFill>
                <a:schemeClr val="tx1">
                  <a:lumMod val="75000"/>
                  <a:lumOff val="25000"/>
                </a:schemeClr>
              </a:solidFill>
              <a:cs typeface="+mn-ea"/>
              <a:sym typeface="+mn-lt"/>
            </a:endParaRPr>
          </a:p>
        </p:txBody>
      </p:sp>
      <p:sp>
        <p:nvSpPr>
          <p:cNvPr id="20" name="KSO_Shape"/>
          <p:cNvSpPr/>
          <p:nvPr/>
        </p:nvSpPr>
        <p:spPr bwMode="auto">
          <a:xfrm>
            <a:off x="8180015" y="3128240"/>
            <a:ext cx="538724" cy="544801"/>
          </a:xfrm>
          <a:custGeom>
            <a:avLst/>
            <a:gdLst>
              <a:gd name="T0" fmla="*/ 2147483646 w 5438"/>
              <a:gd name="T1" fmla="*/ 0 h 5494"/>
              <a:gd name="T2" fmla="*/ 0 w 5438"/>
              <a:gd name="T3" fmla="*/ 2147483646 h 5494"/>
              <a:gd name="T4" fmla="*/ 2147483646 w 5438"/>
              <a:gd name="T5" fmla="*/ 2147483646 h 5494"/>
              <a:gd name="T6" fmla="*/ 2147483646 w 5438"/>
              <a:gd name="T7" fmla="*/ 2147483646 h 5494"/>
              <a:gd name="T8" fmla="*/ 2147483646 w 5438"/>
              <a:gd name="T9" fmla="*/ 2147483646 h 5494"/>
              <a:gd name="T10" fmla="*/ 2147483646 w 5438"/>
              <a:gd name="T11" fmla="*/ 2147483646 h 5494"/>
              <a:gd name="T12" fmla="*/ 2147483646 w 5438"/>
              <a:gd name="T13" fmla="*/ 2147483646 h 5494"/>
              <a:gd name="T14" fmla="*/ 2147483646 w 5438"/>
              <a:gd name="T15" fmla="*/ 2147483646 h 5494"/>
              <a:gd name="T16" fmla="*/ 2147483646 w 5438"/>
              <a:gd name="T17" fmla="*/ 2147483646 h 5494"/>
              <a:gd name="T18" fmla="*/ 2147483646 w 5438"/>
              <a:gd name="T19" fmla="*/ 2147483646 h 5494"/>
              <a:gd name="T20" fmla="*/ 2147483646 w 5438"/>
              <a:gd name="T21" fmla="*/ 2147483646 h 5494"/>
              <a:gd name="T22" fmla="*/ 2147483646 w 5438"/>
              <a:gd name="T23" fmla="*/ 2147483646 h 5494"/>
              <a:gd name="T24" fmla="*/ 2147483646 w 5438"/>
              <a:gd name="T25" fmla="*/ 2147483646 h 5494"/>
              <a:gd name="T26" fmla="*/ 2147483646 w 5438"/>
              <a:gd name="T27" fmla="*/ 2147483646 h 5494"/>
              <a:gd name="T28" fmla="*/ 2147483646 w 5438"/>
              <a:gd name="T29" fmla="*/ 2147483646 h 5494"/>
              <a:gd name="T30" fmla="*/ 2147483646 w 5438"/>
              <a:gd name="T31" fmla="*/ 2147483646 h 5494"/>
              <a:gd name="T32" fmla="*/ 2147483646 w 5438"/>
              <a:gd name="T33" fmla="*/ 2147483646 h 5494"/>
              <a:gd name="T34" fmla="*/ 2147483646 w 5438"/>
              <a:gd name="T35" fmla="*/ 2147483646 h 5494"/>
              <a:gd name="T36" fmla="*/ 2147483646 w 5438"/>
              <a:gd name="T37" fmla="*/ 2147483646 h 5494"/>
              <a:gd name="T38" fmla="*/ 2147483646 w 5438"/>
              <a:gd name="T39" fmla="*/ 2147483646 h 5494"/>
              <a:gd name="T40" fmla="*/ 2147483646 w 5438"/>
              <a:gd name="T41" fmla="*/ 2147483646 h 5494"/>
              <a:gd name="T42" fmla="*/ 2147483646 w 5438"/>
              <a:gd name="T43" fmla="*/ 2147483646 h 5494"/>
              <a:gd name="T44" fmla="*/ 2147483646 w 5438"/>
              <a:gd name="T45" fmla="*/ 2147483646 h 5494"/>
              <a:gd name="T46" fmla="*/ 2147483646 w 5438"/>
              <a:gd name="T47" fmla="*/ 2147483646 h 5494"/>
              <a:gd name="T48" fmla="*/ 2147483646 w 5438"/>
              <a:gd name="T49" fmla="*/ 2147483646 h 5494"/>
              <a:gd name="T50" fmla="*/ 2147483646 w 5438"/>
              <a:gd name="T51" fmla="*/ 2147483646 h 5494"/>
              <a:gd name="T52" fmla="*/ 2147483646 w 5438"/>
              <a:gd name="T53" fmla="*/ 2147483646 h 5494"/>
              <a:gd name="T54" fmla="*/ 2147483646 w 5438"/>
              <a:gd name="T55" fmla="*/ 2147483646 h 5494"/>
              <a:gd name="T56" fmla="*/ 2147483646 w 5438"/>
              <a:gd name="T57" fmla="*/ 2147483646 h 5494"/>
              <a:gd name="T58" fmla="*/ 2147483646 w 5438"/>
              <a:gd name="T59" fmla="*/ 2147483646 h 5494"/>
              <a:gd name="T60" fmla="*/ 2147483646 w 5438"/>
              <a:gd name="T61" fmla="*/ 2147483646 h 5494"/>
              <a:gd name="T62" fmla="*/ 2147483646 w 5438"/>
              <a:gd name="T63" fmla="*/ 2147483646 h 5494"/>
              <a:gd name="T64" fmla="*/ 2147483646 w 5438"/>
              <a:gd name="T65" fmla="*/ 2147483646 h 5494"/>
              <a:gd name="T66" fmla="*/ 2147483646 w 5438"/>
              <a:gd name="T67" fmla="*/ 2147483646 h 5494"/>
              <a:gd name="T68" fmla="*/ 2147483646 w 5438"/>
              <a:gd name="T69" fmla="*/ 2147483646 h 5494"/>
              <a:gd name="T70" fmla="*/ 2147483646 w 5438"/>
              <a:gd name="T71" fmla="*/ 2147483646 h 5494"/>
              <a:gd name="T72" fmla="*/ 2147483646 w 5438"/>
              <a:gd name="T73" fmla="*/ 2147483646 h 5494"/>
              <a:gd name="T74" fmla="*/ 2147483646 w 5438"/>
              <a:gd name="T75" fmla="*/ 2147483646 h 5494"/>
              <a:gd name="T76" fmla="*/ 2147483646 w 5438"/>
              <a:gd name="T77" fmla="*/ 2147483646 h 5494"/>
              <a:gd name="T78" fmla="*/ 2147483646 w 5438"/>
              <a:gd name="T79" fmla="*/ 2147483646 h 5494"/>
              <a:gd name="T80" fmla="*/ 2147483646 w 5438"/>
              <a:gd name="T81" fmla="*/ 2147483646 h 5494"/>
              <a:gd name="T82" fmla="*/ 2147483646 w 5438"/>
              <a:gd name="T83" fmla="*/ 2147483646 h 5494"/>
              <a:gd name="T84" fmla="*/ 2147483646 w 5438"/>
              <a:gd name="T85" fmla="*/ 2147483646 h 5494"/>
              <a:gd name="T86" fmla="*/ 2147483646 w 5438"/>
              <a:gd name="T87" fmla="*/ 2147483646 h 5494"/>
              <a:gd name="T88" fmla="*/ 2147483646 w 5438"/>
              <a:gd name="T89" fmla="*/ 2147483646 h 5494"/>
              <a:gd name="T90" fmla="*/ 2147483646 w 5438"/>
              <a:gd name="T91" fmla="*/ 2147483646 h 5494"/>
              <a:gd name="T92" fmla="*/ 2147483646 w 5438"/>
              <a:gd name="T93" fmla="*/ 2147483646 h 5494"/>
              <a:gd name="T94" fmla="*/ 2147483646 w 5438"/>
              <a:gd name="T95" fmla="*/ 2147483646 h 5494"/>
              <a:gd name="T96" fmla="*/ 2147483646 w 5438"/>
              <a:gd name="T97" fmla="*/ 2147483646 h 5494"/>
              <a:gd name="T98" fmla="*/ 2147483646 w 5438"/>
              <a:gd name="T99" fmla="*/ 2147483646 h 5494"/>
              <a:gd name="T100" fmla="*/ 2147483646 w 5438"/>
              <a:gd name="T101" fmla="*/ 2147483646 h 5494"/>
              <a:gd name="T102" fmla="*/ 2147483646 w 5438"/>
              <a:gd name="T103" fmla="*/ 2147483646 h 5494"/>
              <a:gd name="T104" fmla="*/ 2147483646 w 5438"/>
              <a:gd name="T105" fmla="*/ 2147483646 h 5494"/>
              <a:gd name="T106" fmla="*/ 2147483646 w 5438"/>
              <a:gd name="T107" fmla="*/ 2147483646 h 5494"/>
              <a:gd name="T108" fmla="*/ 2147483646 w 5438"/>
              <a:gd name="T109" fmla="*/ 2147483646 h 5494"/>
              <a:gd name="T110" fmla="*/ 2147483646 w 5438"/>
              <a:gd name="T111" fmla="*/ 2147483646 h 5494"/>
              <a:gd name="T112" fmla="*/ 2147483646 w 5438"/>
              <a:gd name="T113" fmla="*/ 2147483646 h 5494"/>
              <a:gd name="T114" fmla="*/ 2147483646 w 5438"/>
              <a:gd name="T115" fmla="*/ 2147483646 h 5494"/>
              <a:gd name="T116" fmla="*/ 2147483646 w 5438"/>
              <a:gd name="T117" fmla="*/ 2147483646 h 5494"/>
              <a:gd name="T118" fmla="*/ 2147483646 w 5438"/>
              <a:gd name="T119" fmla="*/ 2147483646 h 549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438" h="5494">
                <a:moveTo>
                  <a:pt x="2825" y="454"/>
                </a:moveTo>
                <a:lnTo>
                  <a:pt x="2825" y="0"/>
                </a:lnTo>
                <a:lnTo>
                  <a:pt x="2514" y="0"/>
                </a:lnTo>
                <a:lnTo>
                  <a:pt x="2514" y="454"/>
                </a:lnTo>
                <a:lnTo>
                  <a:pt x="0" y="454"/>
                </a:lnTo>
                <a:lnTo>
                  <a:pt x="0" y="1259"/>
                </a:lnTo>
                <a:lnTo>
                  <a:pt x="276" y="1259"/>
                </a:lnTo>
                <a:lnTo>
                  <a:pt x="276" y="4295"/>
                </a:lnTo>
                <a:lnTo>
                  <a:pt x="2197" y="4295"/>
                </a:lnTo>
                <a:lnTo>
                  <a:pt x="1028" y="5252"/>
                </a:lnTo>
                <a:lnTo>
                  <a:pt x="1225" y="5494"/>
                </a:lnTo>
                <a:lnTo>
                  <a:pt x="2689" y="4295"/>
                </a:lnTo>
                <a:lnTo>
                  <a:pt x="2699" y="4295"/>
                </a:lnTo>
                <a:lnTo>
                  <a:pt x="4163" y="5494"/>
                </a:lnTo>
                <a:lnTo>
                  <a:pt x="4360" y="5252"/>
                </a:lnTo>
                <a:lnTo>
                  <a:pt x="3192" y="4295"/>
                </a:lnTo>
                <a:lnTo>
                  <a:pt x="5105" y="4295"/>
                </a:lnTo>
                <a:lnTo>
                  <a:pt x="5105" y="1259"/>
                </a:lnTo>
                <a:lnTo>
                  <a:pt x="5438" y="1259"/>
                </a:lnTo>
                <a:lnTo>
                  <a:pt x="5438" y="454"/>
                </a:lnTo>
                <a:lnTo>
                  <a:pt x="2825" y="454"/>
                </a:lnTo>
                <a:close/>
                <a:moveTo>
                  <a:pt x="4793" y="3983"/>
                </a:moveTo>
                <a:lnTo>
                  <a:pt x="587" y="3983"/>
                </a:lnTo>
                <a:lnTo>
                  <a:pt x="587" y="1259"/>
                </a:lnTo>
                <a:lnTo>
                  <a:pt x="4793" y="1259"/>
                </a:lnTo>
                <a:lnTo>
                  <a:pt x="4793" y="3983"/>
                </a:lnTo>
                <a:close/>
                <a:moveTo>
                  <a:pt x="1611" y="3281"/>
                </a:moveTo>
                <a:lnTo>
                  <a:pt x="1611" y="2471"/>
                </a:lnTo>
                <a:lnTo>
                  <a:pt x="2422" y="2471"/>
                </a:lnTo>
                <a:lnTo>
                  <a:pt x="2420" y="2429"/>
                </a:lnTo>
                <a:lnTo>
                  <a:pt x="2417" y="2388"/>
                </a:lnTo>
                <a:lnTo>
                  <a:pt x="2412" y="2347"/>
                </a:lnTo>
                <a:lnTo>
                  <a:pt x="2405" y="2308"/>
                </a:lnTo>
                <a:lnTo>
                  <a:pt x="2396" y="2268"/>
                </a:lnTo>
                <a:lnTo>
                  <a:pt x="2385" y="2230"/>
                </a:lnTo>
                <a:lnTo>
                  <a:pt x="2373" y="2192"/>
                </a:lnTo>
                <a:lnTo>
                  <a:pt x="2358" y="2156"/>
                </a:lnTo>
                <a:lnTo>
                  <a:pt x="2341" y="2120"/>
                </a:lnTo>
                <a:lnTo>
                  <a:pt x="2324" y="2085"/>
                </a:lnTo>
                <a:lnTo>
                  <a:pt x="2304" y="2051"/>
                </a:lnTo>
                <a:lnTo>
                  <a:pt x="2284" y="2018"/>
                </a:lnTo>
                <a:lnTo>
                  <a:pt x="2260" y="1986"/>
                </a:lnTo>
                <a:lnTo>
                  <a:pt x="2237" y="1956"/>
                </a:lnTo>
                <a:lnTo>
                  <a:pt x="2210" y="1926"/>
                </a:lnTo>
                <a:lnTo>
                  <a:pt x="2184" y="1898"/>
                </a:lnTo>
                <a:lnTo>
                  <a:pt x="2156" y="1871"/>
                </a:lnTo>
                <a:lnTo>
                  <a:pt x="2126" y="1846"/>
                </a:lnTo>
                <a:lnTo>
                  <a:pt x="2096" y="1822"/>
                </a:lnTo>
                <a:lnTo>
                  <a:pt x="2064" y="1799"/>
                </a:lnTo>
                <a:lnTo>
                  <a:pt x="2031" y="1778"/>
                </a:lnTo>
                <a:lnTo>
                  <a:pt x="1997" y="1759"/>
                </a:lnTo>
                <a:lnTo>
                  <a:pt x="1962" y="1741"/>
                </a:lnTo>
                <a:lnTo>
                  <a:pt x="1926" y="1724"/>
                </a:lnTo>
                <a:lnTo>
                  <a:pt x="1890" y="1710"/>
                </a:lnTo>
                <a:lnTo>
                  <a:pt x="1852" y="1697"/>
                </a:lnTo>
                <a:lnTo>
                  <a:pt x="1814" y="1686"/>
                </a:lnTo>
                <a:lnTo>
                  <a:pt x="1774" y="1677"/>
                </a:lnTo>
                <a:lnTo>
                  <a:pt x="1735" y="1670"/>
                </a:lnTo>
                <a:lnTo>
                  <a:pt x="1694" y="1665"/>
                </a:lnTo>
                <a:lnTo>
                  <a:pt x="1653" y="1662"/>
                </a:lnTo>
                <a:lnTo>
                  <a:pt x="1611" y="1660"/>
                </a:lnTo>
                <a:lnTo>
                  <a:pt x="1569" y="1662"/>
                </a:lnTo>
                <a:lnTo>
                  <a:pt x="1528" y="1665"/>
                </a:lnTo>
                <a:lnTo>
                  <a:pt x="1487" y="1670"/>
                </a:lnTo>
                <a:lnTo>
                  <a:pt x="1448" y="1677"/>
                </a:lnTo>
                <a:lnTo>
                  <a:pt x="1408" y="1686"/>
                </a:lnTo>
                <a:lnTo>
                  <a:pt x="1369" y="1697"/>
                </a:lnTo>
                <a:lnTo>
                  <a:pt x="1332" y="1710"/>
                </a:lnTo>
                <a:lnTo>
                  <a:pt x="1295" y="1724"/>
                </a:lnTo>
                <a:lnTo>
                  <a:pt x="1260" y="1741"/>
                </a:lnTo>
                <a:lnTo>
                  <a:pt x="1224" y="1759"/>
                </a:lnTo>
                <a:lnTo>
                  <a:pt x="1191" y="1778"/>
                </a:lnTo>
                <a:lnTo>
                  <a:pt x="1157" y="1799"/>
                </a:lnTo>
                <a:lnTo>
                  <a:pt x="1126" y="1822"/>
                </a:lnTo>
                <a:lnTo>
                  <a:pt x="1096" y="1846"/>
                </a:lnTo>
                <a:lnTo>
                  <a:pt x="1066" y="1871"/>
                </a:lnTo>
                <a:lnTo>
                  <a:pt x="1038" y="1898"/>
                </a:lnTo>
                <a:lnTo>
                  <a:pt x="1011" y="1926"/>
                </a:lnTo>
                <a:lnTo>
                  <a:pt x="986" y="1956"/>
                </a:lnTo>
                <a:lnTo>
                  <a:pt x="962" y="1986"/>
                </a:lnTo>
                <a:lnTo>
                  <a:pt x="939" y="2018"/>
                </a:lnTo>
                <a:lnTo>
                  <a:pt x="918" y="2051"/>
                </a:lnTo>
                <a:lnTo>
                  <a:pt x="899" y="2085"/>
                </a:lnTo>
                <a:lnTo>
                  <a:pt x="881" y="2120"/>
                </a:lnTo>
                <a:lnTo>
                  <a:pt x="864" y="2156"/>
                </a:lnTo>
                <a:lnTo>
                  <a:pt x="850" y="2192"/>
                </a:lnTo>
                <a:lnTo>
                  <a:pt x="837" y="2230"/>
                </a:lnTo>
                <a:lnTo>
                  <a:pt x="826" y="2268"/>
                </a:lnTo>
                <a:lnTo>
                  <a:pt x="817" y="2308"/>
                </a:lnTo>
                <a:lnTo>
                  <a:pt x="809" y="2347"/>
                </a:lnTo>
                <a:lnTo>
                  <a:pt x="804" y="2388"/>
                </a:lnTo>
                <a:lnTo>
                  <a:pt x="801" y="2429"/>
                </a:lnTo>
                <a:lnTo>
                  <a:pt x="800" y="2471"/>
                </a:lnTo>
                <a:lnTo>
                  <a:pt x="801" y="2513"/>
                </a:lnTo>
                <a:lnTo>
                  <a:pt x="804" y="2554"/>
                </a:lnTo>
                <a:lnTo>
                  <a:pt x="809" y="2595"/>
                </a:lnTo>
                <a:lnTo>
                  <a:pt x="817" y="2634"/>
                </a:lnTo>
                <a:lnTo>
                  <a:pt x="826" y="2674"/>
                </a:lnTo>
                <a:lnTo>
                  <a:pt x="837" y="2712"/>
                </a:lnTo>
                <a:lnTo>
                  <a:pt x="850" y="2750"/>
                </a:lnTo>
                <a:lnTo>
                  <a:pt x="864" y="2786"/>
                </a:lnTo>
                <a:lnTo>
                  <a:pt x="881" y="2822"/>
                </a:lnTo>
                <a:lnTo>
                  <a:pt x="899" y="2857"/>
                </a:lnTo>
                <a:lnTo>
                  <a:pt x="918" y="2891"/>
                </a:lnTo>
                <a:lnTo>
                  <a:pt x="939" y="2924"/>
                </a:lnTo>
                <a:lnTo>
                  <a:pt x="962" y="2956"/>
                </a:lnTo>
                <a:lnTo>
                  <a:pt x="986" y="2986"/>
                </a:lnTo>
                <a:lnTo>
                  <a:pt x="1011" y="3016"/>
                </a:lnTo>
                <a:lnTo>
                  <a:pt x="1038" y="3044"/>
                </a:lnTo>
                <a:lnTo>
                  <a:pt x="1066" y="3070"/>
                </a:lnTo>
                <a:lnTo>
                  <a:pt x="1096" y="3097"/>
                </a:lnTo>
                <a:lnTo>
                  <a:pt x="1126" y="3120"/>
                </a:lnTo>
                <a:lnTo>
                  <a:pt x="1157" y="3144"/>
                </a:lnTo>
                <a:lnTo>
                  <a:pt x="1191" y="3164"/>
                </a:lnTo>
                <a:lnTo>
                  <a:pt x="1224" y="3184"/>
                </a:lnTo>
                <a:lnTo>
                  <a:pt x="1260" y="3201"/>
                </a:lnTo>
                <a:lnTo>
                  <a:pt x="1295" y="3218"/>
                </a:lnTo>
                <a:lnTo>
                  <a:pt x="1332" y="3233"/>
                </a:lnTo>
                <a:lnTo>
                  <a:pt x="1369" y="3245"/>
                </a:lnTo>
                <a:lnTo>
                  <a:pt x="1408" y="3256"/>
                </a:lnTo>
                <a:lnTo>
                  <a:pt x="1448" y="3265"/>
                </a:lnTo>
                <a:lnTo>
                  <a:pt x="1487" y="3272"/>
                </a:lnTo>
                <a:lnTo>
                  <a:pt x="1528" y="3277"/>
                </a:lnTo>
                <a:lnTo>
                  <a:pt x="1569" y="3280"/>
                </a:lnTo>
                <a:lnTo>
                  <a:pt x="1611" y="3281"/>
                </a:lnTo>
                <a:close/>
                <a:moveTo>
                  <a:pt x="1838" y="3503"/>
                </a:moveTo>
                <a:lnTo>
                  <a:pt x="1838" y="3503"/>
                </a:lnTo>
                <a:lnTo>
                  <a:pt x="1881" y="3502"/>
                </a:lnTo>
                <a:lnTo>
                  <a:pt x="1921" y="3499"/>
                </a:lnTo>
                <a:lnTo>
                  <a:pt x="1962" y="3493"/>
                </a:lnTo>
                <a:lnTo>
                  <a:pt x="2002" y="3486"/>
                </a:lnTo>
                <a:lnTo>
                  <a:pt x="2041" y="3477"/>
                </a:lnTo>
                <a:lnTo>
                  <a:pt x="2080" y="3466"/>
                </a:lnTo>
                <a:lnTo>
                  <a:pt x="2117" y="3453"/>
                </a:lnTo>
                <a:lnTo>
                  <a:pt x="2154" y="3439"/>
                </a:lnTo>
                <a:lnTo>
                  <a:pt x="2190" y="3422"/>
                </a:lnTo>
                <a:lnTo>
                  <a:pt x="2225" y="3404"/>
                </a:lnTo>
                <a:lnTo>
                  <a:pt x="2259" y="3385"/>
                </a:lnTo>
                <a:lnTo>
                  <a:pt x="2292" y="3364"/>
                </a:lnTo>
                <a:lnTo>
                  <a:pt x="2323" y="3341"/>
                </a:lnTo>
                <a:lnTo>
                  <a:pt x="2355" y="3317"/>
                </a:lnTo>
                <a:lnTo>
                  <a:pt x="2384" y="3292"/>
                </a:lnTo>
                <a:lnTo>
                  <a:pt x="2411" y="3265"/>
                </a:lnTo>
                <a:lnTo>
                  <a:pt x="2439" y="3237"/>
                </a:lnTo>
                <a:lnTo>
                  <a:pt x="2464" y="3207"/>
                </a:lnTo>
                <a:lnTo>
                  <a:pt x="2488" y="3177"/>
                </a:lnTo>
                <a:lnTo>
                  <a:pt x="2511" y="3146"/>
                </a:lnTo>
                <a:lnTo>
                  <a:pt x="2532" y="3112"/>
                </a:lnTo>
                <a:lnTo>
                  <a:pt x="2551" y="3079"/>
                </a:lnTo>
                <a:lnTo>
                  <a:pt x="2570" y="3043"/>
                </a:lnTo>
                <a:lnTo>
                  <a:pt x="2586" y="3008"/>
                </a:lnTo>
                <a:lnTo>
                  <a:pt x="2600" y="2971"/>
                </a:lnTo>
                <a:lnTo>
                  <a:pt x="2612" y="2933"/>
                </a:lnTo>
                <a:lnTo>
                  <a:pt x="2623" y="2895"/>
                </a:lnTo>
                <a:lnTo>
                  <a:pt x="2633" y="2855"/>
                </a:lnTo>
                <a:lnTo>
                  <a:pt x="2640" y="2816"/>
                </a:lnTo>
                <a:lnTo>
                  <a:pt x="2645" y="2775"/>
                </a:lnTo>
                <a:lnTo>
                  <a:pt x="2648" y="2734"/>
                </a:lnTo>
                <a:lnTo>
                  <a:pt x="2649" y="2692"/>
                </a:lnTo>
                <a:lnTo>
                  <a:pt x="1838" y="2692"/>
                </a:lnTo>
                <a:lnTo>
                  <a:pt x="1838" y="3503"/>
                </a:lnTo>
                <a:close/>
                <a:moveTo>
                  <a:pt x="4318" y="1839"/>
                </a:moveTo>
                <a:lnTo>
                  <a:pt x="3281" y="1839"/>
                </a:lnTo>
                <a:lnTo>
                  <a:pt x="3281" y="2150"/>
                </a:lnTo>
                <a:lnTo>
                  <a:pt x="4318" y="2150"/>
                </a:lnTo>
                <a:lnTo>
                  <a:pt x="4318" y="1839"/>
                </a:lnTo>
                <a:close/>
                <a:moveTo>
                  <a:pt x="4318" y="2411"/>
                </a:moveTo>
                <a:lnTo>
                  <a:pt x="3281" y="2411"/>
                </a:lnTo>
                <a:lnTo>
                  <a:pt x="3281" y="2723"/>
                </a:lnTo>
                <a:lnTo>
                  <a:pt x="4318" y="2723"/>
                </a:lnTo>
                <a:lnTo>
                  <a:pt x="4318" y="2411"/>
                </a:lnTo>
                <a:close/>
                <a:moveTo>
                  <a:pt x="4318" y="2983"/>
                </a:moveTo>
                <a:lnTo>
                  <a:pt x="3281" y="2983"/>
                </a:lnTo>
                <a:lnTo>
                  <a:pt x="3281" y="3295"/>
                </a:lnTo>
                <a:lnTo>
                  <a:pt x="4318" y="3295"/>
                </a:lnTo>
                <a:lnTo>
                  <a:pt x="4318" y="2983"/>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sp>
        <p:nvSpPr>
          <p:cNvPr id="21" name="KSO_Shape" descr="D:\51PPT模板网\51pptmoban.com\图片.jpg"/>
          <p:cNvSpPr/>
          <p:nvPr/>
        </p:nvSpPr>
        <p:spPr>
          <a:xfrm>
            <a:off x="10108081" y="3148493"/>
            <a:ext cx="526573" cy="504296"/>
          </a:xfrm>
          <a:custGeom>
            <a:avLst/>
            <a:gdLst/>
            <a:ahLst/>
            <a:cxnLst/>
            <a:rect l="l" t="t" r="r" b="b"/>
            <a:pathLst>
              <a:path w="1889279" h="1810503">
                <a:moveTo>
                  <a:pt x="1408636" y="1462945"/>
                </a:moveTo>
                <a:cubicBezTo>
                  <a:pt x="1471912" y="1494489"/>
                  <a:pt x="1528819" y="1532588"/>
                  <a:pt x="1575786" y="1578162"/>
                </a:cubicBezTo>
                <a:cubicBezTo>
                  <a:pt x="1467281" y="1672800"/>
                  <a:pt x="1335058" y="1742507"/>
                  <a:pt x="1188886" y="1779443"/>
                </a:cubicBezTo>
                <a:cubicBezTo>
                  <a:pt x="1278166" y="1700386"/>
                  <a:pt x="1353810" y="1592053"/>
                  <a:pt x="1408636" y="1462945"/>
                </a:cubicBezTo>
                <a:close/>
                <a:moveTo>
                  <a:pt x="494888" y="1445849"/>
                </a:moveTo>
                <a:cubicBezTo>
                  <a:pt x="556747" y="1590569"/>
                  <a:pt x="643865" y="1709702"/>
                  <a:pt x="747068" y="1790925"/>
                </a:cubicBezTo>
                <a:cubicBezTo>
                  <a:pt x="576321" y="1756303"/>
                  <a:pt x="422614" y="1677538"/>
                  <a:pt x="300900" y="1566189"/>
                </a:cubicBezTo>
                <a:cubicBezTo>
                  <a:pt x="355309" y="1517036"/>
                  <a:pt x="421005" y="1476420"/>
                  <a:pt x="494888" y="1445849"/>
                </a:cubicBezTo>
                <a:close/>
                <a:moveTo>
                  <a:pt x="900586" y="1355871"/>
                </a:moveTo>
                <a:lnTo>
                  <a:pt x="900586" y="1808904"/>
                </a:lnTo>
                <a:lnTo>
                  <a:pt x="884222" y="1808113"/>
                </a:lnTo>
                <a:cubicBezTo>
                  <a:pt x="745280" y="1742581"/>
                  <a:pt x="627378" y="1604992"/>
                  <a:pt x="551037" y="1423344"/>
                </a:cubicBezTo>
                <a:cubicBezTo>
                  <a:pt x="655969" y="1381011"/>
                  <a:pt x="774745" y="1357337"/>
                  <a:pt x="900586" y="1355871"/>
                </a:cubicBezTo>
                <a:close/>
                <a:moveTo>
                  <a:pt x="953521" y="1355186"/>
                </a:moveTo>
                <a:cubicBezTo>
                  <a:pt x="1099660" y="1356509"/>
                  <a:pt x="1236550" y="1386650"/>
                  <a:pt x="1354036" y="1440083"/>
                </a:cubicBezTo>
                <a:cubicBezTo>
                  <a:pt x="1283551" y="1605630"/>
                  <a:pt x="1178611" y="1734316"/>
                  <a:pt x="1054486" y="1804443"/>
                </a:cubicBezTo>
                <a:lnTo>
                  <a:pt x="953521" y="1810503"/>
                </a:lnTo>
                <a:close/>
                <a:moveTo>
                  <a:pt x="1517159" y="931303"/>
                </a:moveTo>
                <a:lnTo>
                  <a:pt x="1889279" y="931303"/>
                </a:lnTo>
                <a:cubicBezTo>
                  <a:pt x="1883282" y="1167646"/>
                  <a:pt x="1781715" y="1381244"/>
                  <a:pt x="1618873" y="1536894"/>
                </a:cubicBezTo>
                <a:cubicBezTo>
                  <a:pt x="1566437" y="1485571"/>
                  <a:pt x="1502786" y="1442774"/>
                  <a:pt x="1431939" y="1407715"/>
                </a:cubicBezTo>
                <a:cubicBezTo>
                  <a:pt x="1485774" y="1266553"/>
                  <a:pt x="1516428" y="1104135"/>
                  <a:pt x="1517159" y="931303"/>
                </a:cubicBezTo>
                <a:close/>
                <a:moveTo>
                  <a:pt x="953521" y="931303"/>
                </a:moveTo>
                <a:lnTo>
                  <a:pt x="1456842" y="931303"/>
                </a:lnTo>
                <a:cubicBezTo>
                  <a:pt x="1456123" y="1096196"/>
                  <a:pt x="1427268" y="1250986"/>
                  <a:pt x="1375819" y="1384691"/>
                </a:cubicBezTo>
                <a:cubicBezTo>
                  <a:pt x="1251537" y="1327928"/>
                  <a:pt x="1107288" y="1296191"/>
                  <a:pt x="953521" y="1294902"/>
                </a:cubicBezTo>
                <a:close/>
                <a:moveTo>
                  <a:pt x="448568" y="931303"/>
                </a:moveTo>
                <a:lnTo>
                  <a:pt x="900586" y="931303"/>
                </a:lnTo>
                <a:lnTo>
                  <a:pt x="900586" y="1295603"/>
                </a:lnTo>
                <a:cubicBezTo>
                  <a:pt x="766605" y="1297053"/>
                  <a:pt x="640053" y="1322469"/>
                  <a:pt x="528061" y="1368046"/>
                </a:cubicBezTo>
                <a:cubicBezTo>
                  <a:pt x="478984" y="1238632"/>
                  <a:pt x="450499" y="1089843"/>
                  <a:pt x="448568" y="931303"/>
                </a:cubicBezTo>
                <a:close/>
                <a:moveTo>
                  <a:pt x="0" y="931303"/>
                </a:moveTo>
                <a:lnTo>
                  <a:pt x="388264" y="931303"/>
                </a:lnTo>
                <a:cubicBezTo>
                  <a:pt x="390220" y="1097785"/>
                  <a:pt x="420532" y="1254193"/>
                  <a:pt x="473139" y="1390578"/>
                </a:cubicBezTo>
                <a:cubicBezTo>
                  <a:pt x="391203" y="1423988"/>
                  <a:pt x="318506" y="1469260"/>
                  <a:pt x="258353" y="1524144"/>
                </a:cubicBezTo>
                <a:cubicBezTo>
                  <a:pt x="102364" y="1370026"/>
                  <a:pt x="5849" y="1161456"/>
                  <a:pt x="0" y="931303"/>
                </a:cubicBezTo>
                <a:close/>
                <a:moveTo>
                  <a:pt x="536834" y="421694"/>
                </a:moveTo>
                <a:cubicBezTo>
                  <a:pt x="646682" y="464986"/>
                  <a:pt x="770110" y="489176"/>
                  <a:pt x="900586" y="490537"/>
                </a:cubicBezTo>
                <a:lnTo>
                  <a:pt x="900586" y="875390"/>
                </a:lnTo>
                <a:lnTo>
                  <a:pt x="448805" y="875390"/>
                </a:lnTo>
                <a:cubicBezTo>
                  <a:pt x="451150" y="709592"/>
                  <a:pt x="482649" y="554587"/>
                  <a:pt x="536834" y="421694"/>
                </a:cubicBezTo>
                <a:close/>
                <a:moveTo>
                  <a:pt x="1356131" y="409527"/>
                </a:moveTo>
                <a:cubicBezTo>
                  <a:pt x="1415590" y="544412"/>
                  <a:pt x="1451132" y="703874"/>
                  <a:pt x="1455052" y="875390"/>
                </a:cubicBezTo>
                <a:lnTo>
                  <a:pt x="953521" y="875390"/>
                </a:lnTo>
                <a:lnTo>
                  <a:pt x="953521" y="491238"/>
                </a:lnTo>
                <a:cubicBezTo>
                  <a:pt x="1099303" y="490092"/>
                  <a:pt x="1236528" y="461431"/>
                  <a:pt x="1356131" y="409527"/>
                </a:cubicBezTo>
                <a:close/>
                <a:moveTo>
                  <a:pt x="271202" y="273767"/>
                </a:moveTo>
                <a:cubicBezTo>
                  <a:pt x="330895" y="324894"/>
                  <a:pt x="401533" y="367494"/>
                  <a:pt x="480768" y="398692"/>
                </a:cubicBezTo>
                <a:cubicBezTo>
                  <a:pt x="424147" y="539118"/>
                  <a:pt x="390867" y="701724"/>
                  <a:pt x="388496" y="875390"/>
                </a:cubicBezTo>
                <a:lnTo>
                  <a:pt x="238" y="875390"/>
                </a:lnTo>
                <a:cubicBezTo>
                  <a:pt x="7162" y="640451"/>
                  <a:pt x="108645" y="428248"/>
                  <a:pt x="271202" y="273767"/>
                </a:cubicBezTo>
                <a:close/>
                <a:moveTo>
                  <a:pt x="1605567" y="261436"/>
                </a:moveTo>
                <a:cubicBezTo>
                  <a:pt x="1775300" y="417133"/>
                  <a:pt x="1881942" y="634296"/>
                  <a:pt x="1889035" y="875390"/>
                </a:cubicBezTo>
                <a:lnTo>
                  <a:pt x="1515364" y="875390"/>
                </a:lnTo>
                <a:cubicBezTo>
                  <a:pt x="1511419" y="696081"/>
                  <a:pt x="1474168" y="529014"/>
                  <a:pt x="1413107" y="386152"/>
                </a:cubicBezTo>
                <a:cubicBezTo>
                  <a:pt x="1485941" y="353453"/>
                  <a:pt x="1551126" y="311628"/>
                  <a:pt x="1605567" y="261436"/>
                </a:cubicBezTo>
                <a:close/>
                <a:moveTo>
                  <a:pt x="748157" y="19413"/>
                </a:moveTo>
                <a:cubicBezTo>
                  <a:pt x="649482" y="96557"/>
                  <a:pt x="565491" y="208310"/>
                  <a:pt x="504779" y="344256"/>
                </a:cubicBezTo>
                <a:cubicBezTo>
                  <a:pt x="432706" y="315858"/>
                  <a:pt x="368354" y="277545"/>
                  <a:pt x="313920" y="231604"/>
                </a:cubicBezTo>
                <a:cubicBezTo>
                  <a:pt x="434240" y="127070"/>
                  <a:pt x="583275" y="52667"/>
                  <a:pt x="748157" y="19413"/>
                </a:cubicBezTo>
                <a:close/>
                <a:moveTo>
                  <a:pt x="1137621" y="18543"/>
                </a:moveTo>
                <a:cubicBezTo>
                  <a:pt x="1297904" y="50310"/>
                  <a:pt x="1443338" y="120918"/>
                  <a:pt x="1562575" y="219802"/>
                </a:cubicBezTo>
                <a:cubicBezTo>
                  <a:pt x="1512842" y="265093"/>
                  <a:pt x="1453308" y="302843"/>
                  <a:pt x="1386970" y="332857"/>
                </a:cubicBezTo>
                <a:cubicBezTo>
                  <a:pt x="1323718" y="199817"/>
                  <a:pt x="1237626" y="91674"/>
                  <a:pt x="1137621" y="18543"/>
                </a:cubicBezTo>
                <a:close/>
                <a:moveTo>
                  <a:pt x="900586" y="1702"/>
                </a:moveTo>
                <a:lnTo>
                  <a:pt x="900586" y="430269"/>
                </a:lnTo>
                <a:cubicBezTo>
                  <a:pt x="778345" y="428899"/>
                  <a:pt x="662774" y="406468"/>
                  <a:pt x="560047" y="366408"/>
                </a:cubicBezTo>
                <a:cubicBezTo>
                  <a:pt x="637783" y="193348"/>
                  <a:pt x="753999" y="63227"/>
                  <a:pt x="890213" y="2203"/>
                </a:cubicBezTo>
                <a:close/>
                <a:moveTo>
                  <a:pt x="953521" y="0"/>
                </a:moveTo>
                <a:lnTo>
                  <a:pt x="981035" y="1330"/>
                </a:lnTo>
                <a:cubicBezTo>
                  <a:pt x="1124068" y="53565"/>
                  <a:pt x="1247786" y="180867"/>
                  <a:pt x="1332000" y="354889"/>
                </a:cubicBezTo>
                <a:cubicBezTo>
                  <a:pt x="1219743" y="403080"/>
                  <a:pt x="1090709" y="429800"/>
                  <a:pt x="953521" y="430954"/>
                </a:cubicBezTo>
                <a:close/>
              </a:path>
            </a:pathLst>
          </a:custGeom>
          <a:solidFill>
            <a:schemeClr val="bg1"/>
          </a:solidFill>
          <a:ln w="12700" cap="flat" cmpd="sng" algn="ctr">
            <a:noFill/>
            <a:prstDash val="solid"/>
            <a:miter lim="800000"/>
          </a:ln>
          <a:effectLst/>
        </p:spPr>
        <p:txBody>
          <a:bodyPr anchor="ctr">
            <a:scene3d>
              <a:camera prst="orthographicFront"/>
              <a:lightRig rig="threePt" dir="t"/>
            </a:scene3d>
            <a:sp3d contourW="12700">
              <a:contourClr>
                <a:srgbClr val="FFFFFF"/>
              </a:contourClr>
            </a:sp3d>
          </a:bodyPr>
          <a:lstStyle/>
          <a:p>
            <a:pPr algn="ctr" eaLnBrk="1" fontAlgn="auto" hangingPunct="1">
              <a:spcBef>
                <a:spcPct val="0"/>
              </a:spcBef>
              <a:spcAft>
                <a:spcPct val="0"/>
              </a:spcAft>
              <a:defRPr/>
            </a:pPr>
            <a:endParaRPr lang="zh-CN" altLang="en-US" sz="2400" kern="0">
              <a:solidFill>
                <a:schemeClr val="tx1">
                  <a:lumMod val="75000"/>
                  <a:lumOff val="25000"/>
                </a:schemeClr>
              </a:solidFill>
              <a:cs typeface="+mn-ea"/>
              <a:sym typeface="+mn-lt"/>
            </a:endParaRPr>
          </a:p>
        </p:txBody>
      </p:sp>
      <p:grpSp>
        <p:nvGrpSpPr>
          <p:cNvPr id="28" name="组合 27"/>
          <p:cNvGrpSpPr/>
          <p:nvPr/>
        </p:nvGrpSpPr>
        <p:grpSpPr>
          <a:xfrm>
            <a:off x="826590" y="4712805"/>
            <a:ext cx="10538822" cy="1137297"/>
            <a:chOff x="-3430985" y="2136377"/>
            <a:chExt cx="10538822" cy="1137297"/>
          </a:xfrm>
        </p:grpSpPr>
        <p:grpSp>
          <p:nvGrpSpPr>
            <p:cNvPr id="29" name="组合 28"/>
            <p:cNvGrpSpPr/>
            <p:nvPr/>
          </p:nvGrpSpPr>
          <p:grpSpPr>
            <a:xfrm>
              <a:off x="-3430985" y="2136377"/>
              <a:ext cx="3237410" cy="1137297"/>
              <a:chOff x="-10265708" y="1906534"/>
              <a:chExt cx="3237410" cy="1137297"/>
            </a:xfrm>
          </p:grpSpPr>
          <p:sp>
            <p:nvSpPr>
              <p:cNvPr id="33" name="文本框 32"/>
              <p:cNvSpPr txBox="1"/>
              <p:nvPr/>
            </p:nvSpPr>
            <p:spPr>
              <a:xfrm>
                <a:off x="-10265708" y="2219631"/>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en-US" altLang="zh-CN" dirty="0">
                    <a:solidFill>
                      <a:schemeClr val="tx1"/>
                    </a:solidFill>
                  </a:rPr>
                  <a:t>AI</a:t>
                </a:r>
                <a:r>
                  <a:rPr lang="zh-CN" altLang="en-US" dirty="0">
                    <a:solidFill>
                      <a:schemeClr val="tx1"/>
                    </a:solidFill>
                  </a:rPr>
                  <a:t>技术的普及使得音频和视频内容的真实性及其来源的可信度受到质疑，因为</a:t>
                </a:r>
                <a:r>
                  <a:rPr lang="en-US" altLang="zh-CN" dirty="0">
                    <a:solidFill>
                      <a:schemeClr val="tx1"/>
                    </a:solidFill>
                  </a:rPr>
                  <a:t>AI</a:t>
                </a:r>
                <a:r>
                  <a:rPr lang="zh-CN" altLang="en-US" dirty="0">
                    <a:solidFill>
                      <a:schemeClr val="tx1"/>
                    </a:solidFill>
                  </a:rPr>
                  <a:t>可以轻易生成虚假信息。</a:t>
                </a:r>
                <a:endParaRPr lang="en-US" altLang="zh-CN" dirty="0">
                  <a:solidFill>
                    <a:schemeClr val="tx1"/>
                  </a:solidFill>
                  <a:sym typeface="HarmonyOS Sans SC Light" panose="00000400000000000000" pitchFamily="2" charset="-122"/>
                </a:endParaRPr>
              </a:p>
            </p:txBody>
          </p:sp>
          <p:sp>
            <p:nvSpPr>
              <p:cNvPr id="34" name="文本框 33"/>
              <p:cNvSpPr txBox="1"/>
              <p:nvPr/>
            </p:nvSpPr>
            <p:spPr>
              <a:xfrm>
                <a:off x="-10265708" y="1906534"/>
                <a:ext cx="3237410"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solidFill>
                  </a:rPr>
                  <a:t>真实性和可信度下降</a:t>
                </a:r>
                <a:endParaRPr lang="zh-CN" altLang="en-US" dirty="0">
                  <a:solidFill>
                    <a:schemeClr val="tx1"/>
                  </a:solidFill>
                  <a:sym typeface="HarmonyOS Sans SC Light" panose="00000400000000000000" pitchFamily="2" charset="-122"/>
                </a:endParaRPr>
              </a:p>
            </p:txBody>
          </p:sp>
        </p:grpSp>
        <p:grpSp>
          <p:nvGrpSpPr>
            <p:cNvPr id="30" name="组合 29"/>
            <p:cNvGrpSpPr/>
            <p:nvPr/>
          </p:nvGrpSpPr>
          <p:grpSpPr>
            <a:xfrm>
              <a:off x="3958328" y="2136377"/>
              <a:ext cx="3149509" cy="1137297"/>
              <a:chOff x="2558104" y="1906534"/>
              <a:chExt cx="3149509" cy="1137297"/>
            </a:xfrm>
          </p:grpSpPr>
          <p:sp>
            <p:nvSpPr>
              <p:cNvPr id="31" name="文本框 30"/>
              <p:cNvSpPr txBox="1"/>
              <p:nvPr/>
            </p:nvSpPr>
            <p:spPr>
              <a:xfrm>
                <a:off x="2558104" y="2219631"/>
                <a:ext cx="3149509"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solidFill>
                  </a:rPr>
                  <a:t>持续的不信任感可能导致信息孤岛现象加剧，人们可能只信任符合自己先入为主观点的信息源，忽视或排斥其他观点。</a:t>
                </a:r>
                <a:endParaRPr lang="en-US" altLang="zh-CN" dirty="0">
                  <a:solidFill>
                    <a:schemeClr val="tx1"/>
                  </a:solidFill>
                  <a:sym typeface="HarmonyOS Sans SC Light" panose="00000400000000000000" pitchFamily="2" charset="-122"/>
                </a:endParaRPr>
              </a:p>
            </p:txBody>
          </p:sp>
          <p:sp>
            <p:nvSpPr>
              <p:cNvPr id="32" name="文本框 31"/>
              <p:cNvSpPr txBox="1"/>
              <p:nvPr/>
            </p:nvSpPr>
            <p:spPr>
              <a:xfrm>
                <a:off x="3472046"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solidFill>
                  </a:rPr>
                  <a:t>信息孤岛</a:t>
                </a:r>
                <a:endParaRPr lang="zh-CN" altLang="en-US" dirty="0">
                  <a:solidFill>
                    <a:schemeClr val="tx1"/>
                  </a:solidFill>
                  <a:sym typeface="HarmonyOS Sans SC Light" panose="00000400000000000000" pitchFamily="2" charset="-122"/>
                </a:endParaRPr>
              </a:p>
            </p:txBody>
          </p:sp>
        </p:grpSp>
      </p:grpSp>
      <p:grpSp>
        <p:nvGrpSpPr>
          <p:cNvPr id="37" name="组合 36"/>
          <p:cNvGrpSpPr/>
          <p:nvPr/>
        </p:nvGrpSpPr>
        <p:grpSpPr>
          <a:xfrm>
            <a:off x="4673228" y="5040252"/>
            <a:ext cx="3180434" cy="1137297"/>
            <a:chOff x="7928353" y="1945493"/>
            <a:chExt cx="3180434" cy="1137297"/>
          </a:xfrm>
        </p:grpSpPr>
        <p:sp>
          <p:nvSpPr>
            <p:cNvPr id="35" name="文本框 34"/>
            <p:cNvSpPr txBox="1"/>
            <p:nvPr/>
          </p:nvSpPr>
          <p:spPr>
            <a:xfrm>
              <a:off x="7928353" y="2258590"/>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dirty="0">
                  <a:solidFill>
                    <a:schemeClr val="tx1"/>
                  </a:solidFill>
                </a:rPr>
                <a:t>如果公众对于知名或权威人物的音像资料的真实性持怀疑态度，这种不信任可能扩展到对其他重要信息源的怀疑，如媒体和政府声明等。</a:t>
              </a:r>
              <a:endParaRPr lang="en-US" altLang="zh-CN" dirty="0">
                <a:solidFill>
                  <a:schemeClr val="tx1"/>
                </a:solidFill>
                <a:sym typeface="HarmonyOS Sans SC Light" panose="00000400000000000000" pitchFamily="2" charset="-122"/>
              </a:endParaRPr>
            </a:p>
          </p:txBody>
        </p:sp>
        <p:sp>
          <p:nvSpPr>
            <p:cNvPr id="36" name="文本框 35"/>
            <p:cNvSpPr txBox="1"/>
            <p:nvPr/>
          </p:nvSpPr>
          <p:spPr>
            <a:xfrm>
              <a:off x="8400786" y="1945493"/>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dirty="0">
                  <a:solidFill>
                    <a:schemeClr val="tx1"/>
                  </a:solidFill>
                </a:rPr>
                <a:t>对权威的信任危机</a:t>
              </a:r>
              <a:endParaRPr lang="zh-CN" altLang="en-US" dirty="0">
                <a:solidFill>
                  <a:schemeClr val="tx1"/>
                </a:solidFill>
                <a:sym typeface="HarmonyOS Sans SC Light" panose="00000400000000000000" pitchFamily="2" charset="-122"/>
              </a:endParaRPr>
            </a:p>
          </p:txBody>
        </p:sp>
      </p:grpSp>
      <p:grpSp>
        <p:nvGrpSpPr>
          <p:cNvPr id="41" name="组合 40"/>
          <p:cNvGrpSpPr/>
          <p:nvPr/>
        </p:nvGrpSpPr>
        <p:grpSpPr>
          <a:xfrm>
            <a:off x="2152407" y="1420566"/>
            <a:ext cx="3180434" cy="1137297"/>
            <a:chOff x="7928353" y="1945493"/>
            <a:chExt cx="3180434" cy="1137297"/>
          </a:xfrm>
        </p:grpSpPr>
        <p:sp>
          <p:nvSpPr>
            <p:cNvPr id="42" name="文本框 41"/>
            <p:cNvSpPr txBox="1"/>
            <p:nvPr/>
          </p:nvSpPr>
          <p:spPr>
            <a:xfrm>
              <a:off x="7928353" y="2258590"/>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dirty="0">
                  <a:solidFill>
                    <a:schemeClr val="tx1"/>
                  </a:solidFill>
                </a:rPr>
                <a:t>随着</a:t>
              </a:r>
              <a:r>
                <a:rPr lang="en-US" altLang="zh-CN" dirty="0">
                  <a:solidFill>
                    <a:schemeClr val="tx1"/>
                  </a:solidFill>
                </a:rPr>
                <a:t>AI</a:t>
              </a:r>
              <a:r>
                <a:rPr lang="zh-CN" altLang="en-US" dirty="0">
                  <a:solidFill>
                    <a:schemeClr val="tx1"/>
                  </a:solidFill>
                </a:rPr>
                <a:t>生成内容的增加，公众可能对所有音视频信息持怀疑态度，这不仅影响了个体对信息的信任度，也可能对社会信任机制产生更广泛的影响。</a:t>
              </a:r>
              <a:endParaRPr lang="en-US" altLang="zh-CN" dirty="0">
                <a:solidFill>
                  <a:schemeClr val="tx1"/>
                </a:solidFill>
                <a:sym typeface="HarmonyOS Sans SC Light" panose="00000400000000000000" pitchFamily="2" charset="-122"/>
              </a:endParaRPr>
            </a:p>
          </p:txBody>
        </p:sp>
        <p:sp>
          <p:nvSpPr>
            <p:cNvPr id="43" name="文本框 42"/>
            <p:cNvSpPr txBox="1"/>
            <p:nvPr/>
          </p:nvSpPr>
          <p:spPr>
            <a:xfrm>
              <a:off x="8400786" y="1945493"/>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dirty="0">
                  <a:solidFill>
                    <a:schemeClr val="tx1"/>
                  </a:solidFill>
                </a:rPr>
                <a:t>公众怀疑</a:t>
              </a:r>
              <a:endParaRPr lang="zh-CN" altLang="en-US" dirty="0">
                <a:solidFill>
                  <a:schemeClr val="tx1"/>
                </a:solidFill>
                <a:sym typeface="HarmonyOS Sans SC Light" panose="00000400000000000000" pitchFamily="2" charset="-122"/>
              </a:endParaRPr>
            </a:p>
          </p:txBody>
        </p:sp>
      </p:grpSp>
      <p:grpSp>
        <p:nvGrpSpPr>
          <p:cNvPr id="44" name="组合 43"/>
          <p:cNvGrpSpPr/>
          <p:nvPr/>
        </p:nvGrpSpPr>
        <p:grpSpPr>
          <a:xfrm>
            <a:off x="6842145" y="1416659"/>
            <a:ext cx="3180434" cy="1137297"/>
            <a:chOff x="7928353" y="1945493"/>
            <a:chExt cx="3180434" cy="1137297"/>
          </a:xfrm>
        </p:grpSpPr>
        <p:sp>
          <p:nvSpPr>
            <p:cNvPr id="45" name="文本框 44"/>
            <p:cNvSpPr txBox="1"/>
            <p:nvPr/>
          </p:nvSpPr>
          <p:spPr>
            <a:xfrm>
              <a:off x="7928353" y="2258590"/>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dirty="0">
                  <a:solidFill>
                    <a:schemeClr val="tx1"/>
                  </a:solidFill>
                </a:rPr>
                <a:t>信任是社会稳定和顺利运作的基础。缺乏信任不仅导致信息传播障碍，还可能引起社会不安和分裂。</a:t>
              </a:r>
              <a:endParaRPr lang="en-US" altLang="zh-CN" dirty="0">
                <a:solidFill>
                  <a:schemeClr val="tx1"/>
                </a:solidFill>
                <a:sym typeface="HarmonyOS Sans SC Light" panose="00000400000000000000" pitchFamily="2" charset="-122"/>
              </a:endParaRPr>
            </a:p>
          </p:txBody>
        </p:sp>
        <p:sp>
          <p:nvSpPr>
            <p:cNvPr id="46" name="文本框 45"/>
            <p:cNvSpPr txBox="1"/>
            <p:nvPr/>
          </p:nvSpPr>
          <p:spPr>
            <a:xfrm>
              <a:off x="8400786" y="1945493"/>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zh-CN" altLang="en-US" dirty="0">
                  <a:solidFill>
                    <a:schemeClr val="tx1"/>
                  </a:solidFill>
                </a:rPr>
                <a:t>社会影响</a:t>
              </a:r>
              <a:endParaRPr lang="zh-CN" altLang="en-US" dirty="0">
                <a:solidFill>
                  <a:schemeClr val="tx1"/>
                </a:solidFill>
                <a:sym typeface="HarmonyOS Sans SC Light" panose="000004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图形 13"/>
          <p:cNvGrpSpPr/>
          <p:nvPr/>
        </p:nvGrpSpPr>
        <p:grpSpPr>
          <a:xfrm flipV="1">
            <a:off x="-24272" y="4739259"/>
            <a:ext cx="1827657" cy="3245548"/>
            <a:chOff x="1619011" y="5026485"/>
            <a:chExt cx="1827657" cy="3245548"/>
          </a:xfrm>
        </p:grpSpPr>
        <p:sp>
          <p:nvSpPr>
            <p:cNvPr id="72" name="任意多边形: 形状 71"/>
            <p:cNvSpPr/>
            <p:nvPr/>
          </p:nvSpPr>
          <p:spPr>
            <a:xfrm>
              <a:off x="2228516" y="7216758"/>
              <a:ext cx="609076" cy="703802"/>
            </a:xfrm>
            <a:custGeom>
              <a:avLst/>
              <a:gdLst>
                <a:gd name="connsiteX0" fmla="*/ 609076 w 609076"/>
                <a:gd name="connsiteY0" fmla="*/ 351902 h 703802"/>
                <a:gd name="connsiteX1" fmla="*/ 0 w 609076"/>
                <a:gd name="connsiteY1" fmla="*/ 0 h 703802"/>
                <a:gd name="connsiteX2" fmla="*/ 0 w 609076"/>
                <a:gd name="connsiteY2" fmla="*/ 703803 h 703802"/>
              </a:gdLst>
              <a:ahLst/>
              <a:cxnLst>
                <a:cxn ang="0">
                  <a:pos x="connsiteX0" y="connsiteY0"/>
                </a:cxn>
                <a:cxn ang="0">
                  <a:pos x="connsiteX1" y="connsiteY1"/>
                </a:cxn>
                <a:cxn ang="0">
                  <a:pos x="connsiteX2" y="connsiteY2"/>
                </a:cxn>
              </a:cxnLst>
              <a:rect l="l" t="t" r="r" b="b"/>
              <a:pathLst>
                <a:path w="609076" h="703802">
                  <a:moveTo>
                    <a:pt x="609076" y="351902"/>
                  </a:moveTo>
                  <a:lnTo>
                    <a:pt x="0" y="0"/>
                  </a:lnTo>
                  <a:lnTo>
                    <a:pt x="0" y="703803"/>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3" name="任意多边形: 形状 72"/>
            <p:cNvSpPr/>
            <p:nvPr/>
          </p:nvSpPr>
          <p:spPr>
            <a:xfrm>
              <a:off x="1619011" y="6865286"/>
              <a:ext cx="609504" cy="703374"/>
            </a:xfrm>
            <a:custGeom>
              <a:avLst/>
              <a:gdLst>
                <a:gd name="connsiteX0" fmla="*/ 609505 w 609504"/>
                <a:gd name="connsiteY0" fmla="*/ 351473 h 703374"/>
                <a:gd name="connsiteX1" fmla="*/ 0 w 609504"/>
                <a:gd name="connsiteY1" fmla="*/ 0 h 703374"/>
                <a:gd name="connsiteX2" fmla="*/ 0 w 609504"/>
                <a:gd name="connsiteY2" fmla="*/ 703374 h 703374"/>
              </a:gdLst>
              <a:ahLst/>
              <a:cxnLst>
                <a:cxn ang="0">
                  <a:pos x="connsiteX0" y="connsiteY0"/>
                </a:cxn>
                <a:cxn ang="0">
                  <a:pos x="connsiteX1" y="connsiteY1"/>
                </a:cxn>
                <a:cxn ang="0">
                  <a:pos x="connsiteX2" y="connsiteY2"/>
                </a:cxn>
              </a:cxnLst>
              <a:rect l="l" t="t" r="r" b="b"/>
              <a:pathLst>
                <a:path w="609504" h="703374">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4" name="任意多边形: 形状 73"/>
            <p:cNvSpPr/>
            <p:nvPr/>
          </p:nvSpPr>
          <p:spPr>
            <a:xfrm>
              <a:off x="2228516" y="6513385"/>
              <a:ext cx="609076" cy="703373"/>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5" name="任意多边形: 形状 74"/>
            <p:cNvSpPr/>
            <p:nvPr/>
          </p:nvSpPr>
          <p:spPr>
            <a:xfrm>
              <a:off x="2837592" y="6161484"/>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76" name="任意多边形: 形状 75"/>
            <p:cNvSpPr/>
            <p:nvPr/>
          </p:nvSpPr>
          <p:spPr>
            <a:xfrm>
              <a:off x="2228516" y="5810011"/>
              <a:ext cx="609076" cy="703373"/>
            </a:xfrm>
            <a:custGeom>
              <a:avLst/>
              <a:gdLst>
                <a:gd name="connsiteX0" fmla="*/ 609076 w 609076"/>
                <a:gd name="connsiteY0" fmla="*/ 351473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7" name="任意多边形: 形状 76"/>
            <p:cNvSpPr/>
            <p:nvPr/>
          </p:nvSpPr>
          <p:spPr>
            <a:xfrm>
              <a:off x="1619011" y="545811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8" name="任意多边形: 形状 77"/>
            <p:cNvSpPr/>
            <p:nvPr/>
          </p:nvSpPr>
          <p:spPr>
            <a:xfrm>
              <a:off x="2228516" y="5106209"/>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9" name="任意多边形: 形状 78"/>
            <p:cNvSpPr/>
            <p:nvPr/>
          </p:nvSpPr>
          <p:spPr>
            <a:xfrm>
              <a:off x="1619011" y="756866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0" name="任意多边形: 形状 79"/>
            <p:cNvSpPr/>
            <p:nvPr/>
          </p:nvSpPr>
          <p:spPr>
            <a:xfrm>
              <a:off x="1619011" y="6161484"/>
              <a:ext cx="609504" cy="703802"/>
            </a:xfrm>
            <a:custGeom>
              <a:avLst/>
              <a:gdLst>
                <a:gd name="connsiteX0" fmla="*/ 609505 w 609504"/>
                <a:gd name="connsiteY0" fmla="*/ 351901 h 703802"/>
                <a:gd name="connsiteX1" fmla="*/ 0 w 609504"/>
                <a:gd name="connsiteY1" fmla="*/ 0 h 703802"/>
                <a:gd name="connsiteX2" fmla="*/ 0 w 609504"/>
                <a:gd name="connsiteY2" fmla="*/ 703802 h 703802"/>
              </a:gdLst>
              <a:ahLst/>
              <a:cxnLst>
                <a:cxn ang="0">
                  <a:pos x="connsiteX0" y="connsiteY0"/>
                </a:cxn>
                <a:cxn ang="0">
                  <a:pos x="connsiteX1" y="connsiteY1"/>
                </a:cxn>
                <a:cxn ang="0">
                  <a:pos x="connsiteX2" y="connsiteY2"/>
                </a:cxn>
              </a:cxnLst>
              <a:rect l="l" t="t" r="r" b="b"/>
              <a:pathLst>
                <a:path w="609504" h="703802">
                  <a:moveTo>
                    <a:pt x="609505"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1" name="任意多边形: 形状 80"/>
            <p:cNvSpPr/>
            <p:nvPr/>
          </p:nvSpPr>
          <p:spPr>
            <a:xfrm>
              <a:off x="1619011" y="7216758"/>
              <a:ext cx="609504" cy="703802"/>
            </a:xfrm>
            <a:custGeom>
              <a:avLst/>
              <a:gdLst>
                <a:gd name="connsiteX0" fmla="*/ 0 w 609504"/>
                <a:gd name="connsiteY0" fmla="*/ 351902 h 703802"/>
                <a:gd name="connsiteX1" fmla="*/ 609505 w 609504"/>
                <a:gd name="connsiteY1" fmla="*/ 703803 h 703802"/>
                <a:gd name="connsiteX2" fmla="*/ 609505 w 609504"/>
                <a:gd name="connsiteY2" fmla="*/ 0 h 703802"/>
              </a:gdLst>
              <a:ahLst/>
              <a:cxnLst>
                <a:cxn ang="0">
                  <a:pos x="connsiteX0" y="connsiteY0"/>
                </a:cxn>
                <a:cxn ang="0">
                  <a:pos x="connsiteX1" y="connsiteY1"/>
                </a:cxn>
                <a:cxn ang="0">
                  <a:pos x="connsiteX2" y="connsiteY2"/>
                </a:cxn>
              </a:cxnLst>
              <a:rect l="l" t="t" r="r" b="b"/>
              <a:pathLst>
                <a:path w="609504" h="703802">
                  <a:moveTo>
                    <a:pt x="0" y="351902"/>
                  </a:moveTo>
                  <a:lnTo>
                    <a:pt x="609505" y="703803"/>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5" name="任意多边形: 形状 84"/>
            <p:cNvSpPr/>
            <p:nvPr/>
          </p:nvSpPr>
          <p:spPr>
            <a:xfrm>
              <a:off x="1619011" y="6513385"/>
              <a:ext cx="609504" cy="703373"/>
            </a:xfrm>
            <a:custGeom>
              <a:avLst/>
              <a:gdLst>
                <a:gd name="connsiteX0" fmla="*/ 0 w 609504"/>
                <a:gd name="connsiteY0" fmla="*/ 351901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6" name="任意多边形: 形状 85"/>
            <p:cNvSpPr/>
            <p:nvPr/>
          </p:nvSpPr>
          <p:spPr>
            <a:xfrm>
              <a:off x="2228516" y="6161484"/>
              <a:ext cx="609076" cy="703802"/>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7" name="任意多边形: 形状 86"/>
            <p:cNvSpPr/>
            <p:nvPr/>
          </p:nvSpPr>
          <p:spPr>
            <a:xfrm>
              <a:off x="1619011" y="5810011"/>
              <a:ext cx="609504" cy="703373"/>
            </a:xfrm>
            <a:custGeom>
              <a:avLst/>
              <a:gdLst>
                <a:gd name="connsiteX0" fmla="*/ 0 w 609504"/>
                <a:gd name="connsiteY0" fmla="*/ 351473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473"/>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8" name="任意多边形: 形状 87"/>
            <p:cNvSpPr/>
            <p:nvPr/>
          </p:nvSpPr>
          <p:spPr>
            <a:xfrm>
              <a:off x="1622868" y="5026485"/>
              <a:ext cx="478774" cy="552926"/>
            </a:xfrm>
            <a:custGeom>
              <a:avLst/>
              <a:gdLst>
                <a:gd name="connsiteX0" fmla="*/ 0 w 478774"/>
                <a:gd name="connsiteY0" fmla="*/ 276463 h 552926"/>
                <a:gd name="connsiteX1" fmla="*/ 478774 w 478774"/>
                <a:gd name="connsiteY1" fmla="*/ 552926 h 552926"/>
                <a:gd name="connsiteX2" fmla="*/ 478774 w 478774"/>
                <a:gd name="connsiteY2" fmla="*/ 0 h 552926"/>
              </a:gdLst>
              <a:ahLst/>
              <a:cxnLst>
                <a:cxn ang="0">
                  <a:pos x="connsiteX0" y="connsiteY0"/>
                </a:cxn>
                <a:cxn ang="0">
                  <a:pos x="connsiteX1" y="connsiteY1"/>
                </a:cxn>
                <a:cxn ang="0">
                  <a:pos x="connsiteX2" y="connsiteY2"/>
                </a:cxn>
              </a:cxnLst>
              <a:rect l="l" t="t" r="r" b="b"/>
              <a:pathLst>
                <a:path w="478774" h="552926">
                  <a:moveTo>
                    <a:pt x="0" y="276463"/>
                  </a:moveTo>
                  <a:lnTo>
                    <a:pt x="478774" y="552926"/>
                  </a:lnTo>
                  <a:lnTo>
                    <a:pt x="478774"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9" name="任意多边形: 形状 88"/>
            <p:cNvSpPr/>
            <p:nvPr/>
          </p:nvSpPr>
          <p:spPr>
            <a:xfrm>
              <a:off x="2460830" y="5592270"/>
              <a:ext cx="376761" cy="435054"/>
            </a:xfrm>
            <a:custGeom>
              <a:avLst/>
              <a:gdLst>
                <a:gd name="connsiteX0" fmla="*/ 0 w 376761"/>
                <a:gd name="connsiteY0" fmla="*/ 217742 h 435054"/>
                <a:gd name="connsiteX1" fmla="*/ 376761 w 376761"/>
                <a:gd name="connsiteY1" fmla="*/ 435054 h 435054"/>
                <a:gd name="connsiteX2" fmla="*/ 376761 w 376761"/>
                <a:gd name="connsiteY2" fmla="*/ 0 h 435054"/>
              </a:gdLst>
              <a:ahLst/>
              <a:cxnLst>
                <a:cxn ang="0">
                  <a:pos x="connsiteX0" y="connsiteY0"/>
                </a:cxn>
                <a:cxn ang="0">
                  <a:pos x="connsiteX1" y="connsiteY1"/>
                </a:cxn>
                <a:cxn ang="0">
                  <a:pos x="connsiteX2" y="connsiteY2"/>
                </a:cxn>
              </a:cxnLst>
              <a:rect l="l" t="t" r="r" b="b"/>
              <a:pathLst>
                <a:path w="376761" h="435054">
                  <a:moveTo>
                    <a:pt x="0" y="217742"/>
                  </a:moveTo>
                  <a:lnTo>
                    <a:pt x="376761" y="435054"/>
                  </a:lnTo>
                  <a:lnTo>
                    <a:pt x="376761" y="0"/>
                  </a:lnTo>
                  <a:close/>
                </a:path>
              </a:pathLst>
            </a:custGeom>
            <a:solidFill>
              <a:schemeClr val="bg1"/>
            </a:solidFill>
            <a:ln w="4286" cap="flat">
              <a:solidFill>
                <a:srgbClr val="002DB0"/>
              </a:solidFill>
              <a:prstDash val="solid"/>
              <a:miter/>
            </a:ln>
          </p:spPr>
          <p:txBody>
            <a:bodyPr rtlCol="0" anchor="ctr"/>
            <a:lstStyle/>
            <a:p>
              <a:endParaRPr lang="zh-CN" altLang="en-US"/>
            </a:p>
          </p:txBody>
        </p:sp>
      </p:grpSp>
      <p:sp>
        <p:nvSpPr>
          <p:cNvPr id="97" name="任意多边形: 形状 96"/>
          <p:cNvSpPr/>
          <p:nvPr/>
        </p:nvSpPr>
        <p:spPr>
          <a:xfrm rot="10800000" flipH="1">
            <a:off x="11354073" y="1459037"/>
            <a:ext cx="850728" cy="981746"/>
          </a:xfrm>
          <a:custGeom>
            <a:avLst/>
            <a:gdLst>
              <a:gd name="connsiteX0" fmla="*/ 0 w 609505"/>
              <a:gd name="connsiteY0" fmla="*/ 351472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472"/>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8" name="任意多边形: 形状 97"/>
          <p:cNvSpPr/>
          <p:nvPr/>
        </p:nvSpPr>
        <p:spPr>
          <a:xfrm rot="10800000" flipH="1">
            <a:off x="10503943" y="967865"/>
            <a:ext cx="850129" cy="982345"/>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9" name="任意多边形: 形状 98"/>
          <p:cNvSpPr/>
          <p:nvPr/>
        </p:nvSpPr>
        <p:spPr>
          <a:xfrm rot="10800000" flipH="1">
            <a:off x="9653814" y="47729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0" name="任意多边形: 形状 99"/>
          <p:cNvSpPr/>
          <p:nvPr/>
        </p:nvSpPr>
        <p:spPr>
          <a:xfrm rot="10800000" flipH="1">
            <a:off x="10503943" y="-13883"/>
            <a:ext cx="850129" cy="981746"/>
          </a:xfrm>
          <a:custGeom>
            <a:avLst/>
            <a:gdLst>
              <a:gd name="connsiteX0" fmla="*/ 0 w 609076"/>
              <a:gd name="connsiteY0" fmla="*/ 351473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473"/>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2" name="任意多边形: 形状 101"/>
          <p:cNvSpPr/>
          <p:nvPr/>
        </p:nvSpPr>
        <p:spPr>
          <a:xfrm rot="10800000" flipH="1">
            <a:off x="10503943" y="-995629"/>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3" name="任意多边形: 形状 102"/>
          <p:cNvSpPr/>
          <p:nvPr/>
        </p:nvSpPr>
        <p:spPr>
          <a:xfrm rot="10800000" flipH="1">
            <a:off x="11354073" y="2440783"/>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4" name="任意多边形: 形状 103"/>
          <p:cNvSpPr/>
          <p:nvPr/>
        </p:nvSpPr>
        <p:spPr>
          <a:xfrm rot="10800000" flipH="1">
            <a:off x="11354073" y="47729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5" name="任意多边形: 形状 104"/>
          <p:cNvSpPr/>
          <p:nvPr/>
        </p:nvSpPr>
        <p:spPr>
          <a:xfrm rot="10800000" flipH="1">
            <a:off x="11354073" y="1950210"/>
            <a:ext cx="850728" cy="981746"/>
          </a:xfrm>
          <a:custGeom>
            <a:avLst/>
            <a:gdLst>
              <a:gd name="connsiteX0" fmla="*/ 609505 w 609505"/>
              <a:gd name="connsiteY0" fmla="*/ 351901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8" name="任意多边形: 形状 107"/>
          <p:cNvSpPr/>
          <p:nvPr/>
        </p:nvSpPr>
        <p:spPr>
          <a:xfrm rot="10800000" flipH="1">
            <a:off x="11354073" y="2931957"/>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1" name="任意多边形: 形状 110"/>
          <p:cNvSpPr/>
          <p:nvPr/>
        </p:nvSpPr>
        <p:spPr>
          <a:xfrm rot="10800000" flipH="1">
            <a:off x="11354073" y="-13883"/>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2" name="任意多边形: 形状 111"/>
          <p:cNvSpPr/>
          <p:nvPr/>
        </p:nvSpPr>
        <p:spPr>
          <a:xfrm rot="10800000" flipH="1">
            <a:off x="11531158" y="-1107504"/>
            <a:ext cx="668258" cy="771756"/>
          </a:xfrm>
          <a:custGeom>
            <a:avLst/>
            <a:gdLst>
              <a:gd name="connsiteX0" fmla="*/ 478774 w 478774"/>
              <a:gd name="connsiteY0" fmla="*/ 276463 h 552925"/>
              <a:gd name="connsiteX1" fmla="*/ 0 w 478774"/>
              <a:gd name="connsiteY1" fmla="*/ 0 h 552925"/>
              <a:gd name="connsiteX2" fmla="*/ 0 w 478774"/>
              <a:gd name="connsiteY2" fmla="*/ 552926 h 552925"/>
            </a:gdLst>
            <a:ahLst/>
            <a:cxnLst>
              <a:cxn ang="0">
                <a:pos x="connsiteX0" y="connsiteY0"/>
              </a:cxn>
              <a:cxn ang="0">
                <a:pos x="connsiteX1" y="connsiteY1"/>
              </a:cxn>
              <a:cxn ang="0">
                <a:pos x="connsiteX2" y="connsiteY2"/>
              </a:cxn>
            </a:cxnLst>
            <a:rect l="l" t="t" r="r" b="b"/>
            <a:pathLst>
              <a:path w="478774" h="552925">
                <a:moveTo>
                  <a:pt x="478774" y="276463"/>
                </a:moveTo>
                <a:lnTo>
                  <a:pt x="0" y="0"/>
                </a:lnTo>
                <a:lnTo>
                  <a:pt x="0" y="552926"/>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3" name="任意多边形: 形状 112"/>
          <p:cNvSpPr/>
          <p:nvPr/>
        </p:nvSpPr>
        <p:spPr>
          <a:xfrm rot="10800000" flipH="1">
            <a:off x="10503943" y="-317800"/>
            <a:ext cx="525871" cy="607834"/>
          </a:xfrm>
          <a:custGeom>
            <a:avLst/>
            <a:gdLst>
              <a:gd name="connsiteX0" fmla="*/ 376761 w 376761"/>
              <a:gd name="connsiteY0" fmla="*/ 217742 h 435483"/>
              <a:gd name="connsiteX1" fmla="*/ 0 w 376761"/>
              <a:gd name="connsiteY1" fmla="*/ 0 h 435483"/>
              <a:gd name="connsiteX2" fmla="*/ 0 w 376761"/>
              <a:gd name="connsiteY2" fmla="*/ 435483 h 435483"/>
            </a:gdLst>
            <a:ahLst/>
            <a:cxnLst>
              <a:cxn ang="0">
                <a:pos x="connsiteX0" y="connsiteY0"/>
              </a:cxn>
              <a:cxn ang="0">
                <a:pos x="connsiteX1" y="connsiteY1"/>
              </a:cxn>
              <a:cxn ang="0">
                <a:pos x="connsiteX2" y="connsiteY2"/>
              </a:cxn>
            </a:cxnLst>
            <a:rect l="l" t="t" r="r" b="b"/>
            <a:pathLst>
              <a:path w="376761" h="435483">
                <a:moveTo>
                  <a:pt x="376761" y="217742"/>
                </a:moveTo>
                <a:lnTo>
                  <a:pt x="0" y="0"/>
                </a:lnTo>
                <a:lnTo>
                  <a:pt x="0" y="435483"/>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96" name="任意多边形: 形状 95"/>
          <p:cNvSpPr/>
          <p:nvPr/>
        </p:nvSpPr>
        <p:spPr>
          <a:xfrm rot="10800000" flipH="1">
            <a:off x="10503943" y="195021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1" name="任意多边形: 形状 100"/>
          <p:cNvSpPr/>
          <p:nvPr/>
        </p:nvSpPr>
        <p:spPr>
          <a:xfrm rot="10800000" flipH="1">
            <a:off x="11354073" y="-505055"/>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7" name="任意多边形: 形状 106"/>
          <p:cNvSpPr/>
          <p:nvPr/>
        </p:nvSpPr>
        <p:spPr>
          <a:xfrm rot="10800000" flipH="1">
            <a:off x="11354073" y="342313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9" name="任意多边形: 形状 108"/>
          <p:cNvSpPr/>
          <p:nvPr/>
        </p:nvSpPr>
        <p:spPr>
          <a:xfrm rot="10800000" flipH="1">
            <a:off x="11354073" y="967865"/>
            <a:ext cx="850728" cy="982345"/>
          </a:xfrm>
          <a:custGeom>
            <a:avLst/>
            <a:gdLst>
              <a:gd name="connsiteX0" fmla="*/ 609505 w 609505"/>
              <a:gd name="connsiteY0" fmla="*/ 351901 h 703802"/>
              <a:gd name="connsiteX1" fmla="*/ 0 w 609505"/>
              <a:gd name="connsiteY1" fmla="*/ 0 h 703802"/>
              <a:gd name="connsiteX2" fmla="*/ 0 w 609505"/>
              <a:gd name="connsiteY2" fmla="*/ 703802 h 703802"/>
            </a:gdLst>
            <a:ahLst/>
            <a:cxnLst>
              <a:cxn ang="0">
                <a:pos x="connsiteX0" y="connsiteY0"/>
              </a:cxn>
              <a:cxn ang="0">
                <a:pos x="connsiteX1" y="connsiteY1"/>
              </a:cxn>
              <a:cxn ang="0">
                <a:pos x="connsiteX2" y="connsiteY2"/>
              </a:cxn>
            </a:cxnLst>
            <a:rect l="l" t="t" r="r" b="b"/>
            <a:pathLst>
              <a:path w="609505" h="703802">
                <a:moveTo>
                  <a:pt x="609505" y="351901"/>
                </a:moveTo>
                <a:lnTo>
                  <a:pt x="0" y="0"/>
                </a:lnTo>
                <a:lnTo>
                  <a:pt x="0" y="703802"/>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10" name="任意多边形: 形状 109"/>
          <p:cNvSpPr/>
          <p:nvPr/>
        </p:nvSpPr>
        <p:spPr>
          <a:xfrm rot="10800000" flipH="1">
            <a:off x="10503943" y="477290"/>
            <a:ext cx="850129" cy="981746"/>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4" name="文本框 3"/>
          <p:cNvSpPr txBox="1"/>
          <p:nvPr/>
        </p:nvSpPr>
        <p:spPr>
          <a:xfrm>
            <a:off x="2140857" y="3267140"/>
            <a:ext cx="7910286" cy="966547"/>
          </a:xfrm>
          <a:prstGeom prst="rect">
            <a:avLst/>
          </a:prstGeom>
          <a:noFill/>
        </p:spPr>
        <p:txBody>
          <a:bodyPr wrap="square">
            <a:spAutoFit/>
          </a:bodyPr>
          <a:lstStyle/>
          <a:p>
            <a:pPr algn="ctr">
              <a:lnSpc>
                <a:spcPct val="150000"/>
              </a:lnSpc>
            </a:pPr>
            <a:r>
              <a:rPr lang="zh-CN" altLang="en-US" sz="2000" b="1" dirty="0"/>
              <a:t>结合韩国“深度伪造”性犯罪案和“三只羊”事件，探讨现有法律是否足以应对</a:t>
            </a:r>
            <a:r>
              <a:rPr lang="en-US" altLang="zh-CN" sz="2000" b="1" dirty="0"/>
              <a:t>AI</a:t>
            </a:r>
            <a:r>
              <a:rPr lang="zh-CN" altLang="en-US" sz="2000" b="1" dirty="0"/>
              <a:t>深度伪造技术的滥用。</a:t>
            </a:r>
            <a:endParaRPr lang="zh-CN" altLang="en-US" sz="2000" b="1" dirty="0"/>
          </a:p>
        </p:txBody>
      </p:sp>
      <p:grpSp>
        <p:nvGrpSpPr>
          <p:cNvPr id="25" name="组合 24"/>
          <p:cNvGrpSpPr/>
          <p:nvPr/>
        </p:nvGrpSpPr>
        <p:grpSpPr>
          <a:xfrm>
            <a:off x="3473595" y="1982120"/>
            <a:ext cx="5244809" cy="1200329"/>
            <a:chOff x="3370307" y="1982120"/>
            <a:chExt cx="5244809" cy="1200329"/>
          </a:xfrm>
        </p:grpSpPr>
        <p:grpSp>
          <p:nvGrpSpPr>
            <p:cNvPr id="5" name="组合 4"/>
            <p:cNvGrpSpPr/>
            <p:nvPr/>
          </p:nvGrpSpPr>
          <p:grpSpPr>
            <a:xfrm>
              <a:off x="4837462" y="2144912"/>
              <a:ext cx="3777654" cy="693340"/>
              <a:chOff x="1846970" y="2928398"/>
              <a:chExt cx="3777654" cy="693340"/>
            </a:xfrm>
          </p:grpSpPr>
          <p:sp>
            <p:nvSpPr>
              <p:cNvPr id="593" name="矩形: 剪去对角 592"/>
              <p:cNvSpPr/>
              <p:nvPr/>
            </p:nvSpPr>
            <p:spPr>
              <a:xfrm>
                <a:off x="1846970" y="2928398"/>
                <a:ext cx="3777654"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604" name="任意多边形: 形状 603"/>
              <p:cNvSpPr/>
              <p:nvPr/>
            </p:nvSpPr>
            <p:spPr>
              <a:xfrm>
                <a:off x="2104757" y="3025407"/>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2" name="文本框 1"/>
              <p:cNvSpPr txBox="1"/>
              <p:nvPr/>
            </p:nvSpPr>
            <p:spPr>
              <a:xfrm>
                <a:off x="2989027" y="3075012"/>
                <a:ext cx="1467068" cy="400110"/>
              </a:xfrm>
              <a:prstGeom prst="rect">
                <a:avLst/>
              </a:prstGeom>
              <a:noFill/>
            </p:spPr>
            <p:txBody>
              <a:bodyPr wrap="none" rtlCol="0">
                <a:spAutoFit/>
              </a:bodyPr>
              <a:lstStyle/>
              <a:p>
                <a:r>
                  <a:rPr lang="zh-CN" altLang="en-US" sz="2000" b="1" dirty="0">
                    <a:solidFill>
                      <a:schemeClr val="tx1">
                        <a:lumMod val="95000"/>
                        <a:lumOff val="5000"/>
                      </a:schemeClr>
                    </a:solidFill>
                  </a:rPr>
                  <a:t>法律与监管</a:t>
                </a:r>
                <a:endParaRPr lang="zh-CN" altLang="en-US" sz="2000" b="1" dirty="0">
                  <a:solidFill>
                    <a:schemeClr val="tx1">
                      <a:lumMod val="95000"/>
                      <a:lumOff val="5000"/>
                    </a:schemeClr>
                  </a:solidFill>
                </a:endParaRPr>
              </a:p>
            </p:txBody>
          </p:sp>
        </p:grpSp>
        <p:sp>
          <p:nvSpPr>
            <p:cNvPr id="24" name="文本框 23"/>
            <p:cNvSpPr txBox="1"/>
            <p:nvPr/>
          </p:nvSpPr>
          <p:spPr>
            <a:xfrm>
              <a:off x="3370307" y="1982120"/>
              <a:ext cx="1410964" cy="1200329"/>
            </a:xfrm>
            <a:prstGeom prst="rect">
              <a:avLst/>
            </a:prstGeom>
            <a:noFill/>
          </p:spPr>
          <p:txBody>
            <a:bodyPr wrap="none" rtlCol="0">
              <a:spAutoFit/>
            </a:bodyPr>
            <a:lstStyle/>
            <a:p>
              <a:r>
                <a:rPr lang="en-US" altLang="zh-CN" sz="7200" dirty="0">
                  <a:solidFill>
                    <a:schemeClr val="tx1">
                      <a:lumMod val="95000"/>
                      <a:lumOff val="5000"/>
                    </a:schemeClr>
                  </a:solidFill>
                  <a:latin typeface="MiSans Heavy" panose="00000A00000000000000" pitchFamily="2" charset="-122"/>
                  <a:ea typeface="MiSans Heavy" panose="00000A00000000000000" pitchFamily="2" charset="-122"/>
                </a:rPr>
                <a:t>03</a:t>
              </a:r>
              <a:endParaRPr lang="zh-CN" altLang="en-US" sz="72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590049"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4213701" cy="523220"/>
            <a:chOff x="2771965" y="2241921"/>
            <a:chExt cx="4213701" cy="523220"/>
          </a:xfrm>
        </p:grpSpPr>
        <p:sp>
          <p:nvSpPr>
            <p:cNvPr id="16" name="文本框 15"/>
            <p:cNvSpPr txBox="1"/>
            <p:nvPr/>
          </p:nvSpPr>
          <p:spPr>
            <a:xfrm>
              <a:off x="4279476" y="2291526"/>
              <a:ext cx="2706190" cy="400110"/>
            </a:xfrm>
            <a:prstGeom prst="rect">
              <a:avLst/>
            </a:prstGeom>
            <a:noFill/>
          </p:spPr>
          <p:txBody>
            <a:bodyPr wrap="none" rtlCol="0">
              <a:spAutoFit/>
            </a:bodyPr>
            <a:lstStyle/>
            <a:p>
              <a:r>
                <a:rPr lang="en-US" altLang="zh-CN" sz="2000" dirty="0"/>
                <a:t>AI</a:t>
              </a:r>
              <a:r>
                <a:rPr lang="zh-CN" altLang="en-US" sz="2000" dirty="0"/>
                <a:t>配音技术的法律挑战</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03</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nvGrpSpPr>
          <p:cNvPr id="29" name="组合 28"/>
          <p:cNvGrpSpPr/>
          <p:nvPr/>
        </p:nvGrpSpPr>
        <p:grpSpPr>
          <a:xfrm>
            <a:off x="1488281" y="2689225"/>
            <a:ext cx="9215437" cy="2479677"/>
            <a:chOff x="1560514" y="1901825"/>
            <a:chExt cx="9215437" cy="2479677"/>
          </a:xfrm>
        </p:grpSpPr>
        <p:sp>
          <p:nvSpPr>
            <p:cNvPr id="2" name="막힌 원호 127"/>
            <p:cNvSpPr/>
            <p:nvPr/>
          </p:nvSpPr>
          <p:spPr bwMode="auto">
            <a:xfrm rot="16200000">
              <a:off x="4937921" y="2012158"/>
              <a:ext cx="2370137" cy="2368551"/>
            </a:xfrm>
            <a:custGeom>
              <a:avLst/>
              <a:gdLst>
                <a:gd name="T0" fmla="*/ 0 w 2369150"/>
                <a:gd name="T1" fmla="*/ 1184274 h 2369152"/>
                <a:gd name="T2" fmla="*/ 0 w 2369150"/>
                <a:gd name="T3" fmla="*/ 1184274 h 2369152"/>
                <a:gd name="T4" fmla="*/ 1185069 w 2369150"/>
                <a:gd name="T5" fmla="*/ 0 h 2369152"/>
                <a:gd name="T6" fmla="*/ 2370136 w 2369150"/>
                <a:gd name="T7" fmla="*/ 1184273 h 2369152"/>
                <a:gd name="T8" fmla="*/ 1910876 w 2369150"/>
                <a:gd name="T9" fmla="*/ 1184273 h 2369152"/>
                <a:gd name="T10" fmla="*/ 1910875 w 2369150"/>
                <a:gd name="T11" fmla="*/ 1184273 h 2369152"/>
                <a:gd name="T12" fmla="*/ 1185069 w 2369150"/>
                <a:gd name="T13" fmla="*/ 458953 h 2369152"/>
                <a:gd name="T14" fmla="*/ 459261 w 2369150"/>
                <a:gd name="T15" fmla="*/ 1184274 h 2369152"/>
                <a:gd name="T16" fmla="*/ 0 w 2369150"/>
                <a:gd name="T17" fmla="*/ 1184274 h 23691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69150"/>
                <a:gd name="T28" fmla="*/ 0 h 2369152"/>
                <a:gd name="T29" fmla="*/ 2369150 w 2369150"/>
                <a:gd name="T30" fmla="*/ 1184575 h 23691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69150" h="2369152">
                  <a:moveTo>
                    <a:pt x="0" y="1184575"/>
                  </a:moveTo>
                  <a:lnTo>
                    <a:pt x="0" y="1184575"/>
                  </a:lnTo>
                  <a:cubicBezTo>
                    <a:pt x="0" y="530352"/>
                    <a:pt x="530352" y="0"/>
                    <a:pt x="1184575" y="0"/>
                  </a:cubicBezTo>
                  <a:cubicBezTo>
                    <a:pt x="1838796" y="0"/>
                    <a:pt x="2369148" y="530351"/>
                    <a:pt x="2369149" y="1184574"/>
                  </a:cubicBezTo>
                  <a:lnTo>
                    <a:pt x="1910080" y="1184574"/>
                  </a:lnTo>
                  <a:lnTo>
                    <a:pt x="1910079" y="1184574"/>
                  </a:lnTo>
                  <a:cubicBezTo>
                    <a:pt x="1910078" y="783888"/>
                    <a:pt x="1585259" y="459070"/>
                    <a:pt x="1184575" y="459070"/>
                  </a:cubicBezTo>
                  <a:cubicBezTo>
                    <a:pt x="783890" y="459070"/>
                    <a:pt x="459070" y="783889"/>
                    <a:pt x="459070" y="1184575"/>
                  </a:cubicBezTo>
                  <a:lnTo>
                    <a:pt x="0" y="1184575"/>
                  </a:lnTo>
                  <a:close/>
                </a:path>
              </a:pathLst>
            </a:custGeom>
            <a:gradFill rotWithShape="1">
              <a:gsLst>
                <a:gs pos="0">
                  <a:srgbClr val="FFFFFF">
                    <a:alpha val="45000"/>
                  </a:srgbClr>
                </a:gs>
                <a:gs pos="50000">
                  <a:srgbClr val="FFFFFF">
                    <a:alpha val="225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lIns="91440" tIns="45720" rIns="91440" bIns="45720" anchor="ctr"/>
            <a:lstStyle/>
            <a:p>
              <a:pPr defTabSz="1219200">
                <a:spcBef>
                  <a:spcPct val="0"/>
                </a:spcBef>
                <a:spcAft>
                  <a:spcPct val="0"/>
                </a:spcAft>
                <a:defRPr/>
              </a:pPr>
              <a:endParaRPr lang="zh-CN" altLang="en-US" sz="2400" kern="0">
                <a:solidFill>
                  <a:schemeClr val="tx1">
                    <a:lumMod val="75000"/>
                    <a:lumOff val="25000"/>
                  </a:schemeClr>
                </a:solidFill>
                <a:cs typeface="+mn-ea"/>
                <a:sym typeface="+mn-lt"/>
              </a:endParaRPr>
            </a:p>
          </p:txBody>
        </p:sp>
        <p:sp>
          <p:nvSpPr>
            <p:cNvPr id="3" name="막힌 원호 225"/>
            <p:cNvSpPr/>
            <p:nvPr/>
          </p:nvSpPr>
          <p:spPr bwMode="auto">
            <a:xfrm rot="5400000">
              <a:off x="4925219" y="1904207"/>
              <a:ext cx="2436813" cy="2444751"/>
            </a:xfrm>
            <a:custGeom>
              <a:avLst/>
              <a:gdLst>
                <a:gd name="T0" fmla="*/ 7 w 2436720"/>
                <a:gd name="T1" fmla="*/ 1226596 h 2444258"/>
                <a:gd name="T2" fmla="*/ 7 w 2436720"/>
                <a:gd name="T3" fmla="*/ 1226595 h 2444258"/>
                <a:gd name="T4" fmla="*/ 0 w 2436720"/>
                <a:gd name="T5" fmla="*/ 1222375 h 2444258"/>
                <a:gd name="T6" fmla="*/ 1218407 w 2436720"/>
                <a:gd name="T7" fmla="*/ 0 h 2444258"/>
                <a:gd name="T8" fmla="*/ 2436733 w 2436720"/>
                <a:gd name="T9" fmla="*/ 1208454 h 2444258"/>
                <a:gd name="T10" fmla="*/ 1964657 w 2436720"/>
                <a:gd name="T11" fmla="*/ 1213848 h 2444258"/>
                <a:gd name="T12" fmla="*/ 1964656 w 2436720"/>
                <a:gd name="T13" fmla="*/ 1213848 h 2444258"/>
                <a:gd name="T14" fmla="*/ 1218407 w 2436720"/>
                <a:gd name="T15" fmla="*/ 472185 h 2444258"/>
                <a:gd name="T16" fmla="*/ 472108 w 2436720"/>
                <a:gd name="T17" fmla="*/ 1222375 h 2444258"/>
                <a:gd name="T18" fmla="*/ 472112 w 2436720"/>
                <a:gd name="T19" fmla="*/ 1224961 h 2444258"/>
                <a:gd name="T20" fmla="*/ 7 w 2436720"/>
                <a:gd name="T21" fmla="*/ 1226596 h 24442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6720"/>
                <a:gd name="T34" fmla="*/ 0 h 2444258"/>
                <a:gd name="T35" fmla="*/ 2436641 w 2436720"/>
                <a:gd name="T36" fmla="*/ 1226349 h 24442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6720" h="2444258">
                  <a:moveTo>
                    <a:pt x="7" y="1226349"/>
                  </a:moveTo>
                  <a:lnTo>
                    <a:pt x="7" y="1226348"/>
                  </a:lnTo>
                  <a:cubicBezTo>
                    <a:pt x="2" y="1224942"/>
                    <a:pt x="0" y="1223535"/>
                    <a:pt x="0" y="1222129"/>
                  </a:cubicBezTo>
                  <a:cubicBezTo>
                    <a:pt x="0" y="547165"/>
                    <a:pt x="545478" y="0"/>
                    <a:pt x="1218360" y="0"/>
                  </a:cubicBezTo>
                  <a:cubicBezTo>
                    <a:pt x="1885829" y="0"/>
                    <a:pt x="2429039" y="538720"/>
                    <a:pt x="2436640" y="1208211"/>
                  </a:cubicBezTo>
                  <a:lnTo>
                    <a:pt x="1964582" y="1213604"/>
                  </a:lnTo>
                  <a:lnTo>
                    <a:pt x="1964581" y="1213604"/>
                  </a:lnTo>
                  <a:cubicBezTo>
                    <a:pt x="1959934" y="802720"/>
                    <a:pt x="1627204" y="472090"/>
                    <a:pt x="1218360" y="472090"/>
                  </a:cubicBezTo>
                  <a:cubicBezTo>
                    <a:pt x="806206" y="472090"/>
                    <a:pt x="472090" y="807893"/>
                    <a:pt x="472090" y="1222129"/>
                  </a:cubicBezTo>
                  <a:cubicBezTo>
                    <a:pt x="472090" y="1222990"/>
                    <a:pt x="472091" y="1223852"/>
                    <a:pt x="472094" y="1224714"/>
                  </a:cubicBezTo>
                  <a:lnTo>
                    <a:pt x="7" y="1226349"/>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sp>
          <p:nvSpPr>
            <p:cNvPr id="4" name="막힌 원호 224" descr="D:\51PPT模板网\51pptmoban.com\图片.jpg"/>
            <p:cNvSpPr/>
            <p:nvPr/>
          </p:nvSpPr>
          <p:spPr bwMode="auto">
            <a:xfrm rot="16200000">
              <a:off x="4925219" y="1901031"/>
              <a:ext cx="2444751" cy="2446339"/>
            </a:xfrm>
            <a:custGeom>
              <a:avLst/>
              <a:gdLst>
                <a:gd name="T0" fmla="*/ 132 w 2444256"/>
                <a:gd name="T1" fmla="*/ 1241162 h 2444258"/>
                <a:gd name="T2" fmla="*/ 132 w 2444256"/>
                <a:gd name="T3" fmla="*/ 1241161 h 2444258"/>
                <a:gd name="T4" fmla="*/ 0 w 2444256"/>
                <a:gd name="T5" fmla="*/ 1223169 h 2444258"/>
                <a:gd name="T6" fmla="*/ 1222375 w 2444256"/>
                <a:gd name="T7" fmla="*/ 0 h 2444258"/>
                <a:gd name="T8" fmla="*/ 2444737 w 2444256"/>
                <a:gd name="T9" fmla="*/ 1217592 h 2444258"/>
                <a:gd name="T10" fmla="*/ 1971903 w 2444256"/>
                <a:gd name="T11" fmla="*/ 1219750 h 2444258"/>
                <a:gd name="T12" fmla="*/ 1971903 w 2444256"/>
                <a:gd name="T13" fmla="*/ 1219749 h 2444258"/>
                <a:gd name="T14" fmla="*/ 1222376 w 2444256"/>
                <a:gd name="T15" fmla="*/ 473146 h 2444258"/>
                <a:gd name="T16" fmla="*/ 472841 w 2444256"/>
                <a:gd name="T17" fmla="*/ 1223169 h 2444258"/>
                <a:gd name="T18" fmla="*/ 472922 w 2444256"/>
                <a:gd name="T19" fmla="*/ 1234201 h 2444258"/>
                <a:gd name="T20" fmla="*/ 132 w 2444256"/>
                <a:gd name="T21" fmla="*/ 1241162 h 24442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44256"/>
                <a:gd name="T34" fmla="*/ 0 h 2444258"/>
                <a:gd name="T35" fmla="*/ 2444243 w 2444256"/>
                <a:gd name="T36" fmla="*/ 1240107 h 24442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44256" h="2444258">
                  <a:moveTo>
                    <a:pt x="132" y="1240107"/>
                  </a:moveTo>
                  <a:lnTo>
                    <a:pt x="132" y="1240106"/>
                  </a:lnTo>
                  <a:cubicBezTo>
                    <a:pt x="44" y="1234114"/>
                    <a:pt x="0" y="1228121"/>
                    <a:pt x="0" y="1222129"/>
                  </a:cubicBezTo>
                  <a:cubicBezTo>
                    <a:pt x="0" y="547165"/>
                    <a:pt x="547165" y="0"/>
                    <a:pt x="1222128" y="0"/>
                  </a:cubicBezTo>
                  <a:cubicBezTo>
                    <a:pt x="1894916" y="0"/>
                    <a:pt x="2441176" y="543776"/>
                    <a:pt x="2444243" y="1216557"/>
                  </a:cubicBezTo>
                  <a:lnTo>
                    <a:pt x="1971505" y="1218713"/>
                  </a:lnTo>
                  <a:lnTo>
                    <a:pt x="1971505" y="1218712"/>
                  </a:lnTo>
                  <a:cubicBezTo>
                    <a:pt x="1969624" y="806176"/>
                    <a:pt x="1634668" y="472744"/>
                    <a:pt x="1222129" y="472744"/>
                  </a:cubicBezTo>
                  <a:cubicBezTo>
                    <a:pt x="808255" y="472744"/>
                    <a:pt x="472745" y="808255"/>
                    <a:pt x="472745" y="1222129"/>
                  </a:cubicBezTo>
                  <a:cubicBezTo>
                    <a:pt x="472745" y="1225803"/>
                    <a:pt x="472772" y="1229478"/>
                    <a:pt x="472826" y="1233152"/>
                  </a:cubicBezTo>
                  <a:lnTo>
                    <a:pt x="132" y="1240107"/>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grpSp>
          <p:nvGrpSpPr>
            <p:cNvPr id="9" name="组合 8"/>
            <p:cNvGrpSpPr/>
            <p:nvPr/>
          </p:nvGrpSpPr>
          <p:grpSpPr>
            <a:xfrm>
              <a:off x="1560514" y="2505076"/>
              <a:ext cx="3006725" cy="1274763"/>
              <a:chOff x="1560513" y="2505075"/>
              <a:chExt cx="3006725" cy="1274763"/>
            </a:xfrm>
          </p:grpSpPr>
          <p:sp>
            <p:nvSpPr>
              <p:cNvPr id="10" name="오른쪽 화살표 216"/>
              <p:cNvSpPr>
                <a:spLocks noChangeArrowheads="1"/>
              </p:cNvSpPr>
              <p:nvPr/>
            </p:nvSpPr>
            <p:spPr bwMode="auto">
              <a:xfrm>
                <a:off x="2781300" y="2509838"/>
                <a:ext cx="1785938" cy="1266825"/>
              </a:xfrm>
              <a:prstGeom prst="rightArrow">
                <a:avLst>
                  <a:gd name="adj1" fmla="val 55935"/>
                  <a:gd name="adj2" fmla="val 50001"/>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11" name="타원 217"/>
              <p:cNvSpPr>
                <a:spLocks noChangeArrowheads="1"/>
              </p:cNvSpPr>
              <p:nvPr/>
            </p:nvSpPr>
            <p:spPr bwMode="auto">
              <a:xfrm>
                <a:off x="1624013" y="2505075"/>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5" name="TextBox 13"/>
              <p:cNvSpPr txBox="1">
                <a:spLocks noChangeArrowheads="1"/>
              </p:cNvSpPr>
              <p:nvPr/>
            </p:nvSpPr>
            <p:spPr bwMode="auto">
              <a:xfrm>
                <a:off x="1560513" y="3006724"/>
                <a:ext cx="13731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虚假信息传播</a:t>
                </a:r>
                <a:endParaRPr lang="en-US" altLang="zh-CN" sz="1600" b="1" dirty="0">
                  <a:solidFill>
                    <a:schemeClr val="tx1">
                      <a:lumMod val="95000"/>
                      <a:lumOff val="5000"/>
                    </a:schemeClr>
                  </a:solidFill>
                  <a:latin typeface="+mn-lt"/>
                  <a:ea typeface="+mn-ea"/>
                  <a:cs typeface="+mn-ea"/>
                  <a:sym typeface="+mn-lt"/>
                </a:endParaRPr>
              </a:p>
            </p:txBody>
          </p:sp>
        </p:grpSp>
        <p:grpSp>
          <p:nvGrpSpPr>
            <p:cNvPr id="7" name="组合 6"/>
            <p:cNvGrpSpPr/>
            <p:nvPr/>
          </p:nvGrpSpPr>
          <p:grpSpPr>
            <a:xfrm>
              <a:off x="7758114" y="2441575"/>
              <a:ext cx="3017837" cy="1335088"/>
              <a:chOff x="7758113" y="2441575"/>
              <a:chExt cx="3017837" cy="1335088"/>
            </a:xfrm>
          </p:grpSpPr>
          <p:sp>
            <p:nvSpPr>
              <p:cNvPr id="18" name="오른쪽 화살표 218"/>
              <p:cNvSpPr>
                <a:spLocks noChangeArrowheads="1"/>
              </p:cNvSpPr>
              <p:nvPr/>
            </p:nvSpPr>
            <p:spPr bwMode="auto">
              <a:xfrm flipH="1">
                <a:off x="7758113" y="2509838"/>
                <a:ext cx="1893887" cy="1266825"/>
              </a:xfrm>
              <a:prstGeom prst="rightArrow">
                <a:avLst>
                  <a:gd name="adj1" fmla="val 55935"/>
                  <a:gd name="adj2" fmla="val 50068"/>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19" name="타원 219"/>
              <p:cNvSpPr>
                <a:spLocks noChangeArrowheads="1"/>
              </p:cNvSpPr>
              <p:nvPr/>
            </p:nvSpPr>
            <p:spPr bwMode="auto">
              <a:xfrm>
                <a:off x="9420225" y="2441575"/>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20" name="TextBox 13"/>
              <p:cNvSpPr txBox="1">
                <a:spLocks noChangeArrowheads="1"/>
              </p:cNvSpPr>
              <p:nvPr/>
            </p:nvSpPr>
            <p:spPr bwMode="auto">
              <a:xfrm>
                <a:off x="9402763" y="2994026"/>
                <a:ext cx="13731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隐私侵权</a:t>
                </a:r>
                <a:endParaRPr lang="en-US" altLang="zh-CN" sz="1600" b="1" dirty="0">
                  <a:solidFill>
                    <a:schemeClr val="tx1">
                      <a:lumMod val="95000"/>
                      <a:lumOff val="5000"/>
                    </a:schemeClr>
                  </a:solidFill>
                  <a:latin typeface="+mn-lt"/>
                  <a:ea typeface="+mn-ea"/>
                  <a:cs typeface="+mn-ea"/>
                  <a:sym typeface="+mn-lt"/>
                </a:endParaRPr>
              </a:p>
            </p:txBody>
          </p:sp>
        </p:grpSp>
        <p:sp>
          <p:nvSpPr>
            <p:cNvPr id="21" name="TextBox 13"/>
            <p:cNvSpPr txBox="1">
              <a:spLocks noChangeArrowheads="1"/>
            </p:cNvSpPr>
            <p:nvPr/>
          </p:nvSpPr>
          <p:spPr bwMode="auto">
            <a:xfrm>
              <a:off x="5473701" y="3006726"/>
              <a:ext cx="137318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75000"/>
                      <a:lumOff val="25000"/>
                    </a:schemeClr>
                  </a:solidFill>
                  <a:latin typeface="+mn-lt"/>
                  <a:ea typeface="+mn-ea"/>
                  <a:cs typeface="+mn-ea"/>
                  <a:sym typeface="+mn-lt"/>
                </a:rPr>
                <a:t>可能问题</a:t>
              </a:r>
              <a:endParaRPr lang="en-US" altLang="zh-CN" sz="1600" b="1" dirty="0">
                <a:solidFill>
                  <a:schemeClr val="tx1">
                    <a:lumMod val="75000"/>
                    <a:lumOff val="25000"/>
                  </a:schemeClr>
                </a:solidFill>
                <a:latin typeface="+mn-lt"/>
                <a:ea typeface="+mn-ea"/>
                <a:cs typeface="+mn-ea"/>
                <a:sym typeface="+mn-lt"/>
              </a:endParaRPr>
            </a:p>
          </p:txBody>
        </p:sp>
      </p:grpSp>
      <p:sp>
        <p:nvSpPr>
          <p:cNvPr id="25" name="文本框 24"/>
          <p:cNvSpPr txBox="1"/>
          <p:nvPr/>
        </p:nvSpPr>
        <p:spPr>
          <a:xfrm>
            <a:off x="7404341" y="5876450"/>
            <a:ext cx="3149509"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t>目前的法律是否足以应对</a:t>
            </a:r>
            <a:r>
              <a:rPr lang="en-US" altLang="zh-CN" dirty="0"/>
              <a:t>AI</a:t>
            </a:r>
            <a:r>
              <a:rPr lang="zh-CN" altLang="en-US" dirty="0"/>
              <a:t>配音技术的滥用风险？未来是否需要更细化的法律规范，以更好地监管和控制</a:t>
            </a:r>
            <a:r>
              <a:rPr lang="en-US" altLang="zh-CN" dirty="0"/>
              <a:t>AI</a:t>
            </a:r>
            <a:r>
              <a:rPr lang="zh-CN" altLang="en-US" dirty="0"/>
              <a:t>配音技术的潜在威胁？</a:t>
            </a:r>
            <a:endParaRPr lang="en-US" altLang="zh-CN" dirty="0">
              <a:solidFill>
                <a:schemeClr val="tx1">
                  <a:lumMod val="95000"/>
                  <a:lumOff val="5000"/>
                </a:schemeClr>
              </a:solidFill>
              <a:sym typeface="HarmonyOS Sans SC Light" panose="00000400000000000000" pitchFamily="2" charset="-122"/>
            </a:endParaRPr>
          </a:p>
        </p:txBody>
      </p:sp>
      <p:sp>
        <p:nvSpPr>
          <p:cNvPr id="31" name="文本框 30"/>
          <p:cNvSpPr txBox="1"/>
          <p:nvPr/>
        </p:nvSpPr>
        <p:spPr>
          <a:xfrm>
            <a:off x="722459" y="1256123"/>
            <a:ext cx="10656593"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ctr"/>
            <a:r>
              <a:rPr lang="en-US" altLang="zh-CN" dirty="0"/>
              <a:t>AI</a:t>
            </a:r>
            <a:r>
              <a:rPr lang="zh-CN" altLang="en-US" dirty="0"/>
              <a:t>配音技术近年来在语音合成和虚拟角色创建等领域发展迅速。其技术不仅用于帮助创作音频内容，还在教育、娱乐、客户服务等多种场景中得到广泛应用。</a:t>
            </a:r>
            <a:endParaRPr lang="en-US" altLang="zh-CN" dirty="0"/>
          </a:p>
          <a:p>
            <a:pPr algn="ctr"/>
            <a:r>
              <a:rPr lang="zh-CN" altLang="en-US" dirty="0"/>
              <a:t>然而，这项技术在带来便利的同时，也引发了诸多风险。</a:t>
            </a:r>
            <a:endParaRPr lang="en-US" altLang="zh-CN" dirty="0"/>
          </a:p>
          <a:p>
            <a:pPr algn="ctr"/>
            <a:r>
              <a:rPr lang="zh-CN" altLang="en-US" dirty="0"/>
              <a:t>由于其合成效果逼真，</a:t>
            </a:r>
            <a:r>
              <a:rPr lang="en-US" altLang="zh-CN" dirty="0"/>
              <a:t>AI</a:t>
            </a:r>
            <a:r>
              <a:rPr lang="zh-CN" altLang="en-US" dirty="0"/>
              <a:t>配音技术可能被恶意使用，用于伪造声音、制造虚假信息，甚至冒充他人身份，从而带来隐私侵权、信息误导等问题。</a:t>
            </a:r>
            <a:endParaRPr lang="en-US" altLang="zh-CN" dirty="0">
              <a:solidFill>
                <a:schemeClr val="tx1">
                  <a:lumMod val="95000"/>
                  <a:lumOff val="5000"/>
                </a:schemeClr>
              </a:solidFill>
              <a:sym typeface="HarmonyOS Sans SC Light" panose="00000400000000000000" pitchFamily="2" charset="-122"/>
            </a:endParaRPr>
          </a:p>
        </p:txBody>
      </p:sp>
      <p:grpSp>
        <p:nvGrpSpPr>
          <p:cNvPr id="33" name="组合 32"/>
          <p:cNvGrpSpPr/>
          <p:nvPr/>
        </p:nvGrpSpPr>
        <p:grpSpPr>
          <a:xfrm rot="16200000">
            <a:off x="5303131" y="5324389"/>
            <a:ext cx="1585737" cy="1274763"/>
            <a:chOff x="1704181" y="3444876"/>
            <a:chExt cx="2943225" cy="1274763"/>
          </a:xfrm>
        </p:grpSpPr>
        <p:sp>
          <p:nvSpPr>
            <p:cNvPr id="6" name="오른쪽 화살표 216"/>
            <p:cNvSpPr>
              <a:spLocks noChangeArrowheads="1"/>
            </p:cNvSpPr>
            <p:nvPr/>
          </p:nvSpPr>
          <p:spPr bwMode="auto">
            <a:xfrm>
              <a:off x="2861468" y="3449639"/>
              <a:ext cx="1785938" cy="1266825"/>
            </a:xfrm>
            <a:prstGeom prst="rightArrow">
              <a:avLst>
                <a:gd name="adj1" fmla="val 55935"/>
                <a:gd name="adj2" fmla="val 50001"/>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8" name="타원 217"/>
            <p:cNvSpPr>
              <a:spLocks noChangeArrowheads="1"/>
            </p:cNvSpPr>
            <p:nvPr/>
          </p:nvSpPr>
          <p:spPr bwMode="auto">
            <a:xfrm>
              <a:off x="1704181" y="3444876"/>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dirty="0">
                <a:solidFill>
                  <a:schemeClr val="tx1">
                    <a:lumMod val="95000"/>
                    <a:lumOff val="5000"/>
                  </a:schemeClr>
                </a:solidFill>
                <a:sym typeface="+mn-lt"/>
              </a:endParaRPr>
            </a:p>
          </p:txBody>
        </p:sp>
      </p:grpSp>
      <p:sp>
        <p:nvSpPr>
          <p:cNvPr id="36" name="TextBox 13"/>
          <p:cNvSpPr txBox="1">
            <a:spLocks noChangeArrowheads="1"/>
          </p:cNvSpPr>
          <p:nvPr/>
        </p:nvSpPr>
        <p:spPr bwMode="auto">
          <a:xfrm>
            <a:off x="5203030" y="6288550"/>
            <a:ext cx="178593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身份伪造风险</a:t>
            </a:r>
            <a:endParaRPr lang="en-US" altLang="zh-CN" sz="1600" b="1" dirty="0">
              <a:solidFill>
                <a:schemeClr val="tx1">
                  <a:lumMod val="95000"/>
                  <a:lumOff val="5000"/>
                </a:schemeClr>
              </a:solidFill>
              <a:latin typeface="+mn-lt"/>
              <a:ea typeface="+mn-ea"/>
              <a:cs typeface="+mn-ea"/>
              <a:sym typeface="+mn-lt"/>
            </a:endParaRPr>
          </a:p>
        </p:txBody>
      </p:sp>
      <p:pic>
        <p:nvPicPr>
          <p:cNvPr id="23" name="图片 22"/>
          <p:cNvPicPr>
            <a:picLocks noChangeAspect="1"/>
          </p:cNvPicPr>
          <p:nvPr/>
        </p:nvPicPr>
        <p:blipFill>
          <a:blip r:embed="rId1"/>
          <a:stretch>
            <a:fillRect/>
          </a:stretch>
        </p:blipFill>
        <p:spPr>
          <a:xfrm>
            <a:off x="1835171" y="4777678"/>
            <a:ext cx="2863033" cy="18945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590049"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3744021" cy="523220"/>
            <a:chOff x="2771965" y="2241921"/>
            <a:chExt cx="3744021" cy="523220"/>
          </a:xfrm>
        </p:grpSpPr>
        <p:sp>
          <p:nvSpPr>
            <p:cNvPr id="16" name="文本框 15"/>
            <p:cNvSpPr txBox="1"/>
            <p:nvPr/>
          </p:nvSpPr>
          <p:spPr>
            <a:xfrm>
              <a:off x="4279476" y="2291526"/>
              <a:ext cx="2236510" cy="400110"/>
            </a:xfrm>
            <a:prstGeom prst="rect">
              <a:avLst/>
            </a:prstGeom>
            <a:noFill/>
          </p:spPr>
          <p:txBody>
            <a:bodyPr wrap="none" rtlCol="0">
              <a:spAutoFit/>
            </a:bodyPr>
            <a:lstStyle/>
            <a:p>
              <a:r>
                <a:rPr lang="zh-CN" altLang="en-US" sz="2000" b="1" dirty="0">
                  <a:solidFill>
                    <a:schemeClr val="tx1">
                      <a:lumMod val="95000"/>
                      <a:lumOff val="5000"/>
                    </a:schemeClr>
                  </a:solidFill>
                </a:rPr>
                <a:t>现行法律的优缺点</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03</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nvGrpSpPr>
          <p:cNvPr id="32" name="组合 31"/>
          <p:cNvGrpSpPr/>
          <p:nvPr/>
        </p:nvGrpSpPr>
        <p:grpSpPr>
          <a:xfrm>
            <a:off x="4334933" y="1670778"/>
            <a:ext cx="3122083" cy="3862918"/>
            <a:chOff x="4464051" y="1670778"/>
            <a:chExt cx="3122083" cy="3862918"/>
          </a:xfrm>
        </p:grpSpPr>
        <p:sp>
          <p:nvSpPr>
            <p:cNvPr id="2" name="Freeform 7"/>
            <p:cNvSpPr/>
            <p:nvPr/>
          </p:nvSpPr>
          <p:spPr bwMode="auto">
            <a:xfrm>
              <a:off x="5136622" y="1994629"/>
              <a:ext cx="886884" cy="865716"/>
            </a:xfrm>
            <a:custGeom>
              <a:avLst/>
              <a:gdLst>
                <a:gd name="T0" fmla="*/ 158 w 524"/>
                <a:gd name="T1" fmla="*/ 0 h 423"/>
                <a:gd name="T2" fmla="*/ 365 w 524"/>
                <a:gd name="T3" fmla="*/ 0 h 423"/>
                <a:gd name="T4" fmla="*/ 366 w 524"/>
                <a:gd name="T5" fmla="*/ 0 h 423"/>
                <a:gd name="T6" fmla="*/ 366 w 524"/>
                <a:gd name="T7" fmla="*/ 0 h 423"/>
                <a:gd name="T8" fmla="*/ 523 w 524"/>
                <a:gd name="T9" fmla="*/ 157 h 423"/>
                <a:gd name="T10" fmla="*/ 524 w 524"/>
                <a:gd name="T11" fmla="*/ 423 h 423"/>
                <a:gd name="T12" fmla="*/ 388 w 524"/>
                <a:gd name="T13" fmla="*/ 321 h 423"/>
                <a:gd name="T14" fmla="*/ 158 w 524"/>
                <a:gd name="T15" fmla="*/ 316 h 423"/>
                <a:gd name="T16" fmla="*/ 0 w 524"/>
                <a:gd name="T17" fmla="*/ 158 h 423"/>
                <a:gd name="T18" fmla="*/ 158 w 524"/>
                <a:gd name="T19"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4" h="422">
                  <a:moveTo>
                    <a:pt x="158" y="0"/>
                  </a:moveTo>
                  <a:cubicBezTo>
                    <a:pt x="365" y="0"/>
                    <a:pt x="365" y="0"/>
                    <a:pt x="365" y="0"/>
                  </a:cubicBezTo>
                  <a:cubicBezTo>
                    <a:pt x="365" y="0"/>
                    <a:pt x="365" y="0"/>
                    <a:pt x="366" y="0"/>
                  </a:cubicBezTo>
                  <a:cubicBezTo>
                    <a:pt x="366" y="0"/>
                    <a:pt x="366" y="0"/>
                    <a:pt x="366" y="0"/>
                  </a:cubicBezTo>
                  <a:cubicBezTo>
                    <a:pt x="453" y="0"/>
                    <a:pt x="523" y="71"/>
                    <a:pt x="523" y="157"/>
                  </a:cubicBezTo>
                  <a:cubicBezTo>
                    <a:pt x="523" y="244"/>
                    <a:pt x="524" y="423"/>
                    <a:pt x="524" y="423"/>
                  </a:cubicBezTo>
                  <a:cubicBezTo>
                    <a:pt x="524" y="423"/>
                    <a:pt x="484" y="335"/>
                    <a:pt x="388" y="321"/>
                  </a:cubicBezTo>
                  <a:cubicBezTo>
                    <a:pt x="376" y="319"/>
                    <a:pt x="158" y="316"/>
                    <a:pt x="158" y="316"/>
                  </a:cubicBezTo>
                  <a:cubicBezTo>
                    <a:pt x="70" y="316"/>
                    <a:pt x="0" y="246"/>
                    <a:pt x="0" y="158"/>
                  </a:cubicBezTo>
                  <a:cubicBezTo>
                    <a:pt x="0" y="71"/>
                    <a:pt x="70" y="0"/>
                    <a:pt x="158" y="0"/>
                  </a:cubicBezTo>
                </a:path>
              </a:pathLst>
            </a:custGeom>
            <a:solidFill>
              <a:schemeClr val="bg1"/>
            </a:solidFill>
            <a:ln w="4286" cap="flat">
              <a:solidFill>
                <a:srgbClr val="002DB0"/>
              </a:solidFill>
              <a:prstDash val="solid"/>
              <a:miter/>
            </a:ln>
          </p:spPr>
          <p:txBody>
            <a:bodyPr rtlCol="0" anchor="ctr"/>
            <a:lstStyle/>
            <a:p>
              <a:pPr algn="ctr"/>
              <a:r>
                <a:rPr lang="en-AU" dirty="0">
                  <a:sym typeface="+mn-lt"/>
                </a:rPr>
                <a:t>01</a:t>
              </a:r>
              <a:endParaRPr lang="en-AU" dirty="0">
                <a:sym typeface="+mn-lt"/>
              </a:endParaRPr>
            </a:p>
            <a:p>
              <a:pPr algn="ctr"/>
              <a:endParaRPr lang="en-AU" dirty="0">
                <a:sym typeface="+mn-lt"/>
              </a:endParaRPr>
            </a:p>
          </p:txBody>
        </p:sp>
        <p:sp>
          <p:nvSpPr>
            <p:cNvPr id="3" name="Freeform 8"/>
            <p:cNvSpPr/>
            <p:nvPr/>
          </p:nvSpPr>
          <p:spPr bwMode="auto">
            <a:xfrm>
              <a:off x="4464051" y="2752395"/>
              <a:ext cx="1545167" cy="1504949"/>
            </a:xfrm>
            <a:custGeom>
              <a:avLst/>
              <a:gdLst>
                <a:gd name="T0" fmla="*/ 275 w 913"/>
                <a:gd name="T1" fmla="*/ 0 h 735"/>
                <a:gd name="T2" fmla="*/ 636 w 913"/>
                <a:gd name="T3" fmla="*/ 0 h 735"/>
                <a:gd name="T4" fmla="*/ 637 w 913"/>
                <a:gd name="T5" fmla="*/ 0 h 735"/>
                <a:gd name="T6" fmla="*/ 638 w 913"/>
                <a:gd name="T7" fmla="*/ 0 h 735"/>
                <a:gd name="T8" fmla="*/ 911 w 913"/>
                <a:gd name="T9" fmla="*/ 273 h 735"/>
                <a:gd name="T10" fmla="*/ 913 w 913"/>
                <a:gd name="T11" fmla="*/ 735 h 735"/>
                <a:gd name="T12" fmla="*/ 677 w 913"/>
                <a:gd name="T13" fmla="*/ 557 h 735"/>
                <a:gd name="T14" fmla="*/ 275 w 913"/>
                <a:gd name="T15" fmla="*/ 550 h 735"/>
                <a:gd name="T16" fmla="*/ 0 w 913"/>
                <a:gd name="T17" fmla="*/ 275 h 735"/>
                <a:gd name="T18" fmla="*/ 275 w 913"/>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3" h="735">
                  <a:moveTo>
                    <a:pt x="275" y="0"/>
                  </a:moveTo>
                  <a:cubicBezTo>
                    <a:pt x="636" y="0"/>
                    <a:pt x="636" y="0"/>
                    <a:pt x="636" y="0"/>
                  </a:cubicBezTo>
                  <a:cubicBezTo>
                    <a:pt x="636" y="0"/>
                    <a:pt x="637" y="0"/>
                    <a:pt x="637" y="0"/>
                  </a:cubicBezTo>
                  <a:cubicBezTo>
                    <a:pt x="637" y="0"/>
                    <a:pt x="638" y="0"/>
                    <a:pt x="638" y="0"/>
                  </a:cubicBezTo>
                  <a:cubicBezTo>
                    <a:pt x="789" y="0"/>
                    <a:pt x="911" y="122"/>
                    <a:pt x="911" y="273"/>
                  </a:cubicBezTo>
                  <a:cubicBezTo>
                    <a:pt x="911" y="424"/>
                    <a:pt x="913" y="735"/>
                    <a:pt x="913" y="735"/>
                  </a:cubicBezTo>
                  <a:cubicBezTo>
                    <a:pt x="913" y="735"/>
                    <a:pt x="844" y="582"/>
                    <a:pt x="677" y="557"/>
                  </a:cubicBezTo>
                  <a:cubicBezTo>
                    <a:pt x="656" y="554"/>
                    <a:pt x="275" y="550"/>
                    <a:pt x="275" y="550"/>
                  </a:cubicBezTo>
                  <a:cubicBezTo>
                    <a:pt x="123" y="550"/>
                    <a:pt x="0" y="427"/>
                    <a:pt x="0" y="275"/>
                  </a:cubicBezTo>
                  <a:cubicBezTo>
                    <a:pt x="0" y="123"/>
                    <a:pt x="123" y="0"/>
                    <a:pt x="275" y="0"/>
                  </a:cubicBezTo>
                </a:path>
              </a:pathLst>
            </a:custGeom>
            <a:solidFill>
              <a:srgbClr val="002DB0"/>
            </a:solidFill>
            <a:ln>
              <a:noFill/>
            </a:ln>
            <a:effectLst/>
          </p:spPr>
          <p:txBody>
            <a:bodyPr lIns="91440" tIns="45720" rIns="91440" bIns="45720" anchor="ctr"/>
            <a:lstStyle/>
            <a:p>
              <a:pPr algn="ctr"/>
              <a:r>
                <a:rPr lang="en-AU" sz="1865" kern="0" dirty="0">
                  <a:solidFill>
                    <a:schemeClr val="bg1"/>
                  </a:solidFill>
                  <a:cs typeface="+mn-ea"/>
                  <a:sym typeface="+mn-lt"/>
                </a:rPr>
                <a:t>02</a:t>
              </a:r>
              <a:endParaRPr lang="en-AU" sz="1865" kern="0" dirty="0">
                <a:solidFill>
                  <a:schemeClr val="bg1"/>
                </a:solidFill>
                <a:cs typeface="+mn-ea"/>
                <a:sym typeface="+mn-lt"/>
              </a:endParaRPr>
            </a:p>
            <a:p>
              <a:pPr algn="ctr"/>
              <a:endParaRPr lang="en-AU" sz="1465" kern="0" dirty="0">
                <a:solidFill>
                  <a:schemeClr val="bg1"/>
                </a:solidFill>
                <a:cs typeface="+mn-ea"/>
                <a:sym typeface="+mn-lt"/>
              </a:endParaRPr>
            </a:p>
          </p:txBody>
        </p:sp>
        <p:sp>
          <p:nvSpPr>
            <p:cNvPr id="4" name="Freeform 9" descr="D:\51PPT模板网\51pptmoban.com\图片.jpg"/>
            <p:cNvSpPr/>
            <p:nvPr/>
          </p:nvSpPr>
          <p:spPr bwMode="auto">
            <a:xfrm>
              <a:off x="4464051" y="4028745"/>
              <a:ext cx="1545167" cy="1504951"/>
            </a:xfrm>
            <a:custGeom>
              <a:avLst/>
              <a:gdLst>
                <a:gd name="T0" fmla="*/ 275 w 913"/>
                <a:gd name="T1" fmla="*/ 0 h 735"/>
                <a:gd name="T2" fmla="*/ 636 w 913"/>
                <a:gd name="T3" fmla="*/ 0 h 735"/>
                <a:gd name="T4" fmla="*/ 637 w 913"/>
                <a:gd name="T5" fmla="*/ 0 h 735"/>
                <a:gd name="T6" fmla="*/ 638 w 913"/>
                <a:gd name="T7" fmla="*/ 0 h 735"/>
                <a:gd name="T8" fmla="*/ 911 w 913"/>
                <a:gd name="T9" fmla="*/ 273 h 735"/>
                <a:gd name="T10" fmla="*/ 913 w 913"/>
                <a:gd name="T11" fmla="*/ 735 h 735"/>
                <a:gd name="T12" fmla="*/ 677 w 913"/>
                <a:gd name="T13" fmla="*/ 557 h 735"/>
                <a:gd name="T14" fmla="*/ 275 w 913"/>
                <a:gd name="T15" fmla="*/ 550 h 735"/>
                <a:gd name="T16" fmla="*/ 0 w 913"/>
                <a:gd name="T17" fmla="*/ 275 h 735"/>
                <a:gd name="T18" fmla="*/ 275 w 913"/>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3" h="735">
                  <a:moveTo>
                    <a:pt x="275" y="0"/>
                  </a:moveTo>
                  <a:cubicBezTo>
                    <a:pt x="636" y="0"/>
                    <a:pt x="636" y="0"/>
                    <a:pt x="636" y="0"/>
                  </a:cubicBezTo>
                  <a:cubicBezTo>
                    <a:pt x="636" y="0"/>
                    <a:pt x="637" y="0"/>
                    <a:pt x="637" y="0"/>
                  </a:cubicBezTo>
                  <a:cubicBezTo>
                    <a:pt x="637" y="0"/>
                    <a:pt x="638" y="0"/>
                    <a:pt x="638" y="0"/>
                  </a:cubicBezTo>
                  <a:cubicBezTo>
                    <a:pt x="789" y="0"/>
                    <a:pt x="911" y="122"/>
                    <a:pt x="911" y="273"/>
                  </a:cubicBezTo>
                  <a:cubicBezTo>
                    <a:pt x="911" y="424"/>
                    <a:pt x="913" y="735"/>
                    <a:pt x="913" y="735"/>
                  </a:cubicBezTo>
                  <a:cubicBezTo>
                    <a:pt x="913" y="735"/>
                    <a:pt x="844" y="582"/>
                    <a:pt x="677" y="557"/>
                  </a:cubicBezTo>
                  <a:cubicBezTo>
                    <a:pt x="656" y="554"/>
                    <a:pt x="275" y="550"/>
                    <a:pt x="275" y="550"/>
                  </a:cubicBezTo>
                  <a:cubicBezTo>
                    <a:pt x="123" y="550"/>
                    <a:pt x="0" y="427"/>
                    <a:pt x="0" y="275"/>
                  </a:cubicBezTo>
                  <a:cubicBezTo>
                    <a:pt x="0" y="123"/>
                    <a:pt x="123" y="0"/>
                    <a:pt x="275" y="0"/>
                  </a:cubicBezTo>
                </a:path>
              </a:pathLst>
            </a:custGeom>
            <a:solidFill>
              <a:schemeClr val="bg1"/>
            </a:solidFill>
            <a:ln w="4286" cap="flat">
              <a:solidFill>
                <a:srgbClr val="002DB0"/>
              </a:solidFill>
              <a:prstDash val="solid"/>
              <a:miter/>
            </a:ln>
          </p:spPr>
          <p:txBody>
            <a:bodyPr rtlCol="0" anchor="ctr"/>
            <a:lstStyle/>
            <a:p>
              <a:pPr algn="ctr"/>
              <a:r>
                <a:rPr lang="en-AU" dirty="0">
                  <a:sym typeface="+mn-lt"/>
                </a:rPr>
                <a:t>03</a:t>
              </a:r>
              <a:endParaRPr lang="en-AU" dirty="0">
                <a:sym typeface="+mn-lt"/>
              </a:endParaRPr>
            </a:p>
            <a:p>
              <a:pPr algn="ctr"/>
              <a:endParaRPr lang="en-AU" dirty="0">
                <a:sym typeface="+mn-lt"/>
              </a:endParaRPr>
            </a:p>
          </p:txBody>
        </p:sp>
        <p:sp>
          <p:nvSpPr>
            <p:cNvPr id="6" name="Freeform 6"/>
            <p:cNvSpPr/>
            <p:nvPr/>
          </p:nvSpPr>
          <p:spPr bwMode="auto">
            <a:xfrm>
              <a:off x="6038851" y="1670778"/>
              <a:ext cx="1293283" cy="1259417"/>
            </a:xfrm>
            <a:custGeom>
              <a:avLst/>
              <a:gdLst>
                <a:gd name="T0" fmla="*/ 534 w 764"/>
                <a:gd name="T1" fmla="*/ 0 h 615"/>
                <a:gd name="T2" fmla="*/ 232 w 764"/>
                <a:gd name="T3" fmla="*/ 0 h 615"/>
                <a:gd name="T4" fmla="*/ 231 w 764"/>
                <a:gd name="T5" fmla="*/ 0 h 615"/>
                <a:gd name="T6" fmla="*/ 230 w 764"/>
                <a:gd name="T7" fmla="*/ 0 h 615"/>
                <a:gd name="T8" fmla="*/ 2 w 764"/>
                <a:gd name="T9" fmla="*/ 229 h 615"/>
                <a:gd name="T10" fmla="*/ 0 w 764"/>
                <a:gd name="T11" fmla="*/ 615 h 615"/>
                <a:gd name="T12" fmla="*/ 198 w 764"/>
                <a:gd name="T13" fmla="*/ 466 h 615"/>
                <a:gd name="T14" fmla="*/ 534 w 764"/>
                <a:gd name="T15" fmla="*/ 460 h 615"/>
                <a:gd name="T16" fmla="*/ 764 w 764"/>
                <a:gd name="T17" fmla="*/ 230 h 615"/>
                <a:gd name="T18" fmla="*/ 534 w 764"/>
                <a:gd name="T19" fmla="*/ 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4" h="615">
                  <a:moveTo>
                    <a:pt x="534" y="0"/>
                  </a:moveTo>
                  <a:cubicBezTo>
                    <a:pt x="232" y="0"/>
                    <a:pt x="232" y="0"/>
                    <a:pt x="232" y="0"/>
                  </a:cubicBezTo>
                  <a:cubicBezTo>
                    <a:pt x="232" y="0"/>
                    <a:pt x="231" y="0"/>
                    <a:pt x="231" y="0"/>
                  </a:cubicBezTo>
                  <a:cubicBezTo>
                    <a:pt x="231" y="0"/>
                    <a:pt x="231" y="0"/>
                    <a:pt x="230" y="0"/>
                  </a:cubicBezTo>
                  <a:cubicBezTo>
                    <a:pt x="104" y="0"/>
                    <a:pt x="2" y="102"/>
                    <a:pt x="2" y="229"/>
                  </a:cubicBezTo>
                  <a:cubicBezTo>
                    <a:pt x="2" y="355"/>
                    <a:pt x="0" y="615"/>
                    <a:pt x="0" y="615"/>
                  </a:cubicBezTo>
                  <a:cubicBezTo>
                    <a:pt x="0" y="615"/>
                    <a:pt x="58" y="487"/>
                    <a:pt x="198" y="466"/>
                  </a:cubicBezTo>
                  <a:cubicBezTo>
                    <a:pt x="216" y="464"/>
                    <a:pt x="534" y="460"/>
                    <a:pt x="534" y="460"/>
                  </a:cubicBezTo>
                  <a:cubicBezTo>
                    <a:pt x="661" y="460"/>
                    <a:pt x="764" y="357"/>
                    <a:pt x="764" y="230"/>
                  </a:cubicBezTo>
                  <a:cubicBezTo>
                    <a:pt x="764" y="103"/>
                    <a:pt x="661" y="0"/>
                    <a:pt x="534" y="0"/>
                  </a:cubicBezTo>
                </a:path>
              </a:pathLst>
            </a:custGeom>
            <a:solidFill>
              <a:srgbClr val="002DB0"/>
            </a:solidFill>
            <a:ln>
              <a:noFill/>
            </a:ln>
            <a:effectLst/>
          </p:spPr>
          <p:txBody>
            <a:bodyPr lIns="91440" tIns="45720" rIns="91440" bIns="45720" anchor="ctr"/>
            <a:lstStyle/>
            <a:p>
              <a:pPr algn="ctr"/>
              <a:r>
                <a:rPr lang="en-AU" sz="1865" kern="0" dirty="0">
                  <a:solidFill>
                    <a:schemeClr val="bg1"/>
                  </a:solidFill>
                  <a:cs typeface="+mn-ea"/>
                  <a:sym typeface="+mn-lt"/>
                </a:rPr>
                <a:t>01</a:t>
              </a:r>
              <a:endParaRPr lang="en-AU" sz="1865" kern="0" dirty="0">
                <a:solidFill>
                  <a:schemeClr val="bg1"/>
                </a:solidFill>
                <a:cs typeface="+mn-ea"/>
                <a:sym typeface="+mn-lt"/>
              </a:endParaRPr>
            </a:p>
            <a:p>
              <a:pPr algn="ctr"/>
              <a:endParaRPr lang="en-AU" sz="1465" kern="0" dirty="0">
                <a:solidFill>
                  <a:schemeClr val="bg1"/>
                </a:solidFill>
                <a:cs typeface="+mn-ea"/>
                <a:sym typeface="+mn-lt"/>
              </a:endParaRPr>
            </a:p>
          </p:txBody>
        </p:sp>
        <p:sp>
          <p:nvSpPr>
            <p:cNvPr id="7" name="Freeform 5" descr="D:\51PPT模板网\51pptmoban.com\图片.jpg"/>
            <p:cNvSpPr/>
            <p:nvPr/>
          </p:nvSpPr>
          <p:spPr bwMode="auto">
            <a:xfrm>
              <a:off x="6038851" y="2752395"/>
              <a:ext cx="1547283" cy="1504949"/>
            </a:xfrm>
            <a:custGeom>
              <a:avLst/>
              <a:gdLst>
                <a:gd name="T0" fmla="*/ 639 w 914"/>
                <a:gd name="T1" fmla="*/ 0 h 735"/>
                <a:gd name="T2" fmla="*/ 277 w 914"/>
                <a:gd name="T3" fmla="*/ 0 h 735"/>
                <a:gd name="T4" fmla="*/ 276 w 914"/>
                <a:gd name="T5" fmla="*/ 0 h 735"/>
                <a:gd name="T6" fmla="*/ 275 w 914"/>
                <a:gd name="T7" fmla="*/ 0 h 735"/>
                <a:gd name="T8" fmla="*/ 2 w 914"/>
                <a:gd name="T9" fmla="*/ 273 h 735"/>
                <a:gd name="T10" fmla="*/ 0 w 914"/>
                <a:gd name="T11" fmla="*/ 735 h 735"/>
                <a:gd name="T12" fmla="*/ 237 w 914"/>
                <a:gd name="T13" fmla="*/ 557 h 735"/>
                <a:gd name="T14" fmla="*/ 639 w 914"/>
                <a:gd name="T15" fmla="*/ 550 h 735"/>
                <a:gd name="T16" fmla="*/ 914 w 914"/>
                <a:gd name="T17" fmla="*/ 275 h 735"/>
                <a:gd name="T18" fmla="*/ 639 w 914"/>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4" h="735">
                  <a:moveTo>
                    <a:pt x="639" y="0"/>
                  </a:moveTo>
                  <a:cubicBezTo>
                    <a:pt x="277" y="0"/>
                    <a:pt x="277" y="0"/>
                    <a:pt x="277" y="0"/>
                  </a:cubicBezTo>
                  <a:cubicBezTo>
                    <a:pt x="277" y="0"/>
                    <a:pt x="277" y="0"/>
                    <a:pt x="276" y="0"/>
                  </a:cubicBezTo>
                  <a:cubicBezTo>
                    <a:pt x="276" y="0"/>
                    <a:pt x="276" y="0"/>
                    <a:pt x="275" y="0"/>
                  </a:cubicBezTo>
                  <a:cubicBezTo>
                    <a:pt x="125" y="0"/>
                    <a:pt x="2" y="122"/>
                    <a:pt x="2" y="273"/>
                  </a:cubicBezTo>
                  <a:cubicBezTo>
                    <a:pt x="2" y="424"/>
                    <a:pt x="0" y="735"/>
                    <a:pt x="0" y="735"/>
                  </a:cubicBezTo>
                  <a:cubicBezTo>
                    <a:pt x="0" y="735"/>
                    <a:pt x="70" y="582"/>
                    <a:pt x="237" y="557"/>
                  </a:cubicBezTo>
                  <a:cubicBezTo>
                    <a:pt x="258" y="554"/>
                    <a:pt x="639" y="550"/>
                    <a:pt x="639" y="550"/>
                  </a:cubicBezTo>
                  <a:cubicBezTo>
                    <a:pt x="790" y="550"/>
                    <a:pt x="914" y="427"/>
                    <a:pt x="914" y="275"/>
                  </a:cubicBezTo>
                  <a:cubicBezTo>
                    <a:pt x="914" y="123"/>
                    <a:pt x="790" y="0"/>
                    <a:pt x="639" y="0"/>
                  </a:cubicBezTo>
                </a:path>
              </a:pathLst>
            </a:custGeom>
            <a:solidFill>
              <a:schemeClr val="bg1"/>
            </a:solidFill>
            <a:ln w="4286" cap="flat">
              <a:solidFill>
                <a:srgbClr val="002DB0"/>
              </a:solidFill>
              <a:prstDash val="solid"/>
              <a:miter/>
            </a:ln>
          </p:spPr>
          <p:txBody>
            <a:bodyPr rtlCol="0" anchor="ctr"/>
            <a:lstStyle/>
            <a:p>
              <a:pPr algn="ctr"/>
              <a:r>
                <a:rPr lang="en-AU" dirty="0">
                  <a:sym typeface="+mn-lt"/>
                </a:rPr>
                <a:t>02</a:t>
              </a:r>
              <a:endParaRPr lang="en-AU" dirty="0">
                <a:sym typeface="+mn-lt"/>
              </a:endParaRPr>
            </a:p>
            <a:p>
              <a:pPr algn="ctr"/>
              <a:endParaRPr lang="en-AU" dirty="0">
                <a:sym typeface="+mn-lt"/>
              </a:endParaRPr>
            </a:p>
          </p:txBody>
        </p:sp>
      </p:grpSp>
      <p:grpSp>
        <p:nvGrpSpPr>
          <p:cNvPr id="34" name="组合 33"/>
          <p:cNvGrpSpPr/>
          <p:nvPr/>
        </p:nvGrpSpPr>
        <p:grpSpPr>
          <a:xfrm>
            <a:off x="7522673" y="2922356"/>
            <a:ext cx="3180434" cy="1137297"/>
            <a:chOff x="773266" y="1906534"/>
            <a:chExt cx="3180434" cy="1137297"/>
          </a:xfrm>
        </p:grpSpPr>
        <p:sp>
          <p:nvSpPr>
            <p:cNvPr id="38" name="文本框 37"/>
            <p:cNvSpPr txBox="1"/>
            <p:nvPr/>
          </p:nvSpPr>
          <p:spPr>
            <a:xfrm>
              <a:off x="773266" y="2219631"/>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t>当前的法律更多关注平台责任，而对个人用户滥用技术行为的监管较少，特别是在个人恶意使用</a:t>
              </a:r>
              <a:r>
                <a:rPr lang="en-US" altLang="zh-CN" dirty="0"/>
                <a:t>AI</a:t>
              </a:r>
              <a:r>
                <a:rPr lang="zh-CN" altLang="en-US" dirty="0"/>
                <a:t>技术时，缺乏有效的法律手段</a:t>
              </a:r>
              <a:r>
                <a:rPr lang="en-US" altLang="zh-CN" dirty="0"/>
                <a:t>.</a:t>
              </a:r>
              <a:endParaRPr lang="en-US" altLang="zh-CN" dirty="0">
                <a:solidFill>
                  <a:schemeClr val="tx1"/>
                </a:solidFill>
                <a:sym typeface="HarmonyOS Sans SC Light" panose="00000400000000000000" pitchFamily="2" charset="-122"/>
              </a:endParaRPr>
            </a:p>
          </p:txBody>
        </p:sp>
        <p:sp>
          <p:nvSpPr>
            <p:cNvPr id="39" name="文本框 38"/>
            <p:cNvSpPr txBox="1"/>
            <p:nvPr/>
          </p:nvSpPr>
          <p:spPr>
            <a:xfrm>
              <a:off x="773266"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solidFill>
                </a:rPr>
                <a:t>个人行为监管薄弱：</a:t>
              </a:r>
              <a:endParaRPr lang="zh-CN" altLang="en-US" dirty="0">
                <a:solidFill>
                  <a:schemeClr val="tx1"/>
                </a:solidFill>
                <a:sym typeface="HarmonyOS Sans SC Light" panose="00000400000000000000" pitchFamily="2" charset="-122"/>
              </a:endParaRPr>
            </a:p>
          </p:txBody>
        </p:sp>
      </p:grpSp>
      <p:grpSp>
        <p:nvGrpSpPr>
          <p:cNvPr id="35" name="组合 34"/>
          <p:cNvGrpSpPr/>
          <p:nvPr/>
        </p:nvGrpSpPr>
        <p:grpSpPr>
          <a:xfrm>
            <a:off x="1012613" y="2874624"/>
            <a:ext cx="3149509" cy="883381"/>
            <a:chOff x="43501" y="1906534"/>
            <a:chExt cx="3149509" cy="883381"/>
          </a:xfrm>
        </p:grpSpPr>
        <p:sp>
          <p:nvSpPr>
            <p:cNvPr id="36" name="文本框 35"/>
            <p:cNvSpPr txBox="1"/>
            <p:nvPr/>
          </p:nvSpPr>
          <p:spPr>
            <a:xfrm>
              <a:off x="43501" y="2219631"/>
              <a:ext cx="3149509" cy="570284"/>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t>根据</a:t>
              </a:r>
              <a:r>
                <a:rPr lang="en-US" altLang="zh-CN" dirty="0"/>
                <a:t>《</a:t>
              </a:r>
              <a:r>
                <a:rPr lang="zh-CN" altLang="en-US" dirty="0"/>
                <a:t>民法典</a:t>
              </a:r>
              <a:r>
                <a:rPr lang="en-US" altLang="zh-CN" dirty="0"/>
                <a:t>》</a:t>
              </a:r>
              <a:r>
                <a:rPr lang="zh-CN" altLang="en-US" dirty="0"/>
                <a:t>规定，自然人的声音受到法律保护，且参照肖像权进行保护。</a:t>
              </a:r>
              <a:endParaRPr lang="en-US" altLang="zh-CN" dirty="0">
                <a:solidFill>
                  <a:schemeClr val="tx1"/>
                </a:solidFill>
                <a:sym typeface="HarmonyOS Sans SC Light" panose="00000400000000000000" pitchFamily="2" charset="-122"/>
              </a:endParaRPr>
            </a:p>
          </p:txBody>
        </p:sp>
        <p:sp>
          <p:nvSpPr>
            <p:cNvPr id="37" name="文本框 36"/>
            <p:cNvSpPr txBox="1"/>
            <p:nvPr/>
          </p:nvSpPr>
          <p:spPr>
            <a:xfrm>
              <a:off x="957443"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solidFill>
                </a:rPr>
                <a:t>人格权保护</a:t>
              </a:r>
              <a:endParaRPr lang="zh-CN" altLang="en-US" dirty="0">
                <a:solidFill>
                  <a:schemeClr val="tx1"/>
                </a:solidFill>
                <a:sym typeface="HarmonyOS Sans SC Light" panose="00000400000000000000" pitchFamily="2" charset="-122"/>
              </a:endParaRPr>
            </a:p>
          </p:txBody>
        </p:sp>
      </p:grpSp>
      <p:grpSp>
        <p:nvGrpSpPr>
          <p:cNvPr id="40" name="组合 39"/>
          <p:cNvGrpSpPr/>
          <p:nvPr/>
        </p:nvGrpSpPr>
        <p:grpSpPr>
          <a:xfrm>
            <a:off x="7543421" y="1670778"/>
            <a:ext cx="3180434" cy="1137297"/>
            <a:chOff x="773266" y="1906534"/>
            <a:chExt cx="3180434" cy="1137297"/>
          </a:xfrm>
        </p:grpSpPr>
        <p:sp>
          <p:nvSpPr>
            <p:cNvPr id="41" name="文本框 40"/>
            <p:cNvSpPr txBox="1"/>
            <p:nvPr/>
          </p:nvSpPr>
          <p:spPr>
            <a:xfrm>
              <a:off x="773266" y="2219631"/>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t>对“深度合成”概念的定义仍然较为模糊，实际应用中可能导致执法困难和法律适用上的不确定性​</a:t>
              </a:r>
              <a:endParaRPr lang="en-US" altLang="zh-CN" dirty="0">
                <a:solidFill>
                  <a:schemeClr val="tx1"/>
                </a:solidFill>
                <a:sym typeface="HarmonyOS Sans SC Light" panose="00000400000000000000" pitchFamily="2" charset="-122"/>
              </a:endParaRPr>
            </a:p>
          </p:txBody>
        </p:sp>
        <p:sp>
          <p:nvSpPr>
            <p:cNvPr id="42" name="文本框 41"/>
            <p:cNvSpPr txBox="1"/>
            <p:nvPr/>
          </p:nvSpPr>
          <p:spPr>
            <a:xfrm>
              <a:off x="773266"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solidFill>
                </a:rPr>
                <a:t>定义不够具体</a:t>
              </a:r>
              <a:endParaRPr lang="zh-CN" altLang="en-US" dirty="0">
                <a:solidFill>
                  <a:schemeClr val="tx1"/>
                </a:solidFill>
                <a:sym typeface="HarmonyOS Sans SC Light" panose="00000400000000000000" pitchFamily="2" charset="-122"/>
              </a:endParaRPr>
            </a:p>
          </p:txBody>
        </p:sp>
      </p:grpSp>
      <p:grpSp>
        <p:nvGrpSpPr>
          <p:cNvPr id="43" name="组合 42"/>
          <p:cNvGrpSpPr/>
          <p:nvPr/>
        </p:nvGrpSpPr>
        <p:grpSpPr>
          <a:xfrm>
            <a:off x="-85916" y="1723199"/>
            <a:ext cx="4254502" cy="883381"/>
            <a:chOff x="-1061491" y="1906534"/>
            <a:chExt cx="4254502" cy="883381"/>
          </a:xfrm>
        </p:grpSpPr>
        <p:sp>
          <p:nvSpPr>
            <p:cNvPr id="44" name="文本框 43"/>
            <p:cNvSpPr txBox="1"/>
            <p:nvPr/>
          </p:nvSpPr>
          <p:spPr>
            <a:xfrm>
              <a:off x="-1061491" y="2219631"/>
              <a:ext cx="4254502" cy="570284"/>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en-US" altLang="zh-CN" dirty="0"/>
                <a:t>《</a:t>
              </a:r>
              <a:r>
                <a:rPr lang="zh-CN" altLang="en-US" dirty="0"/>
                <a:t>互联网信息服务深度合成管理规定</a:t>
              </a:r>
              <a:r>
                <a:rPr lang="en-US" altLang="zh-CN" dirty="0"/>
                <a:t>》</a:t>
              </a:r>
              <a:r>
                <a:rPr lang="zh-CN" altLang="en-US" dirty="0"/>
                <a:t>明确规定了深度合成技术的应用范围，涵盖了合成语音、图像、视频等内容。</a:t>
              </a:r>
              <a:endParaRPr lang="en-US" altLang="zh-CN" dirty="0">
                <a:solidFill>
                  <a:schemeClr val="tx1"/>
                </a:solidFill>
                <a:sym typeface="HarmonyOS Sans SC Light" panose="00000400000000000000" pitchFamily="2" charset="-122"/>
              </a:endParaRPr>
            </a:p>
          </p:txBody>
        </p:sp>
        <p:sp>
          <p:nvSpPr>
            <p:cNvPr id="45" name="文本框 44"/>
            <p:cNvSpPr txBox="1"/>
            <p:nvPr/>
          </p:nvSpPr>
          <p:spPr>
            <a:xfrm>
              <a:off x="957443"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lumMod val="95000"/>
                      <a:lumOff val="5000"/>
                    </a:schemeClr>
                  </a:solidFill>
                  <a:sym typeface="HarmonyOS Sans SC Light" panose="00000400000000000000" pitchFamily="2" charset="-122"/>
                </a:rPr>
                <a:t>覆盖范围广泛</a:t>
              </a:r>
              <a:endParaRPr lang="zh-CN" altLang="en-US" dirty="0">
                <a:solidFill>
                  <a:schemeClr val="tx1">
                    <a:lumMod val="95000"/>
                    <a:lumOff val="5000"/>
                  </a:schemeClr>
                </a:solidFill>
                <a:sym typeface="HarmonyOS Sans SC Light" panose="00000400000000000000" pitchFamily="2" charset="-122"/>
              </a:endParaRPr>
            </a:p>
          </p:txBody>
        </p:sp>
      </p:grpSp>
      <p:grpSp>
        <p:nvGrpSpPr>
          <p:cNvPr id="49" name="组合 48"/>
          <p:cNvGrpSpPr/>
          <p:nvPr/>
        </p:nvGrpSpPr>
        <p:grpSpPr>
          <a:xfrm>
            <a:off x="1012613" y="4190338"/>
            <a:ext cx="3149509" cy="883381"/>
            <a:chOff x="43501" y="1906534"/>
            <a:chExt cx="3149509" cy="883381"/>
          </a:xfrm>
        </p:grpSpPr>
        <p:sp>
          <p:nvSpPr>
            <p:cNvPr id="50" name="文本框 49"/>
            <p:cNvSpPr txBox="1"/>
            <p:nvPr/>
          </p:nvSpPr>
          <p:spPr>
            <a:xfrm>
              <a:off x="43501" y="2219631"/>
              <a:ext cx="3149509" cy="570284"/>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t>法规要求信息服务提供者承担信息安全责任，认证用户身份，有助于降低滥用风险。</a:t>
              </a:r>
              <a:endParaRPr lang="en-US" altLang="zh-CN" dirty="0">
                <a:solidFill>
                  <a:schemeClr val="tx1"/>
                </a:solidFill>
                <a:sym typeface="HarmonyOS Sans SC Light" panose="00000400000000000000" pitchFamily="2" charset="-122"/>
              </a:endParaRPr>
            </a:p>
          </p:txBody>
        </p:sp>
        <p:sp>
          <p:nvSpPr>
            <p:cNvPr id="51" name="文本框 50"/>
            <p:cNvSpPr txBox="1"/>
            <p:nvPr/>
          </p:nvSpPr>
          <p:spPr>
            <a:xfrm>
              <a:off x="299331" y="1906534"/>
              <a:ext cx="2893679"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solidFill>
                </a:rPr>
                <a:t>安全责任和内容管理</a:t>
              </a:r>
              <a:endParaRPr lang="zh-CN" altLang="en-US" dirty="0">
                <a:solidFill>
                  <a:schemeClr val="tx1"/>
                </a:solidFill>
                <a:sym typeface="HarmonyOS Sans SC Light" panose="00000400000000000000" pitchFamily="2" charset="-122"/>
              </a:endParaRPr>
            </a:p>
          </p:txBody>
        </p:sp>
      </p:grpSp>
      <p:sp>
        <p:nvSpPr>
          <p:cNvPr id="5" name="PA-矩形 13"/>
          <p:cNvSpPr/>
          <p:nvPr>
            <p:custDataLst>
              <p:tags r:id="rId1"/>
            </p:custDataLst>
          </p:nvPr>
        </p:nvSpPr>
        <p:spPr>
          <a:xfrm flipH="1">
            <a:off x="3249610" y="945569"/>
            <a:ext cx="2456627" cy="487736"/>
          </a:xfrm>
          <a:prstGeom prst="rect">
            <a:avLst/>
          </a:prstGeom>
          <a:solidFill>
            <a:srgbClr val="002D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solidFill>
                <a:cs typeface="+mn-ea"/>
                <a:sym typeface="+mn-lt"/>
              </a:rPr>
              <a:t>优点</a:t>
            </a:r>
            <a:endParaRPr lang="en-US" dirty="0">
              <a:solidFill>
                <a:schemeClr val="lt1"/>
              </a:solidFill>
              <a:cs typeface="+mn-ea"/>
              <a:sym typeface="+mn-lt"/>
            </a:endParaRPr>
          </a:p>
        </p:txBody>
      </p:sp>
      <p:sp>
        <p:nvSpPr>
          <p:cNvPr id="8" name="PA-矩形 13"/>
          <p:cNvSpPr/>
          <p:nvPr>
            <p:custDataLst>
              <p:tags r:id="rId2"/>
            </p:custDataLst>
          </p:nvPr>
        </p:nvSpPr>
        <p:spPr>
          <a:xfrm flipH="1">
            <a:off x="6021566" y="945438"/>
            <a:ext cx="2456627" cy="487736"/>
          </a:xfrm>
          <a:prstGeom prst="rect">
            <a:avLst/>
          </a:prstGeom>
          <a:solidFill>
            <a:schemeClr val="bg1"/>
          </a:solidFill>
          <a:ln>
            <a:solidFill>
              <a:srgbClr val="002D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cs typeface="+mn-ea"/>
                <a:sym typeface="+mn-lt"/>
              </a:rPr>
              <a:t>缺点</a:t>
            </a:r>
            <a:endParaRPr lang="en-US" dirty="0">
              <a:solidFill>
                <a:schemeClr val="tx1"/>
              </a:solidFill>
              <a:cs typeface="+mn-ea"/>
              <a:sym typeface="+mn-lt"/>
            </a:endParaRPr>
          </a:p>
        </p:txBody>
      </p:sp>
      <p:sp>
        <p:nvSpPr>
          <p:cNvPr id="10" name="Freeform 8"/>
          <p:cNvSpPr/>
          <p:nvPr/>
        </p:nvSpPr>
        <p:spPr bwMode="auto">
          <a:xfrm flipH="1">
            <a:off x="5998254" y="4071616"/>
            <a:ext cx="1545167" cy="1504949"/>
          </a:xfrm>
          <a:custGeom>
            <a:avLst/>
            <a:gdLst>
              <a:gd name="T0" fmla="*/ 275 w 913"/>
              <a:gd name="T1" fmla="*/ 0 h 735"/>
              <a:gd name="T2" fmla="*/ 636 w 913"/>
              <a:gd name="T3" fmla="*/ 0 h 735"/>
              <a:gd name="T4" fmla="*/ 637 w 913"/>
              <a:gd name="T5" fmla="*/ 0 h 735"/>
              <a:gd name="T6" fmla="*/ 638 w 913"/>
              <a:gd name="T7" fmla="*/ 0 h 735"/>
              <a:gd name="T8" fmla="*/ 911 w 913"/>
              <a:gd name="T9" fmla="*/ 273 h 735"/>
              <a:gd name="T10" fmla="*/ 913 w 913"/>
              <a:gd name="T11" fmla="*/ 735 h 735"/>
              <a:gd name="T12" fmla="*/ 677 w 913"/>
              <a:gd name="T13" fmla="*/ 557 h 735"/>
              <a:gd name="T14" fmla="*/ 275 w 913"/>
              <a:gd name="T15" fmla="*/ 550 h 735"/>
              <a:gd name="T16" fmla="*/ 0 w 913"/>
              <a:gd name="T17" fmla="*/ 275 h 735"/>
              <a:gd name="T18" fmla="*/ 275 w 913"/>
              <a:gd name="T19"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3" h="735">
                <a:moveTo>
                  <a:pt x="275" y="0"/>
                </a:moveTo>
                <a:cubicBezTo>
                  <a:pt x="636" y="0"/>
                  <a:pt x="636" y="0"/>
                  <a:pt x="636" y="0"/>
                </a:cubicBezTo>
                <a:cubicBezTo>
                  <a:pt x="636" y="0"/>
                  <a:pt x="637" y="0"/>
                  <a:pt x="637" y="0"/>
                </a:cubicBezTo>
                <a:cubicBezTo>
                  <a:pt x="637" y="0"/>
                  <a:pt x="638" y="0"/>
                  <a:pt x="638" y="0"/>
                </a:cubicBezTo>
                <a:cubicBezTo>
                  <a:pt x="789" y="0"/>
                  <a:pt x="911" y="122"/>
                  <a:pt x="911" y="273"/>
                </a:cubicBezTo>
                <a:cubicBezTo>
                  <a:pt x="911" y="424"/>
                  <a:pt x="913" y="735"/>
                  <a:pt x="913" y="735"/>
                </a:cubicBezTo>
                <a:cubicBezTo>
                  <a:pt x="913" y="735"/>
                  <a:pt x="844" y="582"/>
                  <a:pt x="677" y="557"/>
                </a:cubicBezTo>
                <a:cubicBezTo>
                  <a:pt x="656" y="554"/>
                  <a:pt x="275" y="550"/>
                  <a:pt x="275" y="550"/>
                </a:cubicBezTo>
                <a:cubicBezTo>
                  <a:pt x="123" y="550"/>
                  <a:pt x="0" y="427"/>
                  <a:pt x="0" y="275"/>
                </a:cubicBezTo>
                <a:cubicBezTo>
                  <a:pt x="0" y="123"/>
                  <a:pt x="123" y="0"/>
                  <a:pt x="275" y="0"/>
                </a:cubicBezTo>
              </a:path>
            </a:pathLst>
          </a:custGeom>
          <a:solidFill>
            <a:srgbClr val="002DB0"/>
          </a:solidFill>
          <a:ln>
            <a:noFill/>
          </a:ln>
          <a:effectLst/>
        </p:spPr>
        <p:txBody>
          <a:bodyPr lIns="91440" tIns="45720" rIns="91440" bIns="45720" anchor="ctr"/>
          <a:lstStyle/>
          <a:p>
            <a:pPr algn="ctr"/>
            <a:r>
              <a:rPr lang="en-AU" sz="1865" kern="0" dirty="0">
                <a:solidFill>
                  <a:schemeClr val="bg1"/>
                </a:solidFill>
                <a:cs typeface="+mn-ea"/>
                <a:sym typeface="+mn-lt"/>
              </a:rPr>
              <a:t>03</a:t>
            </a:r>
            <a:endParaRPr lang="en-AU" sz="1865" kern="0" dirty="0">
              <a:solidFill>
                <a:schemeClr val="bg1"/>
              </a:solidFill>
              <a:cs typeface="+mn-ea"/>
              <a:sym typeface="+mn-lt"/>
            </a:endParaRPr>
          </a:p>
          <a:p>
            <a:pPr algn="ctr"/>
            <a:endParaRPr lang="en-AU" sz="1465" kern="0" dirty="0">
              <a:solidFill>
                <a:schemeClr val="bg1"/>
              </a:solidFill>
              <a:cs typeface="+mn-ea"/>
              <a:sym typeface="+mn-lt"/>
            </a:endParaRPr>
          </a:p>
        </p:txBody>
      </p:sp>
      <p:grpSp>
        <p:nvGrpSpPr>
          <p:cNvPr id="11" name="组合 10"/>
          <p:cNvGrpSpPr/>
          <p:nvPr/>
        </p:nvGrpSpPr>
        <p:grpSpPr>
          <a:xfrm>
            <a:off x="7553317" y="4241577"/>
            <a:ext cx="3180434" cy="1137297"/>
            <a:chOff x="773266" y="1906534"/>
            <a:chExt cx="3180434" cy="1137297"/>
          </a:xfrm>
        </p:grpSpPr>
        <p:sp>
          <p:nvSpPr>
            <p:cNvPr id="18" name="文本框 17"/>
            <p:cNvSpPr txBox="1"/>
            <p:nvPr/>
          </p:nvSpPr>
          <p:spPr>
            <a:xfrm>
              <a:off x="773266" y="2219631"/>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t>技术更新的速度较快，而现行法律难以在短时间内及时响应新技术滥用形式，导致在某些情况下法律可能难以及时适应新兴的滥用行为。</a:t>
              </a:r>
              <a:endParaRPr lang="en-US" altLang="zh-CN" dirty="0">
                <a:solidFill>
                  <a:schemeClr val="tx1"/>
                </a:solidFill>
                <a:sym typeface="HarmonyOS Sans SC Light" panose="00000400000000000000" pitchFamily="2" charset="-122"/>
              </a:endParaRPr>
            </a:p>
          </p:txBody>
        </p:sp>
        <p:sp>
          <p:nvSpPr>
            <p:cNvPr id="19" name="文本框 18"/>
            <p:cNvSpPr txBox="1"/>
            <p:nvPr/>
          </p:nvSpPr>
          <p:spPr>
            <a:xfrm>
              <a:off x="773266" y="1906534"/>
              <a:ext cx="3002173"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solidFill>
                </a:rPr>
                <a:t>技术发展滞后于法律</a:t>
              </a:r>
              <a:endParaRPr lang="zh-CN" altLang="en-US" dirty="0">
                <a:solidFill>
                  <a:schemeClr val="tx1"/>
                </a:solidFill>
                <a:sym typeface="HarmonyOS Sans SC Light" panose="00000400000000000000" pitchFamily="2" charset="-122"/>
              </a:endParaRPr>
            </a:p>
          </p:txBody>
        </p:sp>
      </p:grpSp>
      <p:pic>
        <p:nvPicPr>
          <p:cNvPr id="20" name="图片 19"/>
          <p:cNvPicPr>
            <a:picLocks noChangeAspect="1"/>
          </p:cNvPicPr>
          <p:nvPr/>
        </p:nvPicPr>
        <p:blipFill>
          <a:blip r:embed="rId3"/>
          <a:stretch>
            <a:fillRect/>
          </a:stretch>
        </p:blipFill>
        <p:spPr>
          <a:xfrm>
            <a:off x="4723077" y="5480504"/>
            <a:ext cx="2290540" cy="12917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590049"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4224922" cy="523220"/>
            <a:chOff x="2771965" y="2241921"/>
            <a:chExt cx="4224922" cy="523220"/>
          </a:xfrm>
        </p:grpSpPr>
        <p:sp>
          <p:nvSpPr>
            <p:cNvPr id="16" name="文本框 15"/>
            <p:cNvSpPr txBox="1"/>
            <p:nvPr/>
          </p:nvSpPr>
          <p:spPr>
            <a:xfrm>
              <a:off x="4279476" y="2291526"/>
              <a:ext cx="2717411" cy="400110"/>
            </a:xfrm>
            <a:prstGeom prst="rect">
              <a:avLst/>
            </a:prstGeom>
            <a:noFill/>
          </p:spPr>
          <p:txBody>
            <a:bodyPr wrap="none" rtlCol="0">
              <a:spAutoFit/>
            </a:bodyPr>
            <a:lstStyle/>
            <a:p>
              <a:r>
                <a:rPr lang="en-US" altLang="zh-CN" sz="2000" b="1" dirty="0">
                  <a:solidFill>
                    <a:schemeClr val="tx1">
                      <a:lumMod val="95000"/>
                      <a:lumOff val="5000"/>
                    </a:schemeClr>
                  </a:solidFill>
                </a:rPr>
                <a:t>AI</a:t>
              </a:r>
              <a:r>
                <a:rPr lang="zh-CN" altLang="en-US" sz="2000" b="1" dirty="0">
                  <a:solidFill>
                    <a:schemeClr val="tx1">
                      <a:lumMod val="95000"/>
                      <a:lumOff val="5000"/>
                    </a:schemeClr>
                  </a:solidFill>
                </a:rPr>
                <a:t>配音技术的滥用风险</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62361"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03</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sp>
        <p:nvSpPr>
          <p:cNvPr id="3" name="PA-矩形 22"/>
          <p:cNvSpPr/>
          <p:nvPr>
            <p:custDataLst>
              <p:tags r:id="rId1"/>
            </p:custDataLst>
          </p:nvPr>
        </p:nvSpPr>
        <p:spPr>
          <a:xfrm flipH="1">
            <a:off x="1794689" y="3053191"/>
            <a:ext cx="831600" cy="829708"/>
          </a:xfrm>
          <a:prstGeom prst="rect">
            <a:avLst/>
          </a:prstGeom>
          <a:solidFill>
            <a:schemeClr val="bg1"/>
          </a:solidFill>
          <a:ln w="4286" cap="flat">
            <a:solidFill>
              <a:srgbClr val="002DB0"/>
            </a:solidFill>
            <a:prstDash val="solid"/>
            <a:miter/>
          </a:ln>
        </p:spPr>
        <p:txBody>
          <a:bodyPr rtlCol="0" anchor="ctr"/>
          <a:lstStyle/>
          <a:p>
            <a:endParaRPr lang="en-US" dirty="0">
              <a:solidFill>
                <a:schemeClr val="tx1"/>
              </a:solidFill>
              <a:sym typeface="+mn-lt"/>
            </a:endParaRPr>
          </a:p>
        </p:txBody>
      </p:sp>
      <p:sp>
        <p:nvSpPr>
          <p:cNvPr id="4" name="PA-任意多边形 23" descr="D:\51PPT模板网\51pptmoban.com\图片.jpg"/>
          <p:cNvSpPr>
            <a:spLocks noEditPoints="1"/>
          </p:cNvSpPr>
          <p:nvPr>
            <p:custDataLst>
              <p:tags r:id="rId2"/>
            </p:custDataLst>
          </p:nvPr>
        </p:nvSpPr>
        <p:spPr bwMode="auto">
          <a:xfrm flipH="1">
            <a:off x="1951110" y="3262688"/>
            <a:ext cx="512011" cy="421020"/>
          </a:xfrm>
          <a:custGeom>
            <a:avLst/>
            <a:gdLst/>
            <a:ahLst/>
            <a:cxnLst>
              <a:cxn ang="0">
                <a:pos x="312" y="110"/>
              </a:cxn>
              <a:cxn ang="0">
                <a:pos x="323" y="138"/>
              </a:cxn>
              <a:cxn ang="0">
                <a:pos x="350" y="127"/>
              </a:cxn>
              <a:cxn ang="0">
                <a:pos x="339" y="100"/>
              </a:cxn>
              <a:cxn ang="0">
                <a:pos x="25" y="100"/>
              </a:cxn>
              <a:cxn ang="0">
                <a:pos x="15" y="127"/>
              </a:cxn>
              <a:cxn ang="0">
                <a:pos x="42" y="138"/>
              </a:cxn>
              <a:cxn ang="0">
                <a:pos x="53" y="110"/>
              </a:cxn>
              <a:cxn ang="0">
                <a:pos x="270" y="60"/>
              </a:cxn>
              <a:cxn ang="0">
                <a:pos x="248" y="69"/>
              </a:cxn>
              <a:cxn ang="0">
                <a:pos x="239" y="91"/>
              </a:cxn>
              <a:cxn ang="0">
                <a:pos x="252" y="116"/>
              </a:cxn>
              <a:cxn ang="0">
                <a:pos x="276" y="121"/>
              </a:cxn>
              <a:cxn ang="0">
                <a:pos x="297" y="103"/>
              </a:cxn>
              <a:cxn ang="0">
                <a:pos x="297" y="80"/>
              </a:cxn>
              <a:cxn ang="0">
                <a:pos x="276" y="62"/>
              </a:cxn>
              <a:cxn ang="0">
                <a:pos x="330" y="183"/>
              </a:cxn>
              <a:cxn ang="0">
                <a:pos x="321" y="152"/>
              </a:cxn>
              <a:cxn ang="0">
                <a:pos x="350" y="158"/>
              </a:cxn>
              <a:cxn ang="0">
                <a:pos x="364" y="185"/>
              </a:cxn>
              <a:cxn ang="0">
                <a:pos x="83" y="63"/>
              </a:cxn>
              <a:cxn ang="0">
                <a:pos x="65" y="85"/>
              </a:cxn>
              <a:cxn ang="0">
                <a:pos x="71" y="109"/>
              </a:cxn>
              <a:cxn ang="0">
                <a:pos x="96" y="121"/>
              </a:cxn>
              <a:cxn ang="0">
                <a:pos x="118" y="112"/>
              </a:cxn>
              <a:cxn ang="0">
                <a:pos x="127" y="91"/>
              </a:cxn>
              <a:cxn ang="0">
                <a:pos x="112" y="65"/>
              </a:cxn>
              <a:cxn ang="0">
                <a:pos x="35" y="150"/>
              </a:cxn>
              <a:cxn ang="0">
                <a:pos x="36" y="176"/>
              </a:cxn>
              <a:cxn ang="0">
                <a:pos x="0" y="185"/>
              </a:cxn>
              <a:cxn ang="0">
                <a:pos x="15" y="158"/>
              </a:cxn>
              <a:cxn ang="0">
                <a:pos x="183" y="0"/>
              </a:cxn>
              <a:cxn ang="0">
                <a:pos x="151" y="13"/>
              </a:cxn>
              <a:cxn ang="0">
                <a:pos x="138" y="45"/>
              </a:cxn>
              <a:cxn ang="0">
                <a:pos x="158" y="81"/>
              </a:cxn>
              <a:cxn ang="0">
                <a:pos x="192" y="89"/>
              </a:cxn>
              <a:cxn ang="0">
                <a:pos x="225" y="62"/>
              </a:cxn>
              <a:cxn ang="0">
                <a:pos x="225" y="27"/>
              </a:cxn>
              <a:cxn ang="0">
                <a:pos x="192" y="0"/>
              </a:cxn>
              <a:cxn ang="0">
                <a:pos x="265" y="174"/>
              </a:cxn>
              <a:cxn ang="0">
                <a:pos x="256" y="136"/>
              </a:cxn>
              <a:cxn ang="0">
                <a:pos x="279" y="136"/>
              </a:cxn>
              <a:cxn ang="0">
                <a:pos x="316" y="165"/>
              </a:cxn>
              <a:cxn ang="0">
                <a:pos x="100" y="272"/>
              </a:cxn>
              <a:cxn ang="0">
                <a:pos x="51" y="165"/>
              </a:cxn>
              <a:cxn ang="0">
                <a:pos x="85" y="136"/>
              </a:cxn>
              <a:cxn ang="0">
                <a:pos x="109" y="136"/>
              </a:cxn>
              <a:cxn ang="0">
                <a:pos x="100" y="174"/>
              </a:cxn>
              <a:cxn ang="0">
                <a:pos x="252" y="159"/>
              </a:cxn>
              <a:cxn ang="0">
                <a:pos x="210" y="109"/>
              </a:cxn>
              <a:cxn ang="0">
                <a:pos x="154" y="109"/>
              </a:cxn>
              <a:cxn ang="0">
                <a:pos x="112" y="159"/>
              </a:cxn>
            </a:cxnLst>
            <a:rect l="0" t="0" r="r" b="b"/>
            <a:pathLst>
              <a:path w="364" h="301">
                <a:moveTo>
                  <a:pt x="332" y="98"/>
                </a:moveTo>
                <a:lnTo>
                  <a:pt x="332" y="98"/>
                </a:lnTo>
                <a:lnTo>
                  <a:pt x="323" y="100"/>
                </a:lnTo>
                <a:lnTo>
                  <a:pt x="317" y="105"/>
                </a:lnTo>
                <a:lnTo>
                  <a:pt x="312" y="110"/>
                </a:lnTo>
                <a:lnTo>
                  <a:pt x="310" y="120"/>
                </a:lnTo>
                <a:lnTo>
                  <a:pt x="310" y="120"/>
                </a:lnTo>
                <a:lnTo>
                  <a:pt x="312" y="127"/>
                </a:lnTo>
                <a:lnTo>
                  <a:pt x="317" y="134"/>
                </a:lnTo>
                <a:lnTo>
                  <a:pt x="323" y="138"/>
                </a:lnTo>
                <a:lnTo>
                  <a:pt x="332" y="139"/>
                </a:lnTo>
                <a:lnTo>
                  <a:pt x="332" y="139"/>
                </a:lnTo>
                <a:lnTo>
                  <a:pt x="339" y="138"/>
                </a:lnTo>
                <a:lnTo>
                  <a:pt x="346" y="134"/>
                </a:lnTo>
                <a:lnTo>
                  <a:pt x="350" y="127"/>
                </a:lnTo>
                <a:lnTo>
                  <a:pt x="352" y="120"/>
                </a:lnTo>
                <a:lnTo>
                  <a:pt x="352" y="120"/>
                </a:lnTo>
                <a:lnTo>
                  <a:pt x="350" y="110"/>
                </a:lnTo>
                <a:lnTo>
                  <a:pt x="346" y="105"/>
                </a:lnTo>
                <a:lnTo>
                  <a:pt x="339" y="100"/>
                </a:lnTo>
                <a:lnTo>
                  <a:pt x="332" y="98"/>
                </a:lnTo>
                <a:lnTo>
                  <a:pt x="332" y="98"/>
                </a:lnTo>
                <a:close/>
                <a:moveTo>
                  <a:pt x="35" y="98"/>
                </a:moveTo>
                <a:lnTo>
                  <a:pt x="35" y="98"/>
                </a:lnTo>
                <a:lnTo>
                  <a:pt x="25" y="100"/>
                </a:lnTo>
                <a:lnTo>
                  <a:pt x="20" y="105"/>
                </a:lnTo>
                <a:lnTo>
                  <a:pt x="15" y="110"/>
                </a:lnTo>
                <a:lnTo>
                  <a:pt x="13" y="120"/>
                </a:lnTo>
                <a:lnTo>
                  <a:pt x="13" y="120"/>
                </a:lnTo>
                <a:lnTo>
                  <a:pt x="15" y="127"/>
                </a:lnTo>
                <a:lnTo>
                  <a:pt x="20" y="134"/>
                </a:lnTo>
                <a:lnTo>
                  <a:pt x="25" y="138"/>
                </a:lnTo>
                <a:lnTo>
                  <a:pt x="35" y="139"/>
                </a:lnTo>
                <a:lnTo>
                  <a:pt x="35" y="139"/>
                </a:lnTo>
                <a:lnTo>
                  <a:pt x="42" y="138"/>
                </a:lnTo>
                <a:lnTo>
                  <a:pt x="49" y="134"/>
                </a:lnTo>
                <a:lnTo>
                  <a:pt x="53" y="127"/>
                </a:lnTo>
                <a:lnTo>
                  <a:pt x="54" y="120"/>
                </a:lnTo>
                <a:lnTo>
                  <a:pt x="54" y="120"/>
                </a:lnTo>
                <a:lnTo>
                  <a:pt x="53" y="110"/>
                </a:lnTo>
                <a:lnTo>
                  <a:pt x="49" y="105"/>
                </a:lnTo>
                <a:lnTo>
                  <a:pt x="42" y="100"/>
                </a:lnTo>
                <a:lnTo>
                  <a:pt x="35" y="98"/>
                </a:lnTo>
                <a:lnTo>
                  <a:pt x="35" y="98"/>
                </a:lnTo>
                <a:close/>
                <a:moveTo>
                  <a:pt x="270" y="60"/>
                </a:moveTo>
                <a:lnTo>
                  <a:pt x="270" y="60"/>
                </a:lnTo>
                <a:lnTo>
                  <a:pt x="263" y="62"/>
                </a:lnTo>
                <a:lnTo>
                  <a:pt x="258" y="63"/>
                </a:lnTo>
                <a:lnTo>
                  <a:pt x="252" y="65"/>
                </a:lnTo>
                <a:lnTo>
                  <a:pt x="248" y="69"/>
                </a:lnTo>
                <a:lnTo>
                  <a:pt x="245" y="74"/>
                </a:lnTo>
                <a:lnTo>
                  <a:pt x="241" y="80"/>
                </a:lnTo>
                <a:lnTo>
                  <a:pt x="239" y="85"/>
                </a:lnTo>
                <a:lnTo>
                  <a:pt x="239" y="91"/>
                </a:lnTo>
                <a:lnTo>
                  <a:pt x="239" y="91"/>
                </a:lnTo>
                <a:lnTo>
                  <a:pt x="239" y="98"/>
                </a:lnTo>
                <a:lnTo>
                  <a:pt x="241" y="103"/>
                </a:lnTo>
                <a:lnTo>
                  <a:pt x="245" y="109"/>
                </a:lnTo>
                <a:lnTo>
                  <a:pt x="248" y="112"/>
                </a:lnTo>
                <a:lnTo>
                  <a:pt x="252" y="116"/>
                </a:lnTo>
                <a:lnTo>
                  <a:pt x="258" y="120"/>
                </a:lnTo>
                <a:lnTo>
                  <a:pt x="263" y="121"/>
                </a:lnTo>
                <a:lnTo>
                  <a:pt x="270" y="121"/>
                </a:lnTo>
                <a:lnTo>
                  <a:pt x="270" y="121"/>
                </a:lnTo>
                <a:lnTo>
                  <a:pt x="276" y="121"/>
                </a:lnTo>
                <a:lnTo>
                  <a:pt x="281" y="120"/>
                </a:lnTo>
                <a:lnTo>
                  <a:pt x="287" y="116"/>
                </a:lnTo>
                <a:lnTo>
                  <a:pt x="292" y="112"/>
                </a:lnTo>
                <a:lnTo>
                  <a:pt x="296" y="109"/>
                </a:lnTo>
                <a:lnTo>
                  <a:pt x="297" y="103"/>
                </a:lnTo>
                <a:lnTo>
                  <a:pt x="299" y="98"/>
                </a:lnTo>
                <a:lnTo>
                  <a:pt x="301" y="91"/>
                </a:lnTo>
                <a:lnTo>
                  <a:pt x="301" y="91"/>
                </a:lnTo>
                <a:lnTo>
                  <a:pt x="299" y="85"/>
                </a:lnTo>
                <a:lnTo>
                  <a:pt x="297" y="80"/>
                </a:lnTo>
                <a:lnTo>
                  <a:pt x="296" y="74"/>
                </a:lnTo>
                <a:lnTo>
                  <a:pt x="292" y="69"/>
                </a:lnTo>
                <a:lnTo>
                  <a:pt x="287" y="65"/>
                </a:lnTo>
                <a:lnTo>
                  <a:pt x="281" y="63"/>
                </a:lnTo>
                <a:lnTo>
                  <a:pt x="276" y="62"/>
                </a:lnTo>
                <a:lnTo>
                  <a:pt x="270" y="60"/>
                </a:lnTo>
                <a:lnTo>
                  <a:pt x="270" y="60"/>
                </a:lnTo>
                <a:close/>
                <a:moveTo>
                  <a:pt x="364" y="248"/>
                </a:moveTo>
                <a:lnTo>
                  <a:pt x="330" y="248"/>
                </a:lnTo>
                <a:lnTo>
                  <a:pt x="330" y="183"/>
                </a:lnTo>
                <a:lnTo>
                  <a:pt x="330" y="183"/>
                </a:lnTo>
                <a:lnTo>
                  <a:pt x="330" y="176"/>
                </a:lnTo>
                <a:lnTo>
                  <a:pt x="328" y="167"/>
                </a:lnTo>
                <a:lnTo>
                  <a:pt x="321" y="152"/>
                </a:lnTo>
                <a:lnTo>
                  <a:pt x="321" y="152"/>
                </a:lnTo>
                <a:lnTo>
                  <a:pt x="332" y="150"/>
                </a:lnTo>
                <a:lnTo>
                  <a:pt x="332" y="150"/>
                </a:lnTo>
                <a:lnTo>
                  <a:pt x="337" y="152"/>
                </a:lnTo>
                <a:lnTo>
                  <a:pt x="345" y="154"/>
                </a:lnTo>
                <a:lnTo>
                  <a:pt x="350" y="158"/>
                </a:lnTo>
                <a:lnTo>
                  <a:pt x="355" y="161"/>
                </a:lnTo>
                <a:lnTo>
                  <a:pt x="359" y="167"/>
                </a:lnTo>
                <a:lnTo>
                  <a:pt x="363" y="172"/>
                </a:lnTo>
                <a:lnTo>
                  <a:pt x="364" y="178"/>
                </a:lnTo>
                <a:lnTo>
                  <a:pt x="364" y="185"/>
                </a:lnTo>
                <a:lnTo>
                  <a:pt x="364" y="248"/>
                </a:lnTo>
                <a:close/>
                <a:moveTo>
                  <a:pt x="96" y="60"/>
                </a:moveTo>
                <a:lnTo>
                  <a:pt x="96" y="60"/>
                </a:lnTo>
                <a:lnTo>
                  <a:pt x="89" y="62"/>
                </a:lnTo>
                <a:lnTo>
                  <a:pt x="83" y="63"/>
                </a:lnTo>
                <a:lnTo>
                  <a:pt x="78" y="65"/>
                </a:lnTo>
                <a:lnTo>
                  <a:pt x="74" y="69"/>
                </a:lnTo>
                <a:lnTo>
                  <a:pt x="71" y="74"/>
                </a:lnTo>
                <a:lnTo>
                  <a:pt x="67" y="80"/>
                </a:lnTo>
                <a:lnTo>
                  <a:pt x="65" y="85"/>
                </a:lnTo>
                <a:lnTo>
                  <a:pt x="65" y="91"/>
                </a:lnTo>
                <a:lnTo>
                  <a:pt x="65" y="91"/>
                </a:lnTo>
                <a:lnTo>
                  <a:pt x="65" y="98"/>
                </a:lnTo>
                <a:lnTo>
                  <a:pt x="67" y="103"/>
                </a:lnTo>
                <a:lnTo>
                  <a:pt x="71" y="109"/>
                </a:lnTo>
                <a:lnTo>
                  <a:pt x="74" y="112"/>
                </a:lnTo>
                <a:lnTo>
                  <a:pt x="78" y="116"/>
                </a:lnTo>
                <a:lnTo>
                  <a:pt x="83" y="120"/>
                </a:lnTo>
                <a:lnTo>
                  <a:pt x="89" y="121"/>
                </a:lnTo>
                <a:lnTo>
                  <a:pt x="96" y="121"/>
                </a:lnTo>
                <a:lnTo>
                  <a:pt x="96" y="121"/>
                </a:lnTo>
                <a:lnTo>
                  <a:pt x="102" y="121"/>
                </a:lnTo>
                <a:lnTo>
                  <a:pt x="107" y="120"/>
                </a:lnTo>
                <a:lnTo>
                  <a:pt x="112" y="116"/>
                </a:lnTo>
                <a:lnTo>
                  <a:pt x="118" y="112"/>
                </a:lnTo>
                <a:lnTo>
                  <a:pt x="122" y="109"/>
                </a:lnTo>
                <a:lnTo>
                  <a:pt x="123" y="103"/>
                </a:lnTo>
                <a:lnTo>
                  <a:pt x="125" y="98"/>
                </a:lnTo>
                <a:lnTo>
                  <a:pt x="127" y="91"/>
                </a:lnTo>
                <a:lnTo>
                  <a:pt x="127" y="91"/>
                </a:lnTo>
                <a:lnTo>
                  <a:pt x="125" y="85"/>
                </a:lnTo>
                <a:lnTo>
                  <a:pt x="123" y="80"/>
                </a:lnTo>
                <a:lnTo>
                  <a:pt x="122" y="74"/>
                </a:lnTo>
                <a:lnTo>
                  <a:pt x="118" y="69"/>
                </a:lnTo>
                <a:lnTo>
                  <a:pt x="112" y="65"/>
                </a:lnTo>
                <a:lnTo>
                  <a:pt x="107" y="63"/>
                </a:lnTo>
                <a:lnTo>
                  <a:pt x="102" y="62"/>
                </a:lnTo>
                <a:lnTo>
                  <a:pt x="96" y="60"/>
                </a:lnTo>
                <a:lnTo>
                  <a:pt x="96" y="60"/>
                </a:lnTo>
                <a:close/>
                <a:moveTo>
                  <a:pt x="35" y="150"/>
                </a:moveTo>
                <a:lnTo>
                  <a:pt x="35" y="150"/>
                </a:lnTo>
                <a:lnTo>
                  <a:pt x="44" y="152"/>
                </a:lnTo>
                <a:lnTo>
                  <a:pt x="44" y="152"/>
                </a:lnTo>
                <a:lnTo>
                  <a:pt x="38" y="167"/>
                </a:lnTo>
                <a:lnTo>
                  <a:pt x="36" y="176"/>
                </a:lnTo>
                <a:lnTo>
                  <a:pt x="35" y="183"/>
                </a:lnTo>
                <a:lnTo>
                  <a:pt x="35" y="248"/>
                </a:lnTo>
                <a:lnTo>
                  <a:pt x="0" y="248"/>
                </a:lnTo>
                <a:lnTo>
                  <a:pt x="0" y="185"/>
                </a:lnTo>
                <a:lnTo>
                  <a:pt x="0" y="185"/>
                </a:lnTo>
                <a:lnTo>
                  <a:pt x="0" y="178"/>
                </a:lnTo>
                <a:lnTo>
                  <a:pt x="2" y="172"/>
                </a:lnTo>
                <a:lnTo>
                  <a:pt x="6" y="167"/>
                </a:lnTo>
                <a:lnTo>
                  <a:pt x="9" y="161"/>
                </a:lnTo>
                <a:lnTo>
                  <a:pt x="15" y="158"/>
                </a:lnTo>
                <a:lnTo>
                  <a:pt x="20" y="154"/>
                </a:lnTo>
                <a:lnTo>
                  <a:pt x="27" y="152"/>
                </a:lnTo>
                <a:lnTo>
                  <a:pt x="35" y="150"/>
                </a:lnTo>
                <a:lnTo>
                  <a:pt x="35" y="150"/>
                </a:lnTo>
                <a:close/>
                <a:moveTo>
                  <a:pt x="183" y="0"/>
                </a:moveTo>
                <a:lnTo>
                  <a:pt x="183" y="0"/>
                </a:lnTo>
                <a:lnTo>
                  <a:pt x="174" y="0"/>
                </a:lnTo>
                <a:lnTo>
                  <a:pt x="165" y="4"/>
                </a:lnTo>
                <a:lnTo>
                  <a:pt x="158" y="7"/>
                </a:lnTo>
                <a:lnTo>
                  <a:pt x="151" y="13"/>
                </a:lnTo>
                <a:lnTo>
                  <a:pt x="145" y="20"/>
                </a:lnTo>
                <a:lnTo>
                  <a:pt x="141" y="27"/>
                </a:lnTo>
                <a:lnTo>
                  <a:pt x="138" y="36"/>
                </a:lnTo>
                <a:lnTo>
                  <a:pt x="138" y="45"/>
                </a:lnTo>
                <a:lnTo>
                  <a:pt x="138" y="45"/>
                </a:lnTo>
                <a:lnTo>
                  <a:pt x="138" y="54"/>
                </a:lnTo>
                <a:lnTo>
                  <a:pt x="141" y="62"/>
                </a:lnTo>
                <a:lnTo>
                  <a:pt x="145" y="71"/>
                </a:lnTo>
                <a:lnTo>
                  <a:pt x="151" y="76"/>
                </a:lnTo>
                <a:lnTo>
                  <a:pt x="158" y="81"/>
                </a:lnTo>
                <a:lnTo>
                  <a:pt x="165" y="87"/>
                </a:lnTo>
                <a:lnTo>
                  <a:pt x="174" y="89"/>
                </a:lnTo>
                <a:lnTo>
                  <a:pt x="183" y="91"/>
                </a:lnTo>
                <a:lnTo>
                  <a:pt x="183" y="91"/>
                </a:lnTo>
                <a:lnTo>
                  <a:pt x="192" y="89"/>
                </a:lnTo>
                <a:lnTo>
                  <a:pt x="200" y="87"/>
                </a:lnTo>
                <a:lnTo>
                  <a:pt x="209" y="81"/>
                </a:lnTo>
                <a:lnTo>
                  <a:pt x="214" y="76"/>
                </a:lnTo>
                <a:lnTo>
                  <a:pt x="219" y="71"/>
                </a:lnTo>
                <a:lnTo>
                  <a:pt x="225" y="62"/>
                </a:lnTo>
                <a:lnTo>
                  <a:pt x="227" y="54"/>
                </a:lnTo>
                <a:lnTo>
                  <a:pt x="229" y="45"/>
                </a:lnTo>
                <a:lnTo>
                  <a:pt x="229" y="45"/>
                </a:lnTo>
                <a:lnTo>
                  <a:pt x="227" y="36"/>
                </a:lnTo>
                <a:lnTo>
                  <a:pt x="225" y="27"/>
                </a:lnTo>
                <a:lnTo>
                  <a:pt x="219" y="20"/>
                </a:lnTo>
                <a:lnTo>
                  <a:pt x="214" y="13"/>
                </a:lnTo>
                <a:lnTo>
                  <a:pt x="209" y="7"/>
                </a:lnTo>
                <a:lnTo>
                  <a:pt x="200" y="4"/>
                </a:lnTo>
                <a:lnTo>
                  <a:pt x="192" y="0"/>
                </a:lnTo>
                <a:lnTo>
                  <a:pt x="183" y="0"/>
                </a:lnTo>
                <a:lnTo>
                  <a:pt x="183" y="0"/>
                </a:lnTo>
                <a:close/>
                <a:moveTo>
                  <a:pt x="319" y="272"/>
                </a:moveTo>
                <a:lnTo>
                  <a:pt x="265" y="272"/>
                </a:lnTo>
                <a:lnTo>
                  <a:pt x="265" y="174"/>
                </a:lnTo>
                <a:lnTo>
                  <a:pt x="265" y="174"/>
                </a:lnTo>
                <a:lnTo>
                  <a:pt x="265" y="163"/>
                </a:lnTo>
                <a:lnTo>
                  <a:pt x="263" y="154"/>
                </a:lnTo>
                <a:lnTo>
                  <a:pt x="259" y="145"/>
                </a:lnTo>
                <a:lnTo>
                  <a:pt x="256" y="136"/>
                </a:lnTo>
                <a:lnTo>
                  <a:pt x="256" y="136"/>
                </a:lnTo>
                <a:lnTo>
                  <a:pt x="263" y="134"/>
                </a:lnTo>
                <a:lnTo>
                  <a:pt x="270" y="134"/>
                </a:lnTo>
                <a:lnTo>
                  <a:pt x="270" y="134"/>
                </a:lnTo>
                <a:lnTo>
                  <a:pt x="279" y="136"/>
                </a:lnTo>
                <a:lnTo>
                  <a:pt x="288" y="138"/>
                </a:lnTo>
                <a:lnTo>
                  <a:pt x="297" y="143"/>
                </a:lnTo>
                <a:lnTo>
                  <a:pt x="305" y="149"/>
                </a:lnTo>
                <a:lnTo>
                  <a:pt x="310" y="156"/>
                </a:lnTo>
                <a:lnTo>
                  <a:pt x="316" y="165"/>
                </a:lnTo>
                <a:lnTo>
                  <a:pt x="317" y="174"/>
                </a:lnTo>
                <a:lnTo>
                  <a:pt x="319" y="183"/>
                </a:lnTo>
                <a:lnTo>
                  <a:pt x="319" y="272"/>
                </a:lnTo>
                <a:close/>
                <a:moveTo>
                  <a:pt x="100" y="174"/>
                </a:moveTo>
                <a:lnTo>
                  <a:pt x="100" y="272"/>
                </a:lnTo>
                <a:lnTo>
                  <a:pt x="45" y="272"/>
                </a:lnTo>
                <a:lnTo>
                  <a:pt x="45" y="183"/>
                </a:lnTo>
                <a:lnTo>
                  <a:pt x="45" y="183"/>
                </a:lnTo>
                <a:lnTo>
                  <a:pt x="47" y="174"/>
                </a:lnTo>
                <a:lnTo>
                  <a:pt x="51" y="165"/>
                </a:lnTo>
                <a:lnTo>
                  <a:pt x="54" y="156"/>
                </a:lnTo>
                <a:lnTo>
                  <a:pt x="60" y="149"/>
                </a:lnTo>
                <a:lnTo>
                  <a:pt x="67" y="143"/>
                </a:lnTo>
                <a:lnTo>
                  <a:pt x="76" y="138"/>
                </a:lnTo>
                <a:lnTo>
                  <a:pt x="85" y="136"/>
                </a:lnTo>
                <a:lnTo>
                  <a:pt x="96" y="134"/>
                </a:lnTo>
                <a:lnTo>
                  <a:pt x="96" y="134"/>
                </a:lnTo>
                <a:lnTo>
                  <a:pt x="103" y="134"/>
                </a:lnTo>
                <a:lnTo>
                  <a:pt x="109" y="136"/>
                </a:lnTo>
                <a:lnTo>
                  <a:pt x="109" y="136"/>
                </a:lnTo>
                <a:lnTo>
                  <a:pt x="105" y="145"/>
                </a:lnTo>
                <a:lnTo>
                  <a:pt x="102" y="154"/>
                </a:lnTo>
                <a:lnTo>
                  <a:pt x="100" y="163"/>
                </a:lnTo>
                <a:lnTo>
                  <a:pt x="100" y="174"/>
                </a:lnTo>
                <a:lnTo>
                  <a:pt x="100" y="174"/>
                </a:lnTo>
                <a:close/>
                <a:moveTo>
                  <a:pt x="111" y="301"/>
                </a:moveTo>
                <a:lnTo>
                  <a:pt x="254" y="301"/>
                </a:lnTo>
                <a:lnTo>
                  <a:pt x="254" y="174"/>
                </a:lnTo>
                <a:lnTo>
                  <a:pt x="254" y="174"/>
                </a:lnTo>
                <a:lnTo>
                  <a:pt x="252" y="159"/>
                </a:lnTo>
                <a:lnTo>
                  <a:pt x="248" y="145"/>
                </a:lnTo>
                <a:lnTo>
                  <a:pt x="241" y="134"/>
                </a:lnTo>
                <a:lnTo>
                  <a:pt x="232" y="123"/>
                </a:lnTo>
                <a:lnTo>
                  <a:pt x="223" y="114"/>
                </a:lnTo>
                <a:lnTo>
                  <a:pt x="210" y="109"/>
                </a:lnTo>
                <a:lnTo>
                  <a:pt x="198" y="103"/>
                </a:lnTo>
                <a:lnTo>
                  <a:pt x="183" y="101"/>
                </a:lnTo>
                <a:lnTo>
                  <a:pt x="183" y="101"/>
                </a:lnTo>
                <a:lnTo>
                  <a:pt x="169" y="103"/>
                </a:lnTo>
                <a:lnTo>
                  <a:pt x="154" y="109"/>
                </a:lnTo>
                <a:lnTo>
                  <a:pt x="143" y="114"/>
                </a:lnTo>
                <a:lnTo>
                  <a:pt x="132" y="123"/>
                </a:lnTo>
                <a:lnTo>
                  <a:pt x="123" y="134"/>
                </a:lnTo>
                <a:lnTo>
                  <a:pt x="116" y="145"/>
                </a:lnTo>
                <a:lnTo>
                  <a:pt x="112" y="159"/>
                </a:lnTo>
                <a:lnTo>
                  <a:pt x="111" y="174"/>
                </a:lnTo>
                <a:lnTo>
                  <a:pt x="111" y="301"/>
                </a:lnTo>
                <a:close/>
              </a:path>
            </a:pathLst>
          </a:custGeom>
          <a:solidFill>
            <a:srgbClr val="002DB0"/>
          </a:solidFill>
          <a:ln w="9525">
            <a:noFill/>
            <a:round/>
          </a:ln>
        </p:spPr>
        <p:txBody>
          <a:bodyPr vert="horz" wrap="square" lIns="67189" tIns="33594" rIns="67189" bIns="3359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75" b="0" i="0" u="none" strike="noStrike" kern="0" cap="none" spc="0" normalizeH="0" baseline="0" noProof="0" dirty="0">
              <a:ln>
                <a:noFill/>
              </a:ln>
              <a:solidFill>
                <a:prstClr val="black">
                  <a:lumMod val="75000"/>
                  <a:lumOff val="25000"/>
                </a:prstClr>
              </a:solidFill>
              <a:effectLst/>
              <a:uLnTx/>
              <a:uFillTx/>
              <a:cs typeface="+mn-ea"/>
              <a:sym typeface="+mn-lt"/>
            </a:endParaRPr>
          </a:p>
        </p:txBody>
      </p:sp>
      <p:sp>
        <p:nvSpPr>
          <p:cNvPr id="5" name="PA-矩形 13"/>
          <p:cNvSpPr/>
          <p:nvPr>
            <p:custDataLst>
              <p:tags r:id="rId3"/>
            </p:custDataLst>
          </p:nvPr>
        </p:nvSpPr>
        <p:spPr>
          <a:xfrm flipH="1">
            <a:off x="1794689" y="1655608"/>
            <a:ext cx="831600" cy="829707"/>
          </a:xfrm>
          <a:prstGeom prst="rect">
            <a:avLst/>
          </a:prstGeom>
          <a:solidFill>
            <a:srgbClr val="002D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cs typeface="+mn-ea"/>
              <a:sym typeface="+mn-lt"/>
            </a:endParaRPr>
          </a:p>
        </p:txBody>
      </p:sp>
      <p:sp>
        <p:nvSpPr>
          <p:cNvPr id="6" name="PA-任意多边形 100" descr="D:\51PPT模板网\51pptmoban.com\图片.jpg"/>
          <p:cNvSpPr/>
          <p:nvPr>
            <p:custDataLst>
              <p:tags r:id="rId4"/>
            </p:custDataLst>
          </p:nvPr>
        </p:nvSpPr>
        <p:spPr bwMode="auto">
          <a:xfrm flipH="1">
            <a:off x="2047706" y="1841952"/>
            <a:ext cx="404785" cy="446113"/>
          </a:xfrm>
          <a:custGeom>
            <a:avLst/>
            <a:gdLst/>
            <a:ahLst/>
            <a:cxnLst>
              <a:cxn ang="0">
                <a:pos x="230" y="212"/>
              </a:cxn>
              <a:cxn ang="0">
                <a:pos x="212" y="216"/>
              </a:cxn>
              <a:cxn ang="0">
                <a:pos x="197" y="223"/>
              </a:cxn>
              <a:cxn ang="0">
                <a:pos x="105" y="169"/>
              </a:cxn>
              <a:cxn ang="0">
                <a:pos x="105" y="160"/>
              </a:cxn>
              <a:cxn ang="0">
                <a:pos x="197" y="96"/>
              </a:cxn>
              <a:cxn ang="0">
                <a:pos x="204" y="100"/>
              </a:cxn>
              <a:cxn ang="0">
                <a:pos x="221" y="105"/>
              </a:cxn>
              <a:cxn ang="0">
                <a:pos x="230" y="107"/>
              </a:cxn>
              <a:cxn ang="0">
                <a:pos x="250" y="102"/>
              </a:cxn>
              <a:cxn ang="0">
                <a:pos x="266" y="91"/>
              </a:cxn>
              <a:cxn ang="0">
                <a:pos x="277" y="75"/>
              </a:cxn>
              <a:cxn ang="0">
                <a:pos x="282" y="53"/>
              </a:cxn>
              <a:cxn ang="0">
                <a:pos x="281" y="44"/>
              </a:cxn>
              <a:cxn ang="0">
                <a:pos x="273" y="24"/>
              </a:cxn>
              <a:cxn ang="0">
                <a:pos x="259" y="9"/>
              </a:cxn>
              <a:cxn ang="0">
                <a:pos x="239" y="2"/>
              </a:cxn>
              <a:cxn ang="0">
                <a:pos x="230" y="0"/>
              </a:cxn>
              <a:cxn ang="0">
                <a:pos x="208" y="4"/>
              </a:cxn>
              <a:cxn ang="0">
                <a:pos x="192" y="17"/>
              </a:cxn>
              <a:cxn ang="0">
                <a:pos x="181" y="33"/>
              </a:cxn>
              <a:cxn ang="0">
                <a:pos x="175" y="53"/>
              </a:cxn>
              <a:cxn ang="0">
                <a:pos x="177" y="62"/>
              </a:cxn>
              <a:cxn ang="0">
                <a:pos x="85" y="118"/>
              </a:cxn>
              <a:cxn ang="0">
                <a:pos x="68" y="109"/>
              </a:cxn>
              <a:cxn ang="0">
                <a:pos x="52" y="107"/>
              </a:cxn>
              <a:cxn ang="0">
                <a:pos x="41" y="107"/>
              </a:cxn>
              <a:cxn ang="0">
                <a:pos x="23" y="116"/>
              </a:cxn>
              <a:cxn ang="0">
                <a:pos x="9" y="131"/>
              </a:cxn>
              <a:cxn ang="0">
                <a:pos x="0" y="149"/>
              </a:cxn>
              <a:cxn ang="0">
                <a:pos x="0" y="160"/>
              </a:cxn>
              <a:cxn ang="0">
                <a:pos x="3" y="180"/>
              </a:cxn>
              <a:cxn ang="0">
                <a:pos x="14" y="198"/>
              </a:cxn>
              <a:cxn ang="0">
                <a:pos x="30" y="209"/>
              </a:cxn>
              <a:cxn ang="0">
                <a:pos x="52" y="212"/>
              </a:cxn>
              <a:cxn ang="0">
                <a:pos x="61" y="212"/>
              </a:cxn>
              <a:cxn ang="0">
                <a:pos x="78" y="207"/>
              </a:cxn>
              <a:cxn ang="0">
                <a:pos x="177" y="258"/>
              </a:cxn>
              <a:cxn ang="0">
                <a:pos x="175" y="267"/>
              </a:cxn>
              <a:cxn ang="0">
                <a:pos x="177" y="278"/>
              </a:cxn>
              <a:cxn ang="0">
                <a:pos x="184" y="296"/>
              </a:cxn>
              <a:cxn ang="0">
                <a:pos x="199" y="310"/>
              </a:cxn>
              <a:cxn ang="0">
                <a:pos x="219" y="318"/>
              </a:cxn>
              <a:cxn ang="0">
                <a:pos x="230" y="319"/>
              </a:cxn>
              <a:cxn ang="0">
                <a:pos x="250" y="316"/>
              </a:cxn>
              <a:cxn ang="0">
                <a:pos x="266" y="303"/>
              </a:cxn>
              <a:cxn ang="0">
                <a:pos x="277" y="287"/>
              </a:cxn>
              <a:cxn ang="0">
                <a:pos x="282" y="267"/>
              </a:cxn>
              <a:cxn ang="0">
                <a:pos x="281" y="256"/>
              </a:cxn>
              <a:cxn ang="0">
                <a:pos x="273" y="236"/>
              </a:cxn>
              <a:cxn ang="0">
                <a:pos x="259" y="221"/>
              </a:cxn>
              <a:cxn ang="0">
                <a:pos x="239" y="214"/>
              </a:cxn>
              <a:cxn ang="0">
                <a:pos x="230" y="212"/>
              </a:cxn>
            </a:cxnLst>
            <a:rect l="0" t="0" r="r" b="b"/>
            <a:pathLst>
              <a:path w="282" h="319">
                <a:moveTo>
                  <a:pt x="230" y="212"/>
                </a:moveTo>
                <a:lnTo>
                  <a:pt x="230" y="212"/>
                </a:lnTo>
                <a:lnTo>
                  <a:pt x="221" y="214"/>
                </a:lnTo>
                <a:lnTo>
                  <a:pt x="212" y="216"/>
                </a:lnTo>
                <a:lnTo>
                  <a:pt x="204" y="220"/>
                </a:lnTo>
                <a:lnTo>
                  <a:pt x="197" y="223"/>
                </a:lnTo>
                <a:lnTo>
                  <a:pt x="105" y="169"/>
                </a:lnTo>
                <a:lnTo>
                  <a:pt x="105" y="169"/>
                </a:lnTo>
                <a:lnTo>
                  <a:pt x="105" y="160"/>
                </a:lnTo>
                <a:lnTo>
                  <a:pt x="105" y="160"/>
                </a:lnTo>
                <a:lnTo>
                  <a:pt x="105" y="151"/>
                </a:lnTo>
                <a:lnTo>
                  <a:pt x="197" y="96"/>
                </a:lnTo>
                <a:lnTo>
                  <a:pt x="197" y="96"/>
                </a:lnTo>
                <a:lnTo>
                  <a:pt x="204" y="100"/>
                </a:lnTo>
                <a:lnTo>
                  <a:pt x="212" y="104"/>
                </a:lnTo>
                <a:lnTo>
                  <a:pt x="221" y="105"/>
                </a:lnTo>
                <a:lnTo>
                  <a:pt x="230" y="107"/>
                </a:lnTo>
                <a:lnTo>
                  <a:pt x="230" y="107"/>
                </a:lnTo>
                <a:lnTo>
                  <a:pt x="239" y="105"/>
                </a:lnTo>
                <a:lnTo>
                  <a:pt x="250" y="102"/>
                </a:lnTo>
                <a:lnTo>
                  <a:pt x="259" y="98"/>
                </a:lnTo>
                <a:lnTo>
                  <a:pt x="266" y="91"/>
                </a:lnTo>
                <a:lnTo>
                  <a:pt x="273" y="84"/>
                </a:lnTo>
                <a:lnTo>
                  <a:pt x="277" y="75"/>
                </a:lnTo>
                <a:lnTo>
                  <a:pt x="281" y="64"/>
                </a:lnTo>
                <a:lnTo>
                  <a:pt x="282" y="53"/>
                </a:lnTo>
                <a:lnTo>
                  <a:pt x="282" y="53"/>
                </a:lnTo>
                <a:lnTo>
                  <a:pt x="281" y="44"/>
                </a:lnTo>
                <a:lnTo>
                  <a:pt x="277" y="33"/>
                </a:lnTo>
                <a:lnTo>
                  <a:pt x="273" y="24"/>
                </a:lnTo>
                <a:lnTo>
                  <a:pt x="266" y="17"/>
                </a:lnTo>
                <a:lnTo>
                  <a:pt x="259" y="9"/>
                </a:lnTo>
                <a:lnTo>
                  <a:pt x="250" y="4"/>
                </a:lnTo>
                <a:lnTo>
                  <a:pt x="239" y="2"/>
                </a:lnTo>
                <a:lnTo>
                  <a:pt x="230" y="0"/>
                </a:lnTo>
                <a:lnTo>
                  <a:pt x="230" y="0"/>
                </a:lnTo>
                <a:lnTo>
                  <a:pt x="219" y="2"/>
                </a:lnTo>
                <a:lnTo>
                  <a:pt x="208" y="4"/>
                </a:lnTo>
                <a:lnTo>
                  <a:pt x="199" y="9"/>
                </a:lnTo>
                <a:lnTo>
                  <a:pt x="192" y="17"/>
                </a:lnTo>
                <a:lnTo>
                  <a:pt x="184" y="24"/>
                </a:lnTo>
                <a:lnTo>
                  <a:pt x="181" y="33"/>
                </a:lnTo>
                <a:lnTo>
                  <a:pt x="177" y="44"/>
                </a:lnTo>
                <a:lnTo>
                  <a:pt x="175" y="53"/>
                </a:lnTo>
                <a:lnTo>
                  <a:pt x="175" y="53"/>
                </a:lnTo>
                <a:lnTo>
                  <a:pt x="177" y="62"/>
                </a:lnTo>
                <a:lnTo>
                  <a:pt x="85" y="118"/>
                </a:lnTo>
                <a:lnTo>
                  <a:pt x="85" y="118"/>
                </a:lnTo>
                <a:lnTo>
                  <a:pt x="78" y="113"/>
                </a:lnTo>
                <a:lnTo>
                  <a:pt x="68" y="109"/>
                </a:lnTo>
                <a:lnTo>
                  <a:pt x="61" y="107"/>
                </a:lnTo>
                <a:lnTo>
                  <a:pt x="52" y="107"/>
                </a:lnTo>
                <a:lnTo>
                  <a:pt x="52" y="107"/>
                </a:lnTo>
                <a:lnTo>
                  <a:pt x="41" y="107"/>
                </a:lnTo>
                <a:lnTo>
                  <a:pt x="30" y="111"/>
                </a:lnTo>
                <a:lnTo>
                  <a:pt x="23" y="116"/>
                </a:lnTo>
                <a:lnTo>
                  <a:pt x="14" y="122"/>
                </a:lnTo>
                <a:lnTo>
                  <a:pt x="9" y="131"/>
                </a:lnTo>
                <a:lnTo>
                  <a:pt x="3" y="140"/>
                </a:lnTo>
                <a:lnTo>
                  <a:pt x="0" y="149"/>
                </a:lnTo>
                <a:lnTo>
                  <a:pt x="0" y="160"/>
                </a:lnTo>
                <a:lnTo>
                  <a:pt x="0" y="160"/>
                </a:lnTo>
                <a:lnTo>
                  <a:pt x="0" y="171"/>
                </a:lnTo>
                <a:lnTo>
                  <a:pt x="3" y="180"/>
                </a:lnTo>
                <a:lnTo>
                  <a:pt x="9" y="189"/>
                </a:lnTo>
                <a:lnTo>
                  <a:pt x="14" y="198"/>
                </a:lnTo>
                <a:lnTo>
                  <a:pt x="23" y="203"/>
                </a:lnTo>
                <a:lnTo>
                  <a:pt x="30" y="209"/>
                </a:lnTo>
                <a:lnTo>
                  <a:pt x="41" y="212"/>
                </a:lnTo>
                <a:lnTo>
                  <a:pt x="52" y="212"/>
                </a:lnTo>
                <a:lnTo>
                  <a:pt x="52" y="212"/>
                </a:lnTo>
                <a:lnTo>
                  <a:pt x="61" y="212"/>
                </a:lnTo>
                <a:lnTo>
                  <a:pt x="68" y="211"/>
                </a:lnTo>
                <a:lnTo>
                  <a:pt x="78" y="207"/>
                </a:lnTo>
                <a:lnTo>
                  <a:pt x="85" y="202"/>
                </a:lnTo>
                <a:lnTo>
                  <a:pt x="177" y="258"/>
                </a:lnTo>
                <a:lnTo>
                  <a:pt x="177" y="258"/>
                </a:lnTo>
                <a:lnTo>
                  <a:pt x="175" y="267"/>
                </a:lnTo>
                <a:lnTo>
                  <a:pt x="175" y="267"/>
                </a:lnTo>
                <a:lnTo>
                  <a:pt x="177" y="278"/>
                </a:lnTo>
                <a:lnTo>
                  <a:pt x="181" y="287"/>
                </a:lnTo>
                <a:lnTo>
                  <a:pt x="184" y="296"/>
                </a:lnTo>
                <a:lnTo>
                  <a:pt x="192" y="303"/>
                </a:lnTo>
                <a:lnTo>
                  <a:pt x="199" y="310"/>
                </a:lnTo>
                <a:lnTo>
                  <a:pt x="208" y="316"/>
                </a:lnTo>
                <a:lnTo>
                  <a:pt x="219" y="318"/>
                </a:lnTo>
                <a:lnTo>
                  <a:pt x="230" y="319"/>
                </a:lnTo>
                <a:lnTo>
                  <a:pt x="230" y="319"/>
                </a:lnTo>
                <a:lnTo>
                  <a:pt x="239" y="318"/>
                </a:lnTo>
                <a:lnTo>
                  <a:pt x="250" y="316"/>
                </a:lnTo>
                <a:lnTo>
                  <a:pt x="259" y="310"/>
                </a:lnTo>
                <a:lnTo>
                  <a:pt x="266" y="303"/>
                </a:lnTo>
                <a:lnTo>
                  <a:pt x="273" y="296"/>
                </a:lnTo>
                <a:lnTo>
                  <a:pt x="277" y="287"/>
                </a:lnTo>
                <a:lnTo>
                  <a:pt x="281" y="278"/>
                </a:lnTo>
                <a:lnTo>
                  <a:pt x="282" y="267"/>
                </a:lnTo>
                <a:lnTo>
                  <a:pt x="282" y="267"/>
                </a:lnTo>
                <a:lnTo>
                  <a:pt x="281" y="256"/>
                </a:lnTo>
                <a:lnTo>
                  <a:pt x="277" y="245"/>
                </a:lnTo>
                <a:lnTo>
                  <a:pt x="273" y="236"/>
                </a:lnTo>
                <a:lnTo>
                  <a:pt x="266" y="229"/>
                </a:lnTo>
                <a:lnTo>
                  <a:pt x="259" y="221"/>
                </a:lnTo>
                <a:lnTo>
                  <a:pt x="250" y="218"/>
                </a:lnTo>
                <a:lnTo>
                  <a:pt x="239" y="214"/>
                </a:lnTo>
                <a:lnTo>
                  <a:pt x="230" y="212"/>
                </a:lnTo>
                <a:lnTo>
                  <a:pt x="230" y="212"/>
                </a:lnTo>
                <a:close/>
              </a:path>
            </a:pathLst>
          </a:custGeom>
          <a:solidFill>
            <a:sysClr val="window" lastClr="FFFFFF"/>
          </a:solidFill>
          <a:ln w="9525">
            <a:noFill/>
            <a:round/>
          </a:ln>
        </p:spPr>
        <p:txBody>
          <a:bodyPr vert="horz" wrap="square" lIns="67189" tIns="33594" rIns="67189" bIns="3359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75" b="0" i="0" u="none" strike="noStrike" kern="0" cap="none" spc="0" normalizeH="0" baseline="0" noProof="0" dirty="0">
              <a:ln>
                <a:noFill/>
              </a:ln>
              <a:solidFill>
                <a:prstClr val="black">
                  <a:lumMod val="75000"/>
                  <a:lumOff val="25000"/>
                </a:prstClr>
              </a:solidFill>
              <a:effectLst/>
              <a:uLnTx/>
              <a:uFillTx/>
              <a:cs typeface="+mn-ea"/>
              <a:sym typeface="+mn-lt"/>
            </a:endParaRPr>
          </a:p>
        </p:txBody>
      </p:sp>
      <p:sp>
        <p:nvSpPr>
          <p:cNvPr id="7" name="PA-矩形 26"/>
          <p:cNvSpPr/>
          <p:nvPr>
            <p:custDataLst>
              <p:tags r:id="rId5"/>
            </p:custDataLst>
          </p:nvPr>
        </p:nvSpPr>
        <p:spPr>
          <a:xfrm flipH="1">
            <a:off x="1794689" y="4500404"/>
            <a:ext cx="831600" cy="82970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cs typeface="+mn-ea"/>
              <a:sym typeface="+mn-lt"/>
            </a:endParaRPr>
          </a:p>
        </p:txBody>
      </p:sp>
      <p:grpSp>
        <p:nvGrpSpPr>
          <p:cNvPr id="8" name="Group 67" descr="D:\51PPT模板网\51pptmoban.com\图片.jpg"/>
          <p:cNvGrpSpPr/>
          <p:nvPr/>
        </p:nvGrpSpPr>
        <p:grpSpPr>
          <a:xfrm flipH="1">
            <a:off x="1876722" y="4779920"/>
            <a:ext cx="671025" cy="231893"/>
            <a:chOff x="1441430" y="4357700"/>
            <a:chExt cx="503238" cy="177800"/>
          </a:xfrm>
          <a:solidFill>
            <a:sysClr val="window" lastClr="FFFFFF"/>
          </a:solidFill>
        </p:grpSpPr>
        <p:sp>
          <p:nvSpPr>
            <p:cNvPr id="9" name="PA-任意多边形 19"/>
            <p:cNvSpPr/>
            <p:nvPr>
              <p:custDataLst>
                <p:tags r:id="rId6"/>
              </p:custDataLst>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ln>
          </p:spPr>
          <p:txBody>
            <a:bodyPr vert="horz" wrap="square" lIns="67189" tIns="33594" rIns="67189" bIns="3359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75" b="0" i="0" u="none" strike="noStrike" kern="0" cap="none" spc="0" normalizeH="0" baseline="0" noProof="0" dirty="0">
                <a:ln>
                  <a:noFill/>
                </a:ln>
                <a:solidFill>
                  <a:prstClr val="black">
                    <a:lumMod val="75000"/>
                    <a:lumOff val="25000"/>
                  </a:prstClr>
                </a:solidFill>
                <a:effectLst/>
                <a:uLnTx/>
                <a:uFillTx/>
                <a:cs typeface="+mn-ea"/>
                <a:sym typeface="+mn-lt"/>
              </a:endParaRPr>
            </a:p>
          </p:txBody>
        </p:sp>
        <p:sp>
          <p:nvSpPr>
            <p:cNvPr id="10" name="PA-任意多边形 20"/>
            <p:cNvSpPr/>
            <p:nvPr>
              <p:custDataLst>
                <p:tags r:id="rId7"/>
              </p:custDataLst>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ln>
          </p:spPr>
          <p:txBody>
            <a:bodyPr vert="horz" wrap="square" lIns="67189" tIns="33594" rIns="67189" bIns="3359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75" b="0" i="0" u="none" strike="noStrike" kern="0" cap="none" spc="0" normalizeH="0" baseline="0" noProof="0" dirty="0">
                <a:ln>
                  <a:noFill/>
                </a:ln>
                <a:solidFill>
                  <a:prstClr val="black">
                    <a:lumMod val="75000"/>
                    <a:lumOff val="25000"/>
                  </a:prstClr>
                </a:solidFill>
                <a:effectLst/>
                <a:uLnTx/>
                <a:uFillTx/>
                <a:cs typeface="+mn-ea"/>
                <a:sym typeface="+mn-lt"/>
              </a:endParaRPr>
            </a:p>
          </p:txBody>
        </p:sp>
        <p:sp>
          <p:nvSpPr>
            <p:cNvPr id="11" name="PA-任意多边形 21"/>
            <p:cNvSpPr/>
            <p:nvPr>
              <p:custDataLst>
                <p:tags r:id="rId8"/>
              </p:custDataLst>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ln>
          </p:spPr>
          <p:txBody>
            <a:bodyPr vert="horz" wrap="square" lIns="67189" tIns="33594" rIns="67189" bIns="3359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975" b="0" i="0" u="none" strike="noStrike" kern="0" cap="none" spc="0" normalizeH="0" baseline="0" noProof="0" dirty="0">
                <a:ln>
                  <a:noFill/>
                </a:ln>
                <a:solidFill>
                  <a:prstClr val="black">
                    <a:lumMod val="75000"/>
                    <a:lumOff val="25000"/>
                  </a:prstClr>
                </a:solidFill>
                <a:effectLst/>
                <a:uLnTx/>
                <a:uFillTx/>
                <a:cs typeface="+mn-ea"/>
                <a:sym typeface="+mn-lt"/>
              </a:endParaRPr>
            </a:p>
          </p:txBody>
        </p:sp>
      </p:grpSp>
      <p:grpSp>
        <p:nvGrpSpPr>
          <p:cNvPr id="21" name="组合 20"/>
          <p:cNvGrpSpPr/>
          <p:nvPr/>
        </p:nvGrpSpPr>
        <p:grpSpPr>
          <a:xfrm>
            <a:off x="2879306" y="1620239"/>
            <a:ext cx="7645499" cy="889537"/>
            <a:chOff x="283598" y="1906534"/>
            <a:chExt cx="2966425" cy="889537"/>
          </a:xfrm>
        </p:grpSpPr>
        <p:sp>
          <p:nvSpPr>
            <p:cNvPr id="25" name="文本框 24"/>
            <p:cNvSpPr txBox="1"/>
            <p:nvPr/>
          </p:nvSpPr>
          <p:spPr>
            <a:xfrm>
              <a:off x="283598" y="2219631"/>
              <a:ext cx="2966425" cy="576440"/>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en-US" altLang="zh-CN" sz="1100" dirty="0">
                  <a:sym typeface="HarmonyOS Sans SC Light" panose="00000400000000000000" pitchFamily="2" charset="-122"/>
                </a:rPr>
                <a:t>AI</a:t>
              </a:r>
              <a:r>
                <a:rPr lang="zh-CN" altLang="en-US" sz="1100" dirty="0">
                  <a:sym typeface="HarmonyOS Sans SC Light" panose="00000400000000000000" pitchFamily="2" charset="-122"/>
                </a:rPr>
                <a:t>配音可以轻松生成逼真的音频，制造虚假内容。例如，通过</a:t>
              </a:r>
              <a:r>
                <a:rPr lang="en-US" altLang="zh-CN" sz="1100" dirty="0">
                  <a:sym typeface="HarmonyOS Sans SC Light" panose="00000400000000000000" pitchFamily="2" charset="-122"/>
                </a:rPr>
                <a:t>AI</a:t>
              </a:r>
              <a:r>
                <a:rPr lang="zh-CN" altLang="en-US" sz="1100" dirty="0">
                  <a:sym typeface="HarmonyOS Sans SC Light" panose="00000400000000000000" pitchFamily="2" charset="-122"/>
                </a:rPr>
                <a:t>配音制造虚假的新闻报道或虚构的音频信息，可以误导公众，干扰社会秩序，甚至在重大事件中影响舆论走向。</a:t>
              </a:r>
              <a:endParaRPr lang="en-US" altLang="zh-CN" sz="1100" dirty="0">
                <a:sym typeface="HarmonyOS Sans SC Light" panose="00000400000000000000" pitchFamily="2" charset="-122"/>
              </a:endParaRPr>
            </a:p>
          </p:txBody>
        </p:sp>
        <p:sp>
          <p:nvSpPr>
            <p:cNvPr id="26" name="文本框 25"/>
            <p:cNvSpPr txBox="1"/>
            <p:nvPr/>
          </p:nvSpPr>
          <p:spPr>
            <a:xfrm>
              <a:off x="283598"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虚假信息传播：</a:t>
              </a:r>
              <a:endParaRPr lang="zh-CN" altLang="en-US" dirty="0">
                <a:solidFill>
                  <a:schemeClr val="tx1">
                    <a:lumMod val="95000"/>
                    <a:lumOff val="5000"/>
                  </a:schemeClr>
                </a:solidFill>
                <a:sym typeface="HarmonyOS Sans SC Light" panose="00000400000000000000" pitchFamily="2" charset="-122"/>
              </a:endParaRPr>
            </a:p>
          </p:txBody>
        </p:sp>
      </p:grpSp>
      <p:grpSp>
        <p:nvGrpSpPr>
          <p:cNvPr id="27" name="组合 26"/>
          <p:cNvGrpSpPr/>
          <p:nvPr/>
        </p:nvGrpSpPr>
        <p:grpSpPr>
          <a:xfrm>
            <a:off x="2879306" y="3053191"/>
            <a:ext cx="7645499" cy="889537"/>
            <a:chOff x="283598" y="1906534"/>
            <a:chExt cx="2966425" cy="889537"/>
          </a:xfrm>
        </p:grpSpPr>
        <p:sp>
          <p:nvSpPr>
            <p:cNvPr id="28" name="文本框 27"/>
            <p:cNvSpPr txBox="1"/>
            <p:nvPr/>
          </p:nvSpPr>
          <p:spPr>
            <a:xfrm>
              <a:off x="283598" y="2219631"/>
              <a:ext cx="2966425" cy="576440"/>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en-US" altLang="zh-CN" sz="1100" dirty="0">
                  <a:sym typeface="HarmonyOS Sans SC Light" panose="00000400000000000000" pitchFamily="2" charset="-122"/>
                </a:rPr>
                <a:t>AI</a:t>
              </a:r>
              <a:r>
                <a:rPr lang="zh-CN" altLang="en-US" sz="1100" dirty="0">
                  <a:sym typeface="HarmonyOS Sans SC Light" panose="00000400000000000000" pitchFamily="2" charset="-122"/>
                </a:rPr>
                <a:t>配音技术能够模仿特定人的声音，这在未经授权的情况下构成了对个人隐私的侵犯。尤其是当某些公众人物或私人声音被用于不当内容时，会进一步危及个人的隐私和安全。​</a:t>
              </a:r>
              <a:endParaRPr lang="en-US" altLang="zh-CN" sz="1100" dirty="0">
                <a:sym typeface="HarmonyOS Sans SC Light" panose="00000400000000000000" pitchFamily="2" charset="-122"/>
              </a:endParaRPr>
            </a:p>
          </p:txBody>
        </p:sp>
        <p:sp>
          <p:nvSpPr>
            <p:cNvPr id="29" name="文本框 28"/>
            <p:cNvSpPr txBox="1"/>
            <p:nvPr/>
          </p:nvSpPr>
          <p:spPr>
            <a:xfrm>
              <a:off x="283598"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隐私侵权：</a:t>
              </a:r>
              <a:endParaRPr lang="zh-CN" altLang="en-US" dirty="0">
                <a:solidFill>
                  <a:schemeClr val="tx1">
                    <a:lumMod val="95000"/>
                    <a:lumOff val="5000"/>
                  </a:schemeClr>
                </a:solidFill>
                <a:sym typeface="HarmonyOS Sans SC Light" panose="00000400000000000000" pitchFamily="2" charset="-122"/>
              </a:endParaRPr>
            </a:p>
          </p:txBody>
        </p:sp>
      </p:grpSp>
      <p:grpSp>
        <p:nvGrpSpPr>
          <p:cNvPr id="30" name="组合 29"/>
          <p:cNvGrpSpPr/>
          <p:nvPr/>
        </p:nvGrpSpPr>
        <p:grpSpPr>
          <a:xfrm>
            <a:off x="2879306" y="4457115"/>
            <a:ext cx="7645499" cy="889537"/>
            <a:chOff x="283598" y="1906534"/>
            <a:chExt cx="2966425" cy="889537"/>
          </a:xfrm>
        </p:grpSpPr>
        <p:sp>
          <p:nvSpPr>
            <p:cNvPr id="31" name="文本框 30"/>
            <p:cNvSpPr txBox="1"/>
            <p:nvPr/>
          </p:nvSpPr>
          <p:spPr>
            <a:xfrm>
              <a:off x="283598" y="2219631"/>
              <a:ext cx="2966425" cy="576440"/>
            </a:xfrm>
            <a:prstGeom prst="rect">
              <a:avLst/>
            </a:prstGeom>
            <a:noFill/>
          </p:spPr>
          <p:txBody>
            <a:bodyPr wrap="square">
              <a:spAutoFit/>
            </a:bodyPr>
            <a:lstStyle>
              <a:defPPr>
                <a:defRPr lang="zh-CN"/>
              </a:defPPr>
              <a:lvl1pPr>
                <a:lnSpc>
                  <a:spcPct val="150000"/>
                </a:lnSpc>
                <a:defRPr sz="105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sz="1100" dirty="0">
                  <a:sym typeface="HarmonyOS Sans SC Light" panose="00000400000000000000" pitchFamily="2" charset="-122"/>
                </a:rPr>
                <a:t>随着</a:t>
              </a:r>
              <a:r>
                <a:rPr lang="en-US" altLang="zh-CN" sz="1100" dirty="0">
                  <a:sym typeface="HarmonyOS Sans SC Light" panose="00000400000000000000" pitchFamily="2" charset="-122"/>
                </a:rPr>
                <a:t>AI</a:t>
              </a:r>
              <a:r>
                <a:rPr lang="zh-CN" altLang="en-US" sz="1100" dirty="0">
                  <a:sym typeface="HarmonyOS Sans SC Light" panose="00000400000000000000" pitchFamily="2" charset="-122"/>
                </a:rPr>
                <a:t>配音生成内容的逼真度提升，公众对信息真实性的信任度可能逐渐下降。人们可能难以分辨真实与虚假信息，导致信息的不确定性加剧，影响人们对社会的信任感。</a:t>
              </a:r>
              <a:endParaRPr lang="en-US" altLang="zh-CN" sz="1100" dirty="0">
                <a:sym typeface="HarmonyOS Sans SC Light" panose="00000400000000000000" pitchFamily="2" charset="-122"/>
              </a:endParaRPr>
            </a:p>
          </p:txBody>
        </p:sp>
        <p:sp>
          <p:nvSpPr>
            <p:cNvPr id="32" name="文本框 31"/>
            <p:cNvSpPr txBox="1"/>
            <p:nvPr/>
          </p:nvSpPr>
          <p:spPr>
            <a:xfrm>
              <a:off x="283598"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信任危机：</a:t>
              </a:r>
              <a:endParaRPr lang="zh-CN" altLang="en-US" dirty="0">
                <a:solidFill>
                  <a:schemeClr val="tx1">
                    <a:lumMod val="95000"/>
                    <a:lumOff val="5000"/>
                  </a:schemeClr>
                </a:solidFill>
                <a:sym typeface="HarmonyOS Sans SC Light" panose="000004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5695133"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4513462" cy="523220"/>
            <a:chOff x="2771965" y="2241921"/>
            <a:chExt cx="4513462" cy="523220"/>
          </a:xfrm>
        </p:grpSpPr>
        <p:sp>
          <p:nvSpPr>
            <p:cNvPr id="16" name="文本框 15"/>
            <p:cNvSpPr txBox="1"/>
            <p:nvPr/>
          </p:nvSpPr>
          <p:spPr>
            <a:xfrm>
              <a:off x="4279476" y="2291526"/>
              <a:ext cx="3005951" cy="400110"/>
            </a:xfrm>
            <a:prstGeom prst="rect">
              <a:avLst/>
            </a:prstGeom>
            <a:noFill/>
          </p:spPr>
          <p:txBody>
            <a:bodyPr wrap="none" rtlCol="0">
              <a:spAutoFit/>
            </a:bodyPr>
            <a:lstStyle/>
            <a:p>
              <a:r>
                <a:rPr lang="zh-CN" altLang="en-US" sz="2000" b="1" dirty="0">
                  <a:solidFill>
                    <a:schemeClr val="tx1">
                      <a:lumMod val="95000"/>
                      <a:lumOff val="5000"/>
                    </a:schemeClr>
                  </a:solidFill>
                </a:rPr>
                <a:t>未来法律条款的细化方向</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03</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sp>
        <p:nvSpPr>
          <p:cNvPr id="45" name="Freeform 41"/>
          <p:cNvSpPr/>
          <p:nvPr/>
        </p:nvSpPr>
        <p:spPr bwMode="auto">
          <a:xfrm>
            <a:off x="1866385" y="4860613"/>
            <a:ext cx="1191601" cy="1059327"/>
          </a:xfrm>
          <a:custGeom>
            <a:avLst/>
            <a:gdLst>
              <a:gd name="T0" fmla="*/ 293 w 602"/>
              <a:gd name="T1" fmla="*/ 535 h 535"/>
              <a:gd name="T2" fmla="*/ 143 w 602"/>
              <a:gd name="T3" fmla="*/ 515 h 535"/>
              <a:gd name="T4" fmla="*/ 87 w 602"/>
              <a:gd name="T5" fmla="*/ 469 h 535"/>
              <a:gd name="T6" fmla="*/ 38 w 602"/>
              <a:gd name="T7" fmla="*/ 403 h 535"/>
              <a:gd name="T8" fmla="*/ 31 w 602"/>
              <a:gd name="T9" fmla="*/ 368 h 535"/>
              <a:gd name="T10" fmla="*/ 32 w 602"/>
              <a:gd name="T11" fmla="*/ 347 h 535"/>
              <a:gd name="T12" fmla="*/ 38 w 602"/>
              <a:gd name="T13" fmla="*/ 314 h 535"/>
              <a:gd name="T14" fmla="*/ 32 w 602"/>
              <a:gd name="T15" fmla="*/ 293 h 535"/>
              <a:gd name="T16" fmla="*/ 29 w 602"/>
              <a:gd name="T17" fmla="*/ 270 h 535"/>
              <a:gd name="T18" fmla="*/ 37 w 602"/>
              <a:gd name="T19" fmla="*/ 241 h 535"/>
              <a:gd name="T20" fmla="*/ 31 w 602"/>
              <a:gd name="T21" fmla="*/ 214 h 535"/>
              <a:gd name="T22" fmla="*/ 35 w 602"/>
              <a:gd name="T23" fmla="*/ 191 h 535"/>
              <a:gd name="T24" fmla="*/ 41 w 602"/>
              <a:gd name="T25" fmla="*/ 169 h 535"/>
              <a:gd name="T26" fmla="*/ 44 w 602"/>
              <a:gd name="T27" fmla="*/ 145 h 535"/>
              <a:gd name="T28" fmla="*/ 17 w 602"/>
              <a:gd name="T29" fmla="*/ 126 h 535"/>
              <a:gd name="T30" fmla="*/ 0 w 602"/>
              <a:gd name="T31" fmla="*/ 0 h 535"/>
              <a:gd name="T32" fmla="*/ 602 w 602"/>
              <a:gd name="T33" fmla="*/ 0 h 535"/>
              <a:gd name="T34" fmla="*/ 590 w 602"/>
              <a:gd name="T35" fmla="*/ 94 h 535"/>
              <a:gd name="T36" fmla="*/ 563 w 602"/>
              <a:gd name="T37" fmla="*/ 114 h 535"/>
              <a:gd name="T38" fmla="*/ 566 w 602"/>
              <a:gd name="T39" fmla="*/ 138 h 535"/>
              <a:gd name="T40" fmla="*/ 572 w 602"/>
              <a:gd name="T41" fmla="*/ 160 h 535"/>
              <a:gd name="T42" fmla="*/ 577 w 602"/>
              <a:gd name="T43" fmla="*/ 182 h 535"/>
              <a:gd name="T44" fmla="*/ 571 w 602"/>
              <a:gd name="T45" fmla="*/ 209 h 535"/>
              <a:gd name="T46" fmla="*/ 578 w 602"/>
              <a:gd name="T47" fmla="*/ 239 h 535"/>
              <a:gd name="T48" fmla="*/ 575 w 602"/>
              <a:gd name="T49" fmla="*/ 261 h 535"/>
              <a:gd name="T50" fmla="*/ 569 w 602"/>
              <a:gd name="T51" fmla="*/ 282 h 535"/>
              <a:gd name="T52" fmla="*/ 575 w 602"/>
              <a:gd name="T53" fmla="*/ 315 h 535"/>
              <a:gd name="T54" fmla="*/ 577 w 602"/>
              <a:gd name="T55" fmla="*/ 336 h 535"/>
              <a:gd name="T56" fmla="*/ 569 w 602"/>
              <a:gd name="T57" fmla="*/ 372 h 535"/>
              <a:gd name="T58" fmla="*/ 580 w 602"/>
              <a:gd name="T59" fmla="*/ 392 h 535"/>
              <a:gd name="T60" fmla="*/ 524 w 602"/>
              <a:gd name="T61" fmla="*/ 469 h 535"/>
              <a:gd name="T62" fmla="*/ 469 w 602"/>
              <a:gd name="T63" fmla="*/ 515 h 535"/>
              <a:gd name="T64" fmla="*/ 293 w 602"/>
              <a:gd name="T6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2" h="535">
                <a:moveTo>
                  <a:pt x="293" y="535"/>
                </a:moveTo>
                <a:cubicBezTo>
                  <a:pt x="246" y="535"/>
                  <a:pt x="146" y="530"/>
                  <a:pt x="143" y="515"/>
                </a:cubicBezTo>
                <a:cubicBezTo>
                  <a:pt x="140" y="500"/>
                  <a:pt x="125" y="491"/>
                  <a:pt x="87" y="469"/>
                </a:cubicBezTo>
                <a:cubicBezTo>
                  <a:pt x="50" y="447"/>
                  <a:pt x="38" y="420"/>
                  <a:pt x="38" y="403"/>
                </a:cubicBezTo>
                <a:cubicBezTo>
                  <a:pt x="38" y="387"/>
                  <a:pt x="50" y="375"/>
                  <a:pt x="31" y="368"/>
                </a:cubicBezTo>
                <a:cubicBezTo>
                  <a:pt x="11" y="360"/>
                  <a:pt x="16" y="353"/>
                  <a:pt x="32" y="347"/>
                </a:cubicBezTo>
                <a:cubicBezTo>
                  <a:pt x="48" y="341"/>
                  <a:pt x="38" y="330"/>
                  <a:pt x="38" y="314"/>
                </a:cubicBezTo>
                <a:cubicBezTo>
                  <a:pt x="38" y="297"/>
                  <a:pt x="56" y="294"/>
                  <a:pt x="32" y="293"/>
                </a:cubicBezTo>
                <a:cubicBezTo>
                  <a:pt x="8" y="291"/>
                  <a:pt x="11" y="276"/>
                  <a:pt x="29" y="270"/>
                </a:cubicBezTo>
                <a:cubicBezTo>
                  <a:pt x="47" y="264"/>
                  <a:pt x="37" y="254"/>
                  <a:pt x="37" y="241"/>
                </a:cubicBezTo>
                <a:cubicBezTo>
                  <a:pt x="37" y="227"/>
                  <a:pt x="47" y="218"/>
                  <a:pt x="31" y="214"/>
                </a:cubicBezTo>
                <a:cubicBezTo>
                  <a:pt x="14" y="209"/>
                  <a:pt x="16" y="196"/>
                  <a:pt x="35" y="191"/>
                </a:cubicBezTo>
                <a:cubicBezTo>
                  <a:pt x="54" y="187"/>
                  <a:pt x="43" y="179"/>
                  <a:pt x="41" y="169"/>
                </a:cubicBezTo>
                <a:cubicBezTo>
                  <a:pt x="40" y="158"/>
                  <a:pt x="54" y="145"/>
                  <a:pt x="44" y="145"/>
                </a:cubicBezTo>
                <a:cubicBezTo>
                  <a:pt x="34" y="145"/>
                  <a:pt x="19" y="137"/>
                  <a:pt x="17" y="126"/>
                </a:cubicBezTo>
                <a:cubicBezTo>
                  <a:pt x="0" y="0"/>
                  <a:pt x="0" y="0"/>
                  <a:pt x="0" y="0"/>
                </a:cubicBezTo>
                <a:cubicBezTo>
                  <a:pt x="602" y="0"/>
                  <a:pt x="602" y="0"/>
                  <a:pt x="602" y="0"/>
                </a:cubicBezTo>
                <a:cubicBezTo>
                  <a:pt x="590" y="94"/>
                  <a:pt x="590" y="94"/>
                  <a:pt x="590" y="94"/>
                </a:cubicBezTo>
                <a:cubicBezTo>
                  <a:pt x="589" y="106"/>
                  <a:pt x="574" y="114"/>
                  <a:pt x="563" y="114"/>
                </a:cubicBezTo>
                <a:cubicBezTo>
                  <a:pt x="553" y="114"/>
                  <a:pt x="568" y="127"/>
                  <a:pt x="566" y="138"/>
                </a:cubicBezTo>
                <a:cubicBezTo>
                  <a:pt x="565" y="148"/>
                  <a:pt x="553" y="155"/>
                  <a:pt x="572" y="160"/>
                </a:cubicBezTo>
                <a:cubicBezTo>
                  <a:pt x="592" y="164"/>
                  <a:pt x="593" y="178"/>
                  <a:pt x="577" y="182"/>
                </a:cubicBezTo>
                <a:cubicBezTo>
                  <a:pt x="560" y="187"/>
                  <a:pt x="571" y="196"/>
                  <a:pt x="571" y="209"/>
                </a:cubicBezTo>
                <a:cubicBezTo>
                  <a:pt x="571" y="223"/>
                  <a:pt x="560" y="233"/>
                  <a:pt x="578" y="239"/>
                </a:cubicBezTo>
                <a:cubicBezTo>
                  <a:pt x="596" y="245"/>
                  <a:pt x="599" y="260"/>
                  <a:pt x="575" y="261"/>
                </a:cubicBezTo>
                <a:cubicBezTo>
                  <a:pt x="551" y="263"/>
                  <a:pt x="569" y="266"/>
                  <a:pt x="569" y="282"/>
                </a:cubicBezTo>
                <a:cubicBezTo>
                  <a:pt x="569" y="299"/>
                  <a:pt x="559" y="309"/>
                  <a:pt x="575" y="315"/>
                </a:cubicBezTo>
                <a:cubicBezTo>
                  <a:pt x="592" y="321"/>
                  <a:pt x="596" y="329"/>
                  <a:pt x="577" y="336"/>
                </a:cubicBezTo>
                <a:cubicBezTo>
                  <a:pt x="557" y="344"/>
                  <a:pt x="569" y="356"/>
                  <a:pt x="569" y="372"/>
                </a:cubicBezTo>
                <a:cubicBezTo>
                  <a:pt x="569" y="377"/>
                  <a:pt x="582" y="382"/>
                  <a:pt x="580" y="392"/>
                </a:cubicBezTo>
                <a:cubicBezTo>
                  <a:pt x="576" y="416"/>
                  <a:pt x="553" y="445"/>
                  <a:pt x="524" y="469"/>
                </a:cubicBezTo>
                <a:cubicBezTo>
                  <a:pt x="496" y="493"/>
                  <a:pt x="472" y="500"/>
                  <a:pt x="469" y="515"/>
                </a:cubicBezTo>
                <a:cubicBezTo>
                  <a:pt x="466" y="530"/>
                  <a:pt x="341" y="535"/>
                  <a:pt x="293" y="535"/>
                </a:cubicBezTo>
                <a:close/>
              </a:path>
            </a:pathLst>
          </a:custGeom>
          <a:solidFill>
            <a:srgbClr val="002DB0"/>
          </a:solidFill>
          <a:ln w="12700" cap="flat">
            <a:solidFill>
              <a:srgbClr val="002DB0"/>
            </a:solidFill>
            <a:prstDash val="solid"/>
            <a:miter/>
          </a:ln>
        </p:spPr>
        <p:txBody>
          <a:bodyPr rtlCol="0" anchor="ctr"/>
          <a:lstStyle/>
          <a:p>
            <a:endParaRPr lang="en-US">
              <a:sym typeface="+mn-lt"/>
            </a:endParaRPr>
          </a:p>
        </p:txBody>
      </p:sp>
      <p:sp>
        <p:nvSpPr>
          <p:cNvPr id="46" name="Freeform 42"/>
          <p:cNvSpPr/>
          <p:nvPr/>
        </p:nvSpPr>
        <p:spPr bwMode="auto">
          <a:xfrm>
            <a:off x="2121809" y="4860613"/>
            <a:ext cx="336385" cy="1059327"/>
          </a:xfrm>
          <a:custGeom>
            <a:avLst/>
            <a:gdLst>
              <a:gd name="T0" fmla="*/ 82 w 170"/>
              <a:gd name="T1" fmla="*/ 535 h 535"/>
              <a:gd name="T2" fmla="*/ 38 w 170"/>
              <a:gd name="T3" fmla="*/ 515 h 535"/>
              <a:gd name="T4" fmla="*/ 22 w 170"/>
              <a:gd name="T5" fmla="*/ 469 h 535"/>
              <a:gd name="T6" fmla="*/ 8 w 170"/>
              <a:gd name="T7" fmla="*/ 403 h 535"/>
              <a:gd name="T8" fmla="*/ 6 w 170"/>
              <a:gd name="T9" fmla="*/ 368 h 535"/>
              <a:gd name="T10" fmla="*/ 7 w 170"/>
              <a:gd name="T11" fmla="*/ 347 h 535"/>
              <a:gd name="T12" fmla="*/ 8 w 170"/>
              <a:gd name="T13" fmla="*/ 314 h 535"/>
              <a:gd name="T14" fmla="*/ 7 w 170"/>
              <a:gd name="T15" fmla="*/ 293 h 535"/>
              <a:gd name="T16" fmla="*/ 6 w 170"/>
              <a:gd name="T17" fmla="*/ 270 h 535"/>
              <a:gd name="T18" fmla="*/ 8 w 170"/>
              <a:gd name="T19" fmla="*/ 241 h 535"/>
              <a:gd name="T20" fmla="*/ 6 w 170"/>
              <a:gd name="T21" fmla="*/ 214 h 535"/>
              <a:gd name="T22" fmla="*/ 7 w 170"/>
              <a:gd name="T23" fmla="*/ 191 h 535"/>
              <a:gd name="T24" fmla="*/ 9 w 170"/>
              <a:gd name="T25" fmla="*/ 169 h 535"/>
              <a:gd name="T26" fmla="*/ 10 w 170"/>
              <a:gd name="T27" fmla="*/ 145 h 535"/>
              <a:gd name="T28" fmla="*/ 2 w 170"/>
              <a:gd name="T29" fmla="*/ 126 h 535"/>
              <a:gd name="T30" fmla="*/ 5 w 170"/>
              <a:gd name="T31" fmla="*/ 90 h 535"/>
              <a:gd name="T32" fmla="*/ 4 w 170"/>
              <a:gd name="T33" fmla="*/ 43 h 535"/>
              <a:gd name="T34" fmla="*/ 0 w 170"/>
              <a:gd name="T35" fmla="*/ 0 h 535"/>
              <a:gd name="T36" fmla="*/ 170 w 170"/>
              <a:gd name="T37" fmla="*/ 0 h 535"/>
              <a:gd name="T38" fmla="*/ 168 w 170"/>
              <a:gd name="T39" fmla="*/ 23 h 535"/>
              <a:gd name="T40" fmla="*/ 164 w 170"/>
              <a:gd name="T41" fmla="*/ 58 h 535"/>
              <a:gd name="T42" fmla="*/ 167 w 170"/>
              <a:gd name="T43" fmla="*/ 94 h 535"/>
              <a:gd name="T44" fmla="*/ 159 w 170"/>
              <a:gd name="T45" fmla="*/ 114 h 535"/>
              <a:gd name="T46" fmla="*/ 160 w 170"/>
              <a:gd name="T47" fmla="*/ 138 h 535"/>
              <a:gd name="T48" fmla="*/ 162 w 170"/>
              <a:gd name="T49" fmla="*/ 160 h 535"/>
              <a:gd name="T50" fmla="*/ 163 w 170"/>
              <a:gd name="T51" fmla="*/ 182 h 535"/>
              <a:gd name="T52" fmla="*/ 161 w 170"/>
              <a:gd name="T53" fmla="*/ 209 h 535"/>
              <a:gd name="T54" fmla="*/ 163 w 170"/>
              <a:gd name="T55" fmla="*/ 239 h 535"/>
              <a:gd name="T56" fmla="*/ 163 w 170"/>
              <a:gd name="T57" fmla="*/ 261 h 535"/>
              <a:gd name="T58" fmla="*/ 161 w 170"/>
              <a:gd name="T59" fmla="*/ 282 h 535"/>
              <a:gd name="T60" fmla="*/ 163 w 170"/>
              <a:gd name="T61" fmla="*/ 315 h 535"/>
              <a:gd name="T62" fmla="*/ 163 w 170"/>
              <a:gd name="T63" fmla="*/ 336 h 535"/>
              <a:gd name="T64" fmla="*/ 161 w 170"/>
              <a:gd name="T65" fmla="*/ 372 h 535"/>
              <a:gd name="T66" fmla="*/ 164 w 170"/>
              <a:gd name="T67" fmla="*/ 392 h 535"/>
              <a:gd name="T68" fmla="*/ 148 w 170"/>
              <a:gd name="T69" fmla="*/ 469 h 535"/>
              <a:gd name="T70" fmla="*/ 132 w 170"/>
              <a:gd name="T71" fmla="*/ 515 h 535"/>
              <a:gd name="T72" fmla="*/ 82 w 170"/>
              <a:gd name="T73"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0" h="535">
                <a:moveTo>
                  <a:pt x="82" y="535"/>
                </a:moveTo>
                <a:cubicBezTo>
                  <a:pt x="68" y="535"/>
                  <a:pt x="39" y="530"/>
                  <a:pt x="38" y="515"/>
                </a:cubicBezTo>
                <a:cubicBezTo>
                  <a:pt x="37" y="500"/>
                  <a:pt x="33" y="491"/>
                  <a:pt x="22" y="469"/>
                </a:cubicBezTo>
                <a:cubicBezTo>
                  <a:pt x="12" y="447"/>
                  <a:pt x="8" y="420"/>
                  <a:pt x="8" y="403"/>
                </a:cubicBezTo>
                <a:cubicBezTo>
                  <a:pt x="8" y="387"/>
                  <a:pt x="12" y="375"/>
                  <a:pt x="6" y="368"/>
                </a:cubicBezTo>
                <a:cubicBezTo>
                  <a:pt x="1" y="360"/>
                  <a:pt x="2" y="353"/>
                  <a:pt x="7" y="347"/>
                </a:cubicBezTo>
                <a:cubicBezTo>
                  <a:pt x="11" y="341"/>
                  <a:pt x="8" y="330"/>
                  <a:pt x="8" y="314"/>
                </a:cubicBezTo>
                <a:cubicBezTo>
                  <a:pt x="8" y="297"/>
                  <a:pt x="13" y="294"/>
                  <a:pt x="7" y="293"/>
                </a:cubicBezTo>
                <a:cubicBezTo>
                  <a:pt x="0" y="291"/>
                  <a:pt x="1" y="276"/>
                  <a:pt x="6" y="270"/>
                </a:cubicBezTo>
                <a:cubicBezTo>
                  <a:pt x="11" y="264"/>
                  <a:pt x="8" y="254"/>
                  <a:pt x="8" y="241"/>
                </a:cubicBezTo>
                <a:cubicBezTo>
                  <a:pt x="8" y="227"/>
                  <a:pt x="11" y="218"/>
                  <a:pt x="6" y="214"/>
                </a:cubicBezTo>
                <a:cubicBezTo>
                  <a:pt x="1" y="209"/>
                  <a:pt x="2" y="196"/>
                  <a:pt x="7" y="191"/>
                </a:cubicBezTo>
                <a:cubicBezTo>
                  <a:pt x="13" y="187"/>
                  <a:pt x="10" y="179"/>
                  <a:pt x="9" y="169"/>
                </a:cubicBezTo>
                <a:cubicBezTo>
                  <a:pt x="9" y="158"/>
                  <a:pt x="13" y="145"/>
                  <a:pt x="10" y="145"/>
                </a:cubicBezTo>
                <a:cubicBezTo>
                  <a:pt x="7" y="145"/>
                  <a:pt x="2" y="138"/>
                  <a:pt x="2" y="126"/>
                </a:cubicBezTo>
                <a:cubicBezTo>
                  <a:pt x="2" y="114"/>
                  <a:pt x="5" y="106"/>
                  <a:pt x="5" y="90"/>
                </a:cubicBezTo>
                <a:cubicBezTo>
                  <a:pt x="5" y="73"/>
                  <a:pt x="6" y="55"/>
                  <a:pt x="4" y="43"/>
                </a:cubicBezTo>
                <a:cubicBezTo>
                  <a:pt x="3" y="33"/>
                  <a:pt x="1" y="13"/>
                  <a:pt x="0" y="0"/>
                </a:cubicBezTo>
                <a:cubicBezTo>
                  <a:pt x="170" y="0"/>
                  <a:pt x="170" y="0"/>
                  <a:pt x="170" y="0"/>
                </a:cubicBezTo>
                <a:cubicBezTo>
                  <a:pt x="170" y="9"/>
                  <a:pt x="170" y="18"/>
                  <a:pt x="168" y="23"/>
                </a:cubicBezTo>
                <a:cubicBezTo>
                  <a:pt x="164" y="35"/>
                  <a:pt x="164" y="42"/>
                  <a:pt x="164" y="58"/>
                </a:cubicBezTo>
                <a:cubicBezTo>
                  <a:pt x="164" y="75"/>
                  <a:pt x="167" y="82"/>
                  <a:pt x="167" y="94"/>
                </a:cubicBezTo>
                <a:cubicBezTo>
                  <a:pt x="167" y="106"/>
                  <a:pt x="162" y="114"/>
                  <a:pt x="159" y="114"/>
                </a:cubicBezTo>
                <a:cubicBezTo>
                  <a:pt x="156" y="114"/>
                  <a:pt x="160" y="127"/>
                  <a:pt x="160" y="138"/>
                </a:cubicBezTo>
                <a:cubicBezTo>
                  <a:pt x="160" y="148"/>
                  <a:pt x="156" y="155"/>
                  <a:pt x="162" y="160"/>
                </a:cubicBezTo>
                <a:cubicBezTo>
                  <a:pt x="167" y="164"/>
                  <a:pt x="168" y="178"/>
                  <a:pt x="163" y="182"/>
                </a:cubicBezTo>
                <a:cubicBezTo>
                  <a:pt x="158" y="187"/>
                  <a:pt x="161" y="196"/>
                  <a:pt x="161" y="209"/>
                </a:cubicBezTo>
                <a:cubicBezTo>
                  <a:pt x="161" y="223"/>
                  <a:pt x="158" y="233"/>
                  <a:pt x="163" y="239"/>
                </a:cubicBezTo>
                <a:cubicBezTo>
                  <a:pt x="169" y="245"/>
                  <a:pt x="169" y="260"/>
                  <a:pt x="163" y="261"/>
                </a:cubicBezTo>
                <a:cubicBezTo>
                  <a:pt x="156" y="263"/>
                  <a:pt x="161" y="266"/>
                  <a:pt x="161" y="282"/>
                </a:cubicBezTo>
                <a:cubicBezTo>
                  <a:pt x="161" y="299"/>
                  <a:pt x="158" y="309"/>
                  <a:pt x="163" y="315"/>
                </a:cubicBezTo>
                <a:cubicBezTo>
                  <a:pt x="167" y="321"/>
                  <a:pt x="169" y="329"/>
                  <a:pt x="163" y="336"/>
                </a:cubicBezTo>
                <a:cubicBezTo>
                  <a:pt x="157" y="344"/>
                  <a:pt x="161" y="356"/>
                  <a:pt x="161" y="372"/>
                </a:cubicBezTo>
                <a:cubicBezTo>
                  <a:pt x="161" y="377"/>
                  <a:pt x="165" y="382"/>
                  <a:pt x="164" y="392"/>
                </a:cubicBezTo>
                <a:cubicBezTo>
                  <a:pt x="163" y="416"/>
                  <a:pt x="156" y="445"/>
                  <a:pt x="148" y="469"/>
                </a:cubicBezTo>
                <a:cubicBezTo>
                  <a:pt x="140" y="493"/>
                  <a:pt x="133" y="500"/>
                  <a:pt x="132" y="515"/>
                </a:cubicBezTo>
                <a:cubicBezTo>
                  <a:pt x="131" y="530"/>
                  <a:pt x="95" y="535"/>
                  <a:pt x="82" y="535"/>
                </a:cubicBezTo>
                <a:close/>
              </a:path>
            </a:pathLst>
          </a:custGeom>
          <a:solidFill>
            <a:srgbClr val="002DB0"/>
          </a:solidFill>
          <a:ln w="12700" cap="flat">
            <a:solidFill>
              <a:srgbClr val="002DB0"/>
            </a:solidFill>
            <a:prstDash val="solid"/>
            <a:miter/>
          </a:ln>
        </p:spPr>
        <p:txBody>
          <a:bodyPr rtlCol="0" anchor="ctr"/>
          <a:lstStyle/>
          <a:p>
            <a:endParaRPr lang="en-US">
              <a:sym typeface="+mn-lt"/>
            </a:endParaRPr>
          </a:p>
        </p:txBody>
      </p:sp>
      <p:sp>
        <p:nvSpPr>
          <p:cNvPr id="47" name="Oval 43"/>
          <p:cNvSpPr>
            <a:spLocks noChangeArrowheads="1"/>
          </p:cNvSpPr>
          <p:nvPr/>
        </p:nvSpPr>
        <p:spPr bwMode="auto">
          <a:xfrm>
            <a:off x="2335043" y="5909677"/>
            <a:ext cx="271389" cy="120871"/>
          </a:xfrm>
          <a:prstGeom prst="ellipse">
            <a:avLst/>
          </a:prstGeom>
          <a:solidFill>
            <a:srgbClr val="002DB0"/>
          </a:solidFill>
          <a:ln w="12700" cap="flat">
            <a:solidFill>
              <a:srgbClr val="002DB0"/>
            </a:solidFill>
            <a:prstDash val="solid"/>
            <a:miter/>
          </a:ln>
        </p:spPr>
        <p:txBody>
          <a:bodyPr rtlCol="0" anchor="ctr"/>
          <a:lstStyle/>
          <a:p>
            <a:endParaRPr lang="en-US">
              <a:sym typeface="+mn-lt"/>
            </a:endParaRPr>
          </a:p>
        </p:txBody>
      </p:sp>
      <p:sp>
        <p:nvSpPr>
          <p:cNvPr id="48" name="Oval 44"/>
          <p:cNvSpPr>
            <a:spLocks noChangeArrowheads="1"/>
          </p:cNvSpPr>
          <p:nvPr/>
        </p:nvSpPr>
        <p:spPr bwMode="auto">
          <a:xfrm>
            <a:off x="2234698" y="5856084"/>
            <a:ext cx="473219" cy="131133"/>
          </a:xfrm>
          <a:prstGeom prst="ellipse">
            <a:avLst/>
          </a:prstGeom>
          <a:solidFill>
            <a:schemeClr val="bg1"/>
          </a:solidFill>
          <a:ln w="4286" cap="flat">
            <a:solidFill>
              <a:srgbClr val="002DB0"/>
            </a:solidFill>
            <a:prstDash val="solid"/>
            <a:miter/>
          </a:ln>
        </p:spPr>
        <p:txBody>
          <a:bodyPr rtlCol="0" anchor="ctr"/>
          <a:lstStyle/>
          <a:p>
            <a:endParaRPr lang="en-US">
              <a:sym typeface="+mn-lt"/>
            </a:endParaRPr>
          </a:p>
        </p:txBody>
      </p:sp>
      <p:sp>
        <p:nvSpPr>
          <p:cNvPr id="49" name="Freeform 45"/>
          <p:cNvSpPr/>
          <p:nvPr/>
        </p:nvSpPr>
        <p:spPr bwMode="auto">
          <a:xfrm>
            <a:off x="2170842" y="5893713"/>
            <a:ext cx="599791" cy="50173"/>
          </a:xfrm>
          <a:custGeom>
            <a:avLst/>
            <a:gdLst>
              <a:gd name="T0" fmla="*/ 140 w 303"/>
              <a:gd name="T1" fmla="*/ 25 h 25"/>
              <a:gd name="T2" fmla="*/ 2 w 303"/>
              <a:gd name="T3" fmla="*/ 7 h 25"/>
              <a:gd name="T4" fmla="*/ 0 w 303"/>
              <a:gd name="T5" fmla="*/ 1 h 25"/>
              <a:gd name="T6" fmla="*/ 139 w 303"/>
              <a:gd name="T7" fmla="*/ 13 h 25"/>
              <a:gd name="T8" fmla="*/ 303 w 303"/>
              <a:gd name="T9" fmla="*/ 0 h 25"/>
              <a:gd name="T10" fmla="*/ 301 w 303"/>
              <a:gd name="T11" fmla="*/ 7 h 25"/>
              <a:gd name="T12" fmla="*/ 140 w 303"/>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303" h="25">
                <a:moveTo>
                  <a:pt x="140" y="25"/>
                </a:moveTo>
                <a:cubicBezTo>
                  <a:pt x="96" y="25"/>
                  <a:pt x="4" y="21"/>
                  <a:pt x="2" y="7"/>
                </a:cubicBezTo>
                <a:cubicBezTo>
                  <a:pt x="1" y="6"/>
                  <a:pt x="1" y="3"/>
                  <a:pt x="0" y="1"/>
                </a:cubicBezTo>
                <a:cubicBezTo>
                  <a:pt x="28" y="10"/>
                  <a:pt x="101" y="13"/>
                  <a:pt x="139" y="13"/>
                </a:cubicBezTo>
                <a:cubicBezTo>
                  <a:pt x="179" y="13"/>
                  <a:pt x="271" y="10"/>
                  <a:pt x="303" y="0"/>
                </a:cubicBezTo>
                <a:cubicBezTo>
                  <a:pt x="302" y="3"/>
                  <a:pt x="302" y="5"/>
                  <a:pt x="301" y="7"/>
                </a:cubicBezTo>
                <a:cubicBezTo>
                  <a:pt x="299" y="21"/>
                  <a:pt x="184" y="25"/>
                  <a:pt x="140"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0" name="Freeform 46"/>
          <p:cNvSpPr/>
          <p:nvPr/>
        </p:nvSpPr>
        <p:spPr bwMode="auto">
          <a:xfrm>
            <a:off x="1925680" y="5161649"/>
            <a:ext cx="1100378" cy="80960"/>
          </a:xfrm>
          <a:custGeom>
            <a:avLst/>
            <a:gdLst>
              <a:gd name="T0" fmla="*/ 13 w 556"/>
              <a:gd name="T1" fmla="*/ 24 h 41"/>
              <a:gd name="T2" fmla="*/ 531 w 556"/>
              <a:gd name="T3" fmla="*/ 0 h 41"/>
              <a:gd name="T4" fmla="*/ 542 w 556"/>
              <a:gd name="T5" fmla="*/ 8 h 41"/>
              <a:gd name="T6" fmla="*/ 556 w 556"/>
              <a:gd name="T7" fmla="*/ 15 h 41"/>
              <a:gd name="T8" fmla="*/ 0 w 556"/>
              <a:gd name="T9" fmla="*/ 41 h 41"/>
              <a:gd name="T10" fmla="*/ 5 w 556"/>
              <a:gd name="T11" fmla="*/ 39 h 41"/>
              <a:gd name="T12" fmla="*/ 13 w 556"/>
              <a:gd name="T13" fmla="*/ 24 h 41"/>
            </a:gdLst>
            <a:ahLst/>
            <a:cxnLst>
              <a:cxn ang="0">
                <a:pos x="T0" y="T1"/>
              </a:cxn>
              <a:cxn ang="0">
                <a:pos x="T2" y="T3"/>
              </a:cxn>
              <a:cxn ang="0">
                <a:pos x="T4" y="T5"/>
              </a:cxn>
              <a:cxn ang="0">
                <a:pos x="T6" y="T7"/>
              </a:cxn>
              <a:cxn ang="0">
                <a:pos x="T8" y="T9"/>
              </a:cxn>
              <a:cxn ang="0">
                <a:pos x="T10" y="T11"/>
              </a:cxn>
              <a:cxn ang="0">
                <a:pos x="T12" y="T13"/>
              </a:cxn>
            </a:cxnLst>
            <a:rect l="0" t="0" r="r" b="b"/>
            <a:pathLst>
              <a:path w="556" h="41">
                <a:moveTo>
                  <a:pt x="13" y="24"/>
                </a:moveTo>
                <a:cubicBezTo>
                  <a:pt x="531" y="0"/>
                  <a:pt x="531" y="0"/>
                  <a:pt x="531" y="0"/>
                </a:cubicBezTo>
                <a:cubicBezTo>
                  <a:pt x="531" y="3"/>
                  <a:pt x="533" y="6"/>
                  <a:pt x="542" y="8"/>
                </a:cubicBezTo>
                <a:cubicBezTo>
                  <a:pt x="549" y="9"/>
                  <a:pt x="553" y="12"/>
                  <a:pt x="556" y="15"/>
                </a:cubicBezTo>
                <a:cubicBezTo>
                  <a:pt x="0" y="41"/>
                  <a:pt x="0" y="41"/>
                  <a:pt x="0" y="41"/>
                </a:cubicBezTo>
                <a:cubicBezTo>
                  <a:pt x="1" y="40"/>
                  <a:pt x="3" y="40"/>
                  <a:pt x="5" y="39"/>
                </a:cubicBezTo>
                <a:cubicBezTo>
                  <a:pt x="20" y="36"/>
                  <a:pt x="16" y="31"/>
                  <a:pt x="13" y="24"/>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1" name="Freeform 47"/>
          <p:cNvSpPr/>
          <p:nvPr/>
        </p:nvSpPr>
        <p:spPr bwMode="auto">
          <a:xfrm>
            <a:off x="1904014" y="5070426"/>
            <a:ext cx="1118622" cy="83241"/>
          </a:xfrm>
          <a:custGeom>
            <a:avLst/>
            <a:gdLst>
              <a:gd name="T0" fmla="*/ 0 w 565"/>
              <a:gd name="T1" fmla="*/ 27 h 42"/>
              <a:gd name="T2" fmla="*/ 565 w 565"/>
              <a:gd name="T3" fmla="*/ 0 h 42"/>
              <a:gd name="T4" fmla="*/ 544 w 565"/>
              <a:gd name="T5" fmla="*/ 8 h 42"/>
              <a:gd name="T6" fmla="*/ 543 w 565"/>
              <a:gd name="T7" fmla="*/ 17 h 42"/>
              <a:gd name="T8" fmla="*/ 29 w 565"/>
              <a:gd name="T9" fmla="*/ 42 h 42"/>
              <a:gd name="T10" fmla="*/ 25 w 565"/>
              <a:gd name="T11" fmla="*/ 39 h 42"/>
              <a:gd name="T12" fmla="*/ 0 w 565"/>
              <a:gd name="T13" fmla="*/ 27 h 42"/>
            </a:gdLst>
            <a:ahLst/>
            <a:cxnLst>
              <a:cxn ang="0">
                <a:pos x="T0" y="T1"/>
              </a:cxn>
              <a:cxn ang="0">
                <a:pos x="T2" y="T3"/>
              </a:cxn>
              <a:cxn ang="0">
                <a:pos x="T4" y="T5"/>
              </a:cxn>
              <a:cxn ang="0">
                <a:pos x="T6" y="T7"/>
              </a:cxn>
              <a:cxn ang="0">
                <a:pos x="T8" y="T9"/>
              </a:cxn>
              <a:cxn ang="0">
                <a:pos x="T10" y="T11"/>
              </a:cxn>
              <a:cxn ang="0">
                <a:pos x="T12" y="T13"/>
              </a:cxn>
            </a:cxnLst>
            <a:rect l="0" t="0" r="r" b="b"/>
            <a:pathLst>
              <a:path w="565" h="42">
                <a:moveTo>
                  <a:pt x="0" y="27"/>
                </a:moveTo>
                <a:cubicBezTo>
                  <a:pt x="565" y="0"/>
                  <a:pt x="565" y="0"/>
                  <a:pt x="565" y="0"/>
                </a:cubicBezTo>
                <a:cubicBezTo>
                  <a:pt x="559" y="5"/>
                  <a:pt x="551" y="8"/>
                  <a:pt x="544" y="8"/>
                </a:cubicBezTo>
                <a:cubicBezTo>
                  <a:pt x="538" y="8"/>
                  <a:pt x="540" y="12"/>
                  <a:pt x="543" y="17"/>
                </a:cubicBezTo>
                <a:cubicBezTo>
                  <a:pt x="29" y="42"/>
                  <a:pt x="29" y="42"/>
                  <a:pt x="29" y="42"/>
                </a:cubicBezTo>
                <a:cubicBezTo>
                  <a:pt x="29" y="40"/>
                  <a:pt x="28" y="39"/>
                  <a:pt x="25" y="39"/>
                </a:cubicBezTo>
                <a:cubicBezTo>
                  <a:pt x="17" y="39"/>
                  <a:pt x="5" y="34"/>
                  <a:pt x="0" y="27"/>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2" name="Freeform 48"/>
          <p:cNvSpPr/>
          <p:nvPr/>
        </p:nvSpPr>
        <p:spPr bwMode="auto">
          <a:xfrm>
            <a:off x="1929101" y="5234627"/>
            <a:ext cx="1065029" cy="80960"/>
          </a:xfrm>
          <a:custGeom>
            <a:avLst/>
            <a:gdLst>
              <a:gd name="T0" fmla="*/ 0 w 538"/>
              <a:gd name="T1" fmla="*/ 25 h 41"/>
              <a:gd name="T2" fmla="*/ 536 w 538"/>
              <a:gd name="T3" fmla="*/ 0 h 41"/>
              <a:gd name="T4" fmla="*/ 538 w 538"/>
              <a:gd name="T5" fmla="*/ 16 h 41"/>
              <a:gd name="T6" fmla="*/ 6 w 538"/>
              <a:gd name="T7" fmla="*/ 41 h 41"/>
              <a:gd name="T8" fmla="*/ 0 w 538"/>
              <a:gd name="T9" fmla="*/ 25 h 41"/>
            </a:gdLst>
            <a:ahLst/>
            <a:cxnLst>
              <a:cxn ang="0">
                <a:pos x="T0" y="T1"/>
              </a:cxn>
              <a:cxn ang="0">
                <a:pos x="T2" y="T3"/>
              </a:cxn>
              <a:cxn ang="0">
                <a:pos x="T4" y="T5"/>
              </a:cxn>
              <a:cxn ang="0">
                <a:pos x="T6" y="T7"/>
              </a:cxn>
              <a:cxn ang="0">
                <a:pos x="T8" y="T9"/>
              </a:cxn>
            </a:cxnLst>
            <a:rect l="0" t="0" r="r" b="b"/>
            <a:pathLst>
              <a:path w="538" h="41">
                <a:moveTo>
                  <a:pt x="0" y="25"/>
                </a:moveTo>
                <a:cubicBezTo>
                  <a:pt x="536" y="0"/>
                  <a:pt x="536" y="0"/>
                  <a:pt x="536" y="0"/>
                </a:cubicBezTo>
                <a:cubicBezTo>
                  <a:pt x="535" y="4"/>
                  <a:pt x="537" y="9"/>
                  <a:pt x="538" y="16"/>
                </a:cubicBezTo>
                <a:cubicBezTo>
                  <a:pt x="6" y="41"/>
                  <a:pt x="6" y="41"/>
                  <a:pt x="6" y="41"/>
                </a:cubicBezTo>
                <a:cubicBezTo>
                  <a:pt x="8" y="34"/>
                  <a:pt x="10" y="28"/>
                  <a:pt x="0"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3" name="Freeform 49"/>
          <p:cNvSpPr/>
          <p:nvPr/>
        </p:nvSpPr>
        <p:spPr bwMode="auto">
          <a:xfrm>
            <a:off x="1937083" y="5306465"/>
            <a:ext cx="1083274" cy="82101"/>
          </a:xfrm>
          <a:custGeom>
            <a:avLst/>
            <a:gdLst>
              <a:gd name="T0" fmla="*/ 2 w 547"/>
              <a:gd name="T1" fmla="*/ 25 h 42"/>
              <a:gd name="T2" fmla="*/ 532 w 547"/>
              <a:gd name="T3" fmla="*/ 0 h 42"/>
              <a:gd name="T4" fmla="*/ 542 w 547"/>
              <a:gd name="T5" fmla="*/ 14 h 42"/>
              <a:gd name="T6" fmla="*/ 547 w 547"/>
              <a:gd name="T7" fmla="*/ 16 h 42"/>
              <a:gd name="T8" fmla="*/ 0 w 547"/>
              <a:gd name="T9" fmla="*/ 42 h 42"/>
              <a:gd name="T10" fmla="*/ 2 w 547"/>
              <a:gd name="T11" fmla="*/ 25 h 42"/>
            </a:gdLst>
            <a:ahLst/>
            <a:cxnLst>
              <a:cxn ang="0">
                <a:pos x="T0" y="T1"/>
              </a:cxn>
              <a:cxn ang="0">
                <a:pos x="T2" y="T3"/>
              </a:cxn>
              <a:cxn ang="0">
                <a:pos x="T4" y="T5"/>
              </a:cxn>
              <a:cxn ang="0">
                <a:pos x="T6" y="T7"/>
              </a:cxn>
              <a:cxn ang="0">
                <a:pos x="T8" y="T9"/>
              </a:cxn>
              <a:cxn ang="0">
                <a:pos x="T10" y="T11"/>
              </a:cxn>
            </a:cxnLst>
            <a:rect l="0" t="0" r="r" b="b"/>
            <a:pathLst>
              <a:path w="547" h="42">
                <a:moveTo>
                  <a:pt x="2" y="25"/>
                </a:moveTo>
                <a:cubicBezTo>
                  <a:pt x="532" y="0"/>
                  <a:pt x="532" y="0"/>
                  <a:pt x="532" y="0"/>
                </a:cubicBezTo>
                <a:cubicBezTo>
                  <a:pt x="531" y="6"/>
                  <a:pt x="532" y="11"/>
                  <a:pt x="542" y="14"/>
                </a:cubicBezTo>
                <a:cubicBezTo>
                  <a:pt x="544" y="15"/>
                  <a:pt x="545" y="15"/>
                  <a:pt x="547" y="16"/>
                </a:cubicBezTo>
                <a:cubicBezTo>
                  <a:pt x="0" y="42"/>
                  <a:pt x="0" y="42"/>
                  <a:pt x="0" y="42"/>
                </a:cubicBezTo>
                <a:cubicBezTo>
                  <a:pt x="5" y="38"/>
                  <a:pt x="4" y="32"/>
                  <a:pt x="2"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4" name="Freeform 50"/>
          <p:cNvSpPr/>
          <p:nvPr/>
        </p:nvSpPr>
        <p:spPr bwMode="auto">
          <a:xfrm>
            <a:off x="1929101" y="5390847"/>
            <a:ext cx="1063889" cy="80960"/>
          </a:xfrm>
          <a:custGeom>
            <a:avLst/>
            <a:gdLst>
              <a:gd name="T0" fmla="*/ 0 w 537"/>
              <a:gd name="T1" fmla="*/ 25 h 41"/>
              <a:gd name="T2" fmla="*/ 532 w 537"/>
              <a:gd name="T3" fmla="*/ 0 h 41"/>
              <a:gd name="T4" fmla="*/ 537 w 537"/>
              <a:gd name="T5" fmla="*/ 14 h 41"/>
              <a:gd name="T6" fmla="*/ 537 w 537"/>
              <a:gd name="T7" fmla="*/ 16 h 41"/>
              <a:gd name="T8" fmla="*/ 7 w 537"/>
              <a:gd name="T9" fmla="*/ 41 h 41"/>
              <a:gd name="T10" fmla="*/ 0 w 537"/>
              <a:gd name="T11" fmla="*/ 25 h 41"/>
            </a:gdLst>
            <a:ahLst/>
            <a:cxnLst>
              <a:cxn ang="0">
                <a:pos x="T0" y="T1"/>
              </a:cxn>
              <a:cxn ang="0">
                <a:pos x="T2" y="T3"/>
              </a:cxn>
              <a:cxn ang="0">
                <a:pos x="T4" y="T5"/>
              </a:cxn>
              <a:cxn ang="0">
                <a:pos x="T6" y="T7"/>
              </a:cxn>
              <a:cxn ang="0">
                <a:pos x="T8" y="T9"/>
              </a:cxn>
              <a:cxn ang="0">
                <a:pos x="T10" y="T11"/>
              </a:cxn>
            </a:cxnLst>
            <a:rect l="0" t="0" r="r" b="b"/>
            <a:pathLst>
              <a:path w="537" h="41">
                <a:moveTo>
                  <a:pt x="0" y="25"/>
                </a:moveTo>
                <a:cubicBezTo>
                  <a:pt x="532" y="0"/>
                  <a:pt x="532" y="0"/>
                  <a:pt x="532" y="0"/>
                </a:cubicBezTo>
                <a:cubicBezTo>
                  <a:pt x="534" y="3"/>
                  <a:pt x="537" y="7"/>
                  <a:pt x="537" y="14"/>
                </a:cubicBezTo>
                <a:cubicBezTo>
                  <a:pt x="537" y="15"/>
                  <a:pt x="537" y="15"/>
                  <a:pt x="537" y="16"/>
                </a:cubicBezTo>
                <a:cubicBezTo>
                  <a:pt x="7" y="41"/>
                  <a:pt x="7" y="41"/>
                  <a:pt x="7" y="41"/>
                </a:cubicBezTo>
                <a:cubicBezTo>
                  <a:pt x="9" y="29"/>
                  <a:pt x="21" y="26"/>
                  <a:pt x="0"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5" name="Freeform 51"/>
          <p:cNvSpPr/>
          <p:nvPr/>
        </p:nvSpPr>
        <p:spPr bwMode="auto">
          <a:xfrm>
            <a:off x="1925680" y="5466106"/>
            <a:ext cx="1102658" cy="80960"/>
          </a:xfrm>
          <a:custGeom>
            <a:avLst/>
            <a:gdLst>
              <a:gd name="T0" fmla="*/ 11 w 557"/>
              <a:gd name="T1" fmla="*/ 25 h 41"/>
              <a:gd name="T2" fmla="*/ 536 w 557"/>
              <a:gd name="T3" fmla="*/ 0 h 41"/>
              <a:gd name="T4" fmla="*/ 545 w 557"/>
              <a:gd name="T5" fmla="*/ 9 h 41"/>
              <a:gd name="T6" fmla="*/ 557 w 557"/>
              <a:gd name="T7" fmla="*/ 15 h 41"/>
              <a:gd name="T8" fmla="*/ 0 w 557"/>
              <a:gd name="T9" fmla="*/ 41 h 41"/>
              <a:gd name="T10" fmla="*/ 2 w 557"/>
              <a:gd name="T11" fmla="*/ 41 h 41"/>
              <a:gd name="T12" fmla="*/ 11 w 557"/>
              <a:gd name="T13" fmla="*/ 25 h 41"/>
            </a:gdLst>
            <a:ahLst/>
            <a:cxnLst>
              <a:cxn ang="0">
                <a:pos x="T0" y="T1"/>
              </a:cxn>
              <a:cxn ang="0">
                <a:pos x="T2" y="T3"/>
              </a:cxn>
              <a:cxn ang="0">
                <a:pos x="T4" y="T5"/>
              </a:cxn>
              <a:cxn ang="0">
                <a:pos x="T6" y="T7"/>
              </a:cxn>
              <a:cxn ang="0">
                <a:pos x="T8" y="T9"/>
              </a:cxn>
              <a:cxn ang="0">
                <a:pos x="T10" y="T11"/>
              </a:cxn>
              <a:cxn ang="0">
                <a:pos x="T12" y="T13"/>
              </a:cxn>
            </a:cxnLst>
            <a:rect l="0" t="0" r="r" b="b"/>
            <a:pathLst>
              <a:path w="557" h="41">
                <a:moveTo>
                  <a:pt x="11" y="25"/>
                </a:moveTo>
                <a:cubicBezTo>
                  <a:pt x="536" y="0"/>
                  <a:pt x="536" y="0"/>
                  <a:pt x="536" y="0"/>
                </a:cubicBezTo>
                <a:cubicBezTo>
                  <a:pt x="536" y="4"/>
                  <a:pt x="539" y="7"/>
                  <a:pt x="545" y="9"/>
                </a:cubicBezTo>
                <a:cubicBezTo>
                  <a:pt x="550" y="11"/>
                  <a:pt x="554" y="13"/>
                  <a:pt x="557" y="15"/>
                </a:cubicBezTo>
                <a:cubicBezTo>
                  <a:pt x="0" y="41"/>
                  <a:pt x="0" y="41"/>
                  <a:pt x="0" y="41"/>
                </a:cubicBezTo>
                <a:cubicBezTo>
                  <a:pt x="1" y="41"/>
                  <a:pt x="1" y="41"/>
                  <a:pt x="2" y="41"/>
                </a:cubicBezTo>
                <a:cubicBezTo>
                  <a:pt x="12" y="37"/>
                  <a:pt x="12" y="32"/>
                  <a:pt x="11"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6" name="Freeform 52"/>
          <p:cNvSpPr/>
          <p:nvPr/>
        </p:nvSpPr>
        <p:spPr bwMode="auto">
          <a:xfrm>
            <a:off x="1937083" y="5543645"/>
            <a:ext cx="1053626" cy="80960"/>
          </a:xfrm>
          <a:custGeom>
            <a:avLst/>
            <a:gdLst>
              <a:gd name="T0" fmla="*/ 0 w 532"/>
              <a:gd name="T1" fmla="*/ 25 h 41"/>
              <a:gd name="T2" fmla="*/ 530 w 532"/>
              <a:gd name="T3" fmla="*/ 0 h 41"/>
              <a:gd name="T4" fmla="*/ 532 w 532"/>
              <a:gd name="T5" fmla="*/ 17 h 41"/>
              <a:gd name="T6" fmla="*/ 5 w 532"/>
              <a:gd name="T7" fmla="*/ 41 h 41"/>
              <a:gd name="T8" fmla="*/ 0 w 532"/>
              <a:gd name="T9" fmla="*/ 25 h 41"/>
            </a:gdLst>
            <a:ahLst/>
            <a:cxnLst>
              <a:cxn ang="0">
                <a:pos x="T0" y="T1"/>
              </a:cxn>
              <a:cxn ang="0">
                <a:pos x="T2" y="T3"/>
              </a:cxn>
              <a:cxn ang="0">
                <a:pos x="T4" y="T5"/>
              </a:cxn>
              <a:cxn ang="0">
                <a:pos x="T6" y="T7"/>
              </a:cxn>
              <a:cxn ang="0">
                <a:pos x="T8" y="T9"/>
              </a:cxn>
            </a:cxnLst>
            <a:rect l="0" t="0" r="r" b="b"/>
            <a:pathLst>
              <a:path w="532" h="41">
                <a:moveTo>
                  <a:pt x="0" y="25"/>
                </a:moveTo>
                <a:cubicBezTo>
                  <a:pt x="530" y="0"/>
                  <a:pt x="530" y="0"/>
                  <a:pt x="530" y="0"/>
                </a:cubicBezTo>
                <a:cubicBezTo>
                  <a:pt x="529" y="5"/>
                  <a:pt x="530" y="10"/>
                  <a:pt x="532" y="17"/>
                </a:cubicBezTo>
                <a:cubicBezTo>
                  <a:pt x="5" y="41"/>
                  <a:pt x="5" y="41"/>
                  <a:pt x="5" y="41"/>
                </a:cubicBezTo>
                <a:cubicBezTo>
                  <a:pt x="6" y="35"/>
                  <a:pt x="6" y="30"/>
                  <a:pt x="0"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7" name="Freeform 53"/>
          <p:cNvSpPr/>
          <p:nvPr/>
        </p:nvSpPr>
        <p:spPr bwMode="auto">
          <a:xfrm>
            <a:off x="1955327" y="5656534"/>
            <a:ext cx="1053626" cy="263406"/>
          </a:xfrm>
          <a:custGeom>
            <a:avLst/>
            <a:gdLst>
              <a:gd name="T0" fmla="*/ 248 w 532"/>
              <a:gd name="T1" fmla="*/ 133 h 133"/>
              <a:gd name="T2" fmla="*/ 98 w 532"/>
              <a:gd name="T3" fmla="*/ 113 h 133"/>
              <a:gd name="T4" fmla="*/ 42 w 532"/>
              <a:gd name="T5" fmla="*/ 67 h 133"/>
              <a:gd name="T6" fmla="*/ 0 w 532"/>
              <a:gd name="T7" fmla="*/ 25 h 133"/>
              <a:gd name="T8" fmla="*/ 532 w 532"/>
              <a:gd name="T9" fmla="*/ 0 h 133"/>
              <a:gd name="T10" fmla="*/ 479 w 532"/>
              <a:gd name="T11" fmla="*/ 67 h 133"/>
              <a:gd name="T12" fmla="*/ 424 w 532"/>
              <a:gd name="T13" fmla="*/ 113 h 133"/>
              <a:gd name="T14" fmla="*/ 248 w 532"/>
              <a:gd name="T15" fmla="*/ 133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2" h="133">
                <a:moveTo>
                  <a:pt x="248" y="133"/>
                </a:moveTo>
                <a:cubicBezTo>
                  <a:pt x="201" y="133"/>
                  <a:pt x="101" y="128"/>
                  <a:pt x="98" y="113"/>
                </a:cubicBezTo>
                <a:cubicBezTo>
                  <a:pt x="95" y="98"/>
                  <a:pt x="80" y="89"/>
                  <a:pt x="42" y="67"/>
                </a:cubicBezTo>
                <a:cubicBezTo>
                  <a:pt x="20" y="54"/>
                  <a:pt x="7" y="38"/>
                  <a:pt x="0" y="25"/>
                </a:cubicBezTo>
                <a:cubicBezTo>
                  <a:pt x="532" y="0"/>
                  <a:pt x="532" y="0"/>
                  <a:pt x="532" y="0"/>
                </a:cubicBezTo>
                <a:cubicBezTo>
                  <a:pt x="525" y="22"/>
                  <a:pt x="504" y="46"/>
                  <a:pt x="479" y="67"/>
                </a:cubicBezTo>
                <a:cubicBezTo>
                  <a:pt x="451" y="91"/>
                  <a:pt x="427" y="98"/>
                  <a:pt x="424" y="113"/>
                </a:cubicBezTo>
                <a:cubicBezTo>
                  <a:pt x="421" y="128"/>
                  <a:pt x="296" y="133"/>
                  <a:pt x="248" y="133"/>
                </a:cubicBezTo>
                <a:close/>
              </a:path>
            </a:pathLst>
          </a:custGeom>
          <a:solidFill>
            <a:srgbClr val="002DB0"/>
          </a:solidFill>
          <a:ln w="12700" cap="flat">
            <a:solidFill>
              <a:srgbClr val="002DB0"/>
            </a:solidFill>
            <a:prstDash val="solid"/>
            <a:miter/>
          </a:ln>
        </p:spPr>
        <p:txBody>
          <a:bodyPr rtlCol="0" anchor="ctr"/>
          <a:lstStyle/>
          <a:p>
            <a:endParaRPr lang="en-US">
              <a:sym typeface="+mn-lt"/>
            </a:endParaRPr>
          </a:p>
        </p:txBody>
      </p:sp>
      <p:sp>
        <p:nvSpPr>
          <p:cNvPr id="58" name="Freeform 54"/>
          <p:cNvSpPr/>
          <p:nvPr/>
        </p:nvSpPr>
        <p:spPr bwMode="auto">
          <a:xfrm>
            <a:off x="2141194" y="5682760"/>
            <a:ext cx="304457" cy="237180"/>
          </a:xfrm>
          <a:custGeom>
            <a:avLst/>
            <a:gdLst>
              <a:gd name="T0" fmla="*/ 55 w 154"/>
              <a:gd name="T1" fmla="*/ 115 h 120"/>
              <a:gd name="T2" fmla="*/ 24 w 154"/>
              <a:gd name="T3" fmla="*/ 55 h 120"/>
              <a:gd name="T4" fmla="*/ 0 w 154"/>
              <a:gd name="T5" fmla="*/ 8 h 120"/>
              <a:gd name="T6" fmla="*/ 152 w 154"/>
              <a:gd name="T7" fmla="*/ 0 h 120"/>
              <a:gd name="T8" fmla="*/ 154 w 154"/>
              <a:gd name="T9" fmla="*/ 55 h 120"/>
              <a:gd name="T10" fmla="*/ 153 w 154"/>
              <a:gd name="T11" fmla="*/ 117 h 120"/>
              <a:gd name="T12" fmla="*/ 153 w 154"/>
              <a:gd name="T13" fmla="*/ 120 h 120"/>
              <a:gd name="T14" fmla="*/ 55 w 154"/>
              <a:gd name="T15" fmla="*/ 115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4" h="120">
                <a:moveTo>
                  <a:pt x="55" y="115"/>
                </a:moveTo>
                <a:cubicBezTo>
                  <a:pt x="49" y="96"/>
                  <a:pt x="41" y="84"/>
                  <a:pt x="24" y="55"/>
                </a:cubicBezTo>
                <a:cubicBezTo>
                  <a:pt x="14" y="40"/>
                  <a:pt x="6" y="23"/>
                  <a:pt x="0" y="8"/>
                </a:cubicBezTo>
                <a:cubicBezTo>
                  <a:pt x="152" y="0"/>
                  <a:pt x="152" y="0"/>
                  <a:pt x="152" y="0"/>
                </a:cubicBezTo>
                <a:cubicBezTo>
                  <a:pt x="154" y="19"/>
                  <a:pt x="154" y="38"/>
                  <a:pt x="154" y="55"/>
                </a:cubicBezTo>
                <a:cubicBezTo>
                  <a:pt x="153" y="87"/>
                  <a:pt x="149" y="97"/>
                  <a:pt x="153" y="117"/>
                </a:cubicBezTo>
                <a:cubicBezTo>
                  <a:pt x="153" y="118"/>
                  <a:pt x="153" y="119"/>
                  <a:pt x="153" y="120"/>
                </a:cubicBezTo>
                <a:cubicBezTo>
                  <a:pt x="127" y="120"/>
                  <a:pt x="87" y="118"/>
                  <a:pt x="55" y="115"/>
                </a:cubicBezTo>
                <a:close/>
              </a:path>
            </a:pathLst>
          </a:custGeom>
          <a:solidFill>
            <a:srgbClr val="002DB0"/>
          </a:solidFill>
          <a:ln w="12700" cap="flat">
            <a:solidFill>
              <a:srgbClr val="002DB0"/>
            </a:solidFill>
            <a:prstDash val="solid"/>
            <a:miter/>
          </a:ln>
        </p:spPr>
        <p:txBody>
          <a:bodyPr rtlCol="0" anchor="ctr"/>
          <a:lstStyle/>
          <a:p>
            <a:endParaRPr lang="en-US">
              <a:sym typeface="+mn-lt"/>
            </a:endParaRPr>
          </a:p>
        </p:txBody>
      </p:sp>
      <p:sp>
        <p:nvSpPr>
          <p:cNvPr id="140" name="任意多边形: 形状 139" descr="D:\51PPT模板网\51pptmoban.com\图片.jpg"/>
          <p:cNvSpPr/>
          <p:nvPr/>
        </p:nvSpPr>
        <p:spPr>
          <a:xfrm>
            <a:off x="1268443" y="1520302"/>
            <a:ext cx="2442556" cy="3300816"/>
          </a:xfrm>
          <a:custGeom>
            <a:avLst/>
            <a:gdLst>
              <a:gd name="connsiteX0" fmla="*/ 1168876 w 2442556"/>
              <a:gd name="connsiteY0" fmla="*/ 0 h 3300816"/>
              <a:gd name="connsiteX1" fmla="*/ 1221278 w 2442556"/>
              <a:gd name="connsiteY1" fmla="*/ 35 h 3300816"/>
              <a:gd name="connsiteX2" fmla="*/ 1273680 w 2442556"/>
              <a:gd name="connsiteY2" fmla="*/ 0 h 3300816"/>
              <a:gd name="connsiteX3" fmla="*/ 2442308 w 2442556"/>
              <a:gd name="connsiteY3" fmla="*/ 1198662 h 3300816"/>
              <a:gd name="connsiteX4" fmla="*/ 1760392 w 2442556"/>
              <a:gd name="connsiteY4" fmla="*/ 2557715 h 3300816"/>
              <a:gd name="connsiteX5" fmla="*/ 1710466 w 2442556"/>
              <a:gd name="connsiteY5" fmla="*/ 3300816 h 3300816"/>
              <a:gd name="connsiteX6" fmla="*/ 1223740 w 2442556"/>
              <a:gd name="connsiteY6" fmla="*/ 3300816 h 3300816"/>
              <a:gd name="connsiteX7" fmla="*/ 1218816 w 2442556"/>
              <a:gd name="connsiteY7" fmla="*/ 3300816 h 3300816"/>
              <a:gd name="connsiteX8" fmla="*/ 732090 w 2442556"/>
              <a:gd name="connsiteY8" fmla="*/ 3300816 h 3300816"/>
              <a:gd name="connsiteX9" fmla="*/ 682164 w 2442556"/>
              <a:gd name="connsiteY9" fmla="*/ 2557715 h 3300816"/>
              <a:gd name="connsiteX10" fmla="*/ 248 w 2442556"/>
              <a:gd name="connsiteY10" fmla="*/ 1198662 h 3300816"/>
              <a:gd name="connsiteX11" fmla="*/ 1168876 w 2442556"/>
              <a:gd name="connsiteY11" fmla="*/ 0 h 330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2556" h="3300816">
                <a:moveTo>
                  <a:pt x="1168876" y="0"/>
                </a:moveTo>
                <a:lnTo>
                  <a:pt x="1221278" y="35"/>
                </a:lnTo>
                <a:lnTo>
                  <a:pt x="1273680" y="0"/>
                </a:lnTo>
                <a:cubicBezTo>
                  <a:pt x="1651129" y="2835"/>
                  <a:pt x="2458793" y="72231"/>
                  <a:pt x="2442308" y="1198662"/>
                </a:cubicBezTo>
                <a:cubicBezTo>
                  <a:pt x="2392988" y="1922133"/>
                  <a:pt x="1882365" y="2207356"/>
                  <a:pt x="1760392" y="2557715"/>
                </a:cubicBezTo>
                <a:cubicBezTo>
                  <a:pt x="1638419" y="2908074"/>
                  <a:pt x="1664283" y="3048565"/>
                  <a:pt x="1710466" y="3300816"/>
                </a:cubicBezTo>
                <a:lnTo>
                  <a:pt x="1223740" y="3300816"/>
                </a:lnTo>
                <a:lnTo>
                  <a:pt x="1218816" y="3300816"/>
                </a:lnTo>
                <a:lnTo>
                  <a:pt x="732090" y="3300816"/>
                </a:lnTo>
                <a:cubicBezTo>
                  <a:pt x="778273" y="3048565"/>
                  <a:pt x="804137" y="2908074"/>
                  <a:pt x="682164" y="2557715"/>
                </a:cubicBezTo>
                <a:cubicBezTo>
                  <a:pt x="560191" y="2207356"/>
                  <a:pt x="49568" y="1922133"/>
                  <a:pt x="248" y="1198662"/>
                </a:cubicBezTo>
                <a:cubicBezTo>
                  <a:pt x="-16237" y="72231"/>
                  <a:pt x="791427" y="2835"/>
                  <a:pt x="1168876" y="0"/>
                </a:cubicBez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41" name="任意多边形: 形状 140" descr="D:\51PPT模板网\51pptmoban.com\图片.jpg"/>
          <p:cNvSpPr/>
          <p:nvPr/>
        </p:nvSpPr>
        <p:spPr>
          <a:xfrm>
            <a:off x="2019871" y="2162114"/>
            <a:ext cx="1028700" cy="1485900"/>
          </a:xfrm>
          <a:custGeom>
            <a:avLst/>
            <a:gdLst>
              <a:gd name="connsiteX0" fmla="*/ 727363 w 1028700"/>
              <a:gd name="connsiteY0" fmla="*/ 0 h 1485900"/>
              <a:gd name="connsiteX1" fmla="*/ 0 w 1028700"/>
              <a:gd name="connsiteY1" fmla="*/ 665018 h 1485900"/>
              <a:gd name="connsiteX2" fmla="*/ 654627 w 1028700"/>
              <a:gd name="connsiteY2" fmla="*/ 613063 h 1485900"/>
              <a:gd name="connsiteX3" fmla="*/ 72736 w 1028700"/>
              <a:gd name="connsiteY3" fmla="*/ 1485900 h 1485900"/>
              <a:gd name="connsiteX4" fmla="*/ 1028700 w 1028700"/>
              <a:gd name="connsiteY4" fmla="*/ 509154 h 1485900"/>
              <a:gd name="connsiteX5" fmla="*/ 311727 w 1028700"/>
              <a:gd name="connsiteY5" fmla="*/ 529936 h 1485900"/>
              <a:gd name="connsiteX6" fmla="*/ 727363 w 1028700"/>
              <a:gd name="connsiteY6" fmla="*/ 0 h 1485900"/>
              <a:gd name="connsiteX0-1" fmla="*/ 727363 w 1028700"/>
              <a:gd name="connsiteY0-2" fmla="*/ 0 h 1485900"/>
              <a:gd name="connsiteX1-3" fmla="*/ 0 w 1028700"/>
              <a:gd name="connsiteY1-4" fmla="*/ 665018 h 1485900"/>
              <a:gd name="connsiteX2-5" fmla="*/ 621290 w 1028700"/>
              <a:gd name="connsiteY2-6" fmla="*/ 677356 h 1485900"/>
              <a:gd name="connsiteX3-7" fmla="*/ 72736 w 1028700"/>
              <a:gd name="connsiteY3-8" fmla="*/ 1485900 h 1485900"/>
              <a:gd name="connsiteX4-9" fmla="*/ 1028700 w 1028700"/>
              <a:gd name="connsiteY4-10" fmla="*/ 509154 h 1485900"/>
              <a:gd name="connsiteX5-11" fmla="*/ 311727 w 1028700"/>
              <a:gd name="connsiteY5-12" fmla="*/ 529936 h 1485900"/>
              <a:gd name="connsiteX6-13" fmla="*/ 727363 w 1028700"/>
              <a:gd name="connsiteY6-14" fmla="*/ 0 h 1485900"/>
              <a:gd name="connsiteX0-15" fmla="*/ 727363 w 1028700"/>
              <a:gd name="connsiteY0-16" fmla="*/ 0 h 1485900"/>
              <a:gd name="connsiteX1-17" fmla="*/ 0 w 1028700"/>
              <a:gd name="connsiteY1-18" fmla="*/ 665018 h 1485900"/>
              <a:gd name="connsiteX2-19" fmla="*/ 621290 w 1028700"/>
              <a:gd name="connsiteY2-20" fmla="*/ 677356 h 1485900"/>
              <a:gd name="connsiteX3-21" fmla="*/ 72736 w 1028700"/>
              <a:gd name="connsiteY3-22" fmla="*/ 1485900 h 1485900"/>
              <a:gd name="connsiteX4-23" fmla="*/ 1028700 w 1028700"/>
              <a:gd name="connsiteY4-24" fmla="*/ 509154 h 1485900"/>
              <a:gd name="connsiteX5-25" fmla="*/ 397452 w 1028700"/>
              <a:gd name="connsiteY5-26" fmla="*/ 472786 h 1485900"/>
              <a:gd name="connsiteX6-27" fmla="*/ 727363 w 1028700"/>
              <a:gd name="connsiteY6-28" fmla="*/ 0 h 1485900"/>
              <a:gd name="connsiteX0-29" fmla="*/ 727363 w 1028700"/>
              <a:gd name="connsiteY0-30" fmla="*/ 0 h 1485900"/>
              <a:gd name="connsiteX1-31" fmla="*/ 0 w 1028700"/>
              <a:gd name="connsiteY1-32" fmla="*/ 665018 h 1485900"/>
              <a:gd name="connsiteX2-33" fmla="*/ 621290 w 1028700"/>
              <a:gd name="connsiteY2-34" fmla="*/ 677356 h 1485900"/>
              <a:gd name="connsiteX3-35" fmla="*/ 72736 w 1028700"/>
              <a:gd name="connsiteY3-36" fmla="*/ 1485900 h 1485900"/>
              <a:gd name="connsiteX4-37" fmla="*/ 1028700 w 1028700"/>
              <a:gd name="connsiteY4-38" fmla="*/ 509154 h 1485900"/>
              <a:gd name="connsiteX5-39" fmla="*/ 473652 w 1028700"/>
              <a:gd name="connsiteY5-40" fmla="*/ 475168 h 1485900"/>
              <a:gd name="connsiteX6-41" fmla="*/ 727363 w 1028700"/>
              <a:gd name="connsiteY6-42" fmla="*/ 0 h 1485900"/>
              <a:gd name="connsiteX0-43" fmla="*/ 727363 w 1028700"/>
              <a:gd name="connsiteY0-44" fmla="*/ 0 h 1485900"/>
              <a:gd name="connsiteX1-45" fmla="*/ 0 w 1028700"/>
              <a:gd name="connsiteY1-46" fmla="*/ 665018 h 1485900"/>
              <a:gd name="connsiteX2-47" fmla="*/ 533183 w 1028700"/>
              <a:gd name="connsiteY2-48" fmla="*/ 679737 h 1485900"/>
              <a:gd name="connsiteX3-49" fmla="*/ 72736 w 1028700"/>
              <a:gd name="connsiteY3-50" fmla="*/ 1485900 h 1485900"/>
              <a:gd name="connsiteX4-51" fmla="*/ 1028700 w 1028700"/>
              <a:gd name="connsiteY4-52" fmla="*/ 509154 h 1485900"/>
              <a:gd name="connsiteX5-53" fmla="*/ 473652 w 1028700"/>
              <a:gd name="connsiteY5-54" fmla="*/ 475168 h 1485900"/>
              <a:gd name="connsiteX6-55" fmla="*/ 727363 w 1028700"/>
              <a:gd name="connsiteY6-56" fmla="*/ 0 h 14859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28700" h="1485900">
                <a:moveTo>
                  <a:pt x="727363" y="0"/>
                </a:moveTo>
                <a:lnTo>
                  <a:pt x="0" y="665018"/>
                </a:lnTo>
                <a:lnTo>
                  <a:pt x="533183" y="679737"/>
                </a:lnTo>
                <a:lnTo>
                  <a:pt x="72736" y="1485900"/>
                </a:lnTo>
                <a:lnTo>
                  <a:pt x="1028700" y="509154"/>
                </a:lnTo>
                <a:lnTo>
                  <a:pt x="473652" y="475168"/>
                </a:lnTo>
                <a:lnTo>
                  <a:pt x="727363" y="0"/>
                </a:lnTo>
                <a:close/>
              </a:path>
            </a:pathLst>
          </a:custGeom>
          <a:solidFill>
            <a:srgbClr val="002DB0"/>
          </a:solidFill>
          <a:ln w="4286" cap="flat">
            <a:solidFill>
              <a:srgbClr val="002DB0"/>
            </a:solidFill>
            <a:prstDash val="solid"/>
            <a:miter/>
          </a:ln>
        </p:spPr>
        <p:txBody>
          <a:bodyPr rtlCol="0" anchor="ctr"/>
          <a:lstStyle/>
          <a:p>
            <a:endParaRPr lang="zh-CN" altLang="en-US">
              <a:solidFill>
                <a:schemeClr val="tx1"/>
              </a:solidFill>
            </a:endParaRPr>
          </a:p>
        </p:txBody>
      </p:sp>
      <p:grpSp>
        <p:nvGrpSpPr>
          <p:cNvPr id="143" name="组合 142"/>
          <p:cNvGrpSpPr/>
          <p:nvPr/>
        </p:nvGrpSpPr>
        <p:grpSpPr>
          <a:xfrm>
            <a:off x="4063999" y="1965727"/>
            <a:ext cx="5624883" cy="1135438"/>
            <a:chOff x="1454142" y="1906534"/>
            <a:chExt cx="3012505" cy="1135438"/>
          </a:xfrm>
        </p:grpSpPr>
        <p:sp>
          <p:nvSpPr>
            <p:cNvPr id="147" name="文本框 146"/>
            <p:cNvSpPr txBox="1"/>
            <p:nvPr/>
          </p:nvSpPr>
          <p:spPr>
            <a:xfrm>
              <a:off x="1454142" y="2219631"/>
              <a:ext cx="3012505" cy="822341"/>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建议引入分级管理制度，根据合成内容的性质和风险等级采取不同的监管措施。例如，低风险的创作内容（如娱乐用途）可以享有宽松的监管，而涉及隐私或潜在社会风险的内容则需要更严格的审核。这种分级制度可以确保监管具有灵活性，同时维护信息安全​</a:t>
              </a:r>
              <a:endParaRPr lang="en-US" altLang="zh-CN" dirty="0">
                <a:solidFill>
                  <a:schemeClr val="tx1">
                    <a:lumMod val="95000"/>
                    <a:lumOff val="5000"/>
                  </a:schemeClr>
                </a:solidFill>
                <a:sym typeface="HarmonyOS Sans SC Light" panose="00000400000000000000" pitchFamily="2" charset="-122"/>
              </a:endParaRPr>
            </a:p>
          </p:txBody>
        </p:sp>
        <p:sp>
          <p:nvSpPr>
            <p:cNvPr id="148" name="文本框 147"/>
            <p:cNvSpPr txBox="1"/>
            <p:nvPr/>
          </p:nvSpPr>
          <p:spPr>
            <a:xfrm>
              <a:off x="1454142" y="1906534"/>
              <a:ext cx="2235567" cy="368300"/>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分级管理制度</a:t>
              </a:r>
              <a:r>
                <a:rPr lang="zh-CN" altLang="en-US" dirty="0">
                  <a:solidFill>
                    <a:srgbClr val="FF0000"/>
                  </a:solidFill>
                  <a:sym typeface="HarmonyOS Sans SC Light" panose="00000400000000000000" pitchFamily="2" charset="-122"/>
                </a:rPr>
                <a:t>（创新点）</a:t>
              </a:r>
              <a:r>
                <a:rPr lang="zh-CN" altLang="en-US" dirty="0">
                  <a:solidFill>
                    <a:schemeClr val="tx1">
                      <a:lumMod val="95000"/>
                      <a:lumOff val="5000"/>
                    </a:schemeClr>
                  </a:solidFill>
                  <a:sym typeface="HarmonyOS Sans SC Light" panose="00000400000000000000" pitchFamily="2" charset="-122"/>
                </a:rPr>
                <a:t>：</a:t>
              </a:r>
              <a:endParaRPr lang="zh-CN" altLang="en-US" dirty="0">
                <a:solidFill>
                  <a:schemeClr val="tx1">
                    <a:lumMod val="95000"/>
                    <a:lumOff val="5000"/>
                  </a:schemeClr>
                </a:solidFill>
                <a:sym typeface="HarmonyOS Sans SC Light" panose="00000400000000000000" pitchFamily="2" charset="-122"/>
              </a:endParaRPr>
            </a:p>
          </p:txBody>
        </p:sp>
      </p:grpSp>
      <p:grpSp>
        <p:nvGrpSpPr>
          <p:cNvPr id="2" name="组合 1"/>
          <p:cNvGrpSpPr/>
          <p:nvPr/>
        </p:nvGrpSpPr>
        <p:grpSpPr>
          <a:xfrm>
            <a:off x="4046321" y="3467099"/>
            <a:ext cx="5938436" cy="881522"/>
            <a:chOff x="1387368" y="2194754"/>
            <a:chExt cx="3180434" cy="881522"/>
          </a:xfrm>
        </p:grpSpPr>
        <p:sp>
          <p:nvSpPr>
            <p:cNvPr id="3" name="文本框 2"/>
            <p:cNvSpPr txBox="1"/>
            <p:nvPr/>
          </p:nvSpPr>
          <p:spPr>
            <a:xfrm>
              <a:off x="1387368" y="2507851"/>
              <a:ext cx="3180434" cy="568425"/>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针对违规行为，建议采用逐步升级的处罚措施。首次违规可以采取警告或短期限制措施，而对于重复违规者，则加重处罚，甚至关闭其使用权限。这样既能震慑违规者，也给予改正的机会​</a:t>
              </a:r>
              <a:endParaRPr lang="en-US" altLang="zh-CN" dirty="0">
                <a:solidFill>
                  <a:schemeClr val="tx1">
                    <a:lumMod val="95000"/>
                    <a:lumOff val="5000"/>
                  </a:schemeClr>
                </a:solidFill>
                <a:sym typeface="HarmonyOS Sans SC Light" panose="00000400000000000000" pitchFamily="2" charset="-122"/>
              </a:endParaRPr>
            </a:p>
          </p:txBody>
        </p:sp>
        <p:sp>
          <p:nvSpPr>
            <p:cNvPr id="4" name="文本框 3"/>
            <p:cNvSpPr txBox="1"/>
            <p:nvPr/>
          </p:nvSpPr>
          <p:spPr>
            <a:xfrm>
              <a:off x="1387368" y="219475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灵活的处罚措施：</a:t>
              </a:r>
              <a:endParaRPr lang="zh-CN" altLang="en-US" dirty="0">
                <a:solidFill>
                  <a:schemeClr val="tx1">
                    <a:lumMod val="95000"/>
                    <a:lumOff val="5000"/>
                  </a:schemeClr>
                </a:solidFill>
                <a:sym typeface="HarmonyOS Sans SC Light" panose="00000400000000000000" pitchFamily="2" charset="-122"/>
              </a:endParaRPr>
            </a:p>
          </p:txBody>
        </p:sp>
      </p:grpSp>
      <p:grpSp>
        <p:nvGrpSpPr>
          <p:cNvPr id="5" name="组合 4"/>
          <p:cNvGrpSpPr/>
          <p:nvPr/>
        </p:nvGrpSpPr>
        <p:grpSpPr>
          <a:xfrm>
            <a:off x="4082722" y="4786995"/>
            <a:ext cx="5938436" cy="1137297"/>
            <a:chOff x="1346279" y="1906534"/>
            <a:chExt cx="3180434" cy="1137297"/>
          </a:xfrm>
        </p:grpSpPr>
        <p:sp>
          <p:nvSpPr>
            <p:cNvPr id="6" name="文本框 5"/>
            <p:cNvSpPr txBox="1"/>
            <p:nvPr/>
          </p:nvSpPr>
          <p:spPr>
            <a:xfrm>
              <a:off x="1346279" y="2219631"/>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引入公众参与的反馈机制，允许公众对监管政策提出意见和建议，以便及时调整和优化管理措施。特别是年轻人对新技术的接受度较高，他们的反馈可以帮助法律更贴近实际需求，增强法规的实用性和执行力</a:t>
              </a:r>
              <a:endParaRPr lang="en-US" altLang="zh-CN" dirty="0">
                <a:solidFill>
                  <a:schemeClr val="tx1">
                    <a:lumMod val="95000"/>
                    <a:lumOff val="5000"/>
                  </a:schemeClr>
                </a:solidFill>
                <a:sym typeface="HarmonyOS Sans SC Light" panose="00000400000000000000" pitchFamily="2" charset="-122"/>
              </a:endParaRPr>
            </a:p>
          </p:txBody>
        </p:sp>
        <p:sp>
          <p:nvSpPr>
            <p:cNvPr id="7" name="文本框 6"/>
            <p:cNvSpPr txBox="1"/>
            <p:nvPr/>
          </p:nvSpPr>
          <p:spPr>
            <a:xfrm>
              <a:off x="1346279"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社会反馈机制：</a:t>
              </a:r>
              <a:endParaRPr lang="zh-CN" altLang="en-US" dirty="0">
                <a:solidFill>
                  <a:schemeClr val="tx1">
                    <a:lumMod val="95000"/>
                    <a:lumOff val="5000"/>
                  </a:schemeClr>
                </a:solidFill>
                <a:sym typeface="HarmonyOS Sans SC Light" panose="000004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图形 13"/>
          <p:cNvGrpSpPr/>
          <p:nvPr/>
        </p:nvGrpSpPr>
        <p:grpSpPr>
          <a:xfrm flipV="1">
            <a:off x="-24272" y="4739259"/>
            <a:ext cx="1827657" cy="3245548"/>
            <a:chOff x="1619011" y="5026485"/>
            <a:chExt cx="1827657" cy="3245548"/>
          </a:xfrm>
        </p:grpSpPr>
        <p:sp>
          <p:nvSpPr>
            <p:cNvPr id="72" name="任意多边形: 形状 71"/>
            <p:cNvSpPr/>
            <p:nvPr/>
          </p:nvSpPr>
          <p:spPr>
            <a:xfrm>
              <a:off x="2228516" y="7216758"/>
              <a:ext cx="609076" cy="703802"/>
            </a:xfrm>
            <a:custGeom>
              <a:avLst/>
              <a:gdLst>
                <a:gd name="connsiteX0" fmla="*/ 609076 w 609076"/>
                <a:gd name="connsiteY0" fmla="*/ 351902 h 703802"/>
                <a:gd name="connsiteX1" fmla="*/ 0 w 609076"/>
                <a:gd name="connsiteY1" fmla="*/ 0 h 703802"/>
                <a:gd name="connsiteX2" fmla="*/ 0 w 609076"/>
                <a:gd name="connsiteY2" fmla="*/ 703803 h 703802"/>
              </a:gdLst>
              <a:ahLst/>
              <a:cxnLst>
                <a:cxn ang="0">
                  <a:pos x="connsiteX0" y="connsiteY0"/>
                </a:cxn>
                <a:cxn ang="0">
                  <a:pos x="connsiteX1" y="connsiteY1"/>
                </a:cxn>
                <a:cxn ang="0">
                  <a:pos x="connsiteX2" y="connsiteY2"/>
                </a:cxn>
              </a:cxnLst>
              <a:rect l="l" t="t" r="r" b="b"/>
              <a:pathLst>
                <a:path w="609076" h="703802">
                  <a:moveTo>
                    <a:pt x="609076" y="351902"/>
                  </a:moveTo>
                  <a:lnTo>
                    <a:pt x="0" y="0"/>
                  </a:lnTo>
                  <a:lnTo>
                    <a:pt x="0" y="703803"/>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3" name="任意多边形: 形状 72"/>
            <p:cNvSpPr/>
            <p:nvPr/>
          </p:nvSpPr>
          <p:spPr>
            <a:xfrm>
              <a:off x="1619011" y="6865286"/>
              <a:ext cx="609504" cy="703374"/>
            </a:xfrm>
            <a:custGeom>
              <a:avLst/>
              <a:gdLst>
                <a:gd name="connsiteX0" fmla="*/ 609505 w 609504"/>
                <a:gd name="connsiteY0" fmla="*/ 351473 h 703374"/>
                <a:gd name="connsiteX1" fmla="*/ 0 w 609504"/>
                <a:gd name="connsiteY1" fmla="*/ 0 h 703374"/>
                <a:gd name="connsiteX2" fmla="*/ 0 w 609504"/>
                <a:gd name="connsiteY2" fmla="*/ 703374 h 703374"/>
              </a:gdLst>
              <a:ahLst/>
              <a:cxnLst>
                <a:cxn ang="0">
                  <a:pos x="connsiteX0" y="connsiteY0"/>
                </a:cxn>
                <a:cxn ang="0">
                  <a:pos x="connsiteX1" y="connsiteY1"/>
                </a:cxn>
                <a:cxn ang="0">
                  <a:pos x="connsiteX2" y="connsiteY2"/>
                </a:cxn>
              </a:cxnLst>
              <a:rect l="l" t="t" r="r" b="b"/>
              <a:pathLst>
                <a:path w="609504" h="703374">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4" name="任意多边形: 形状 73"/>
            <p:cNvSpPr/>
            <p:nvPr/>
          </p:nvSpPr>
          <p:spPr>
            <a:xfrm>
              <a:off x="2228516" y="6513385"/>
              <a:ext cx="609076" cy="703373"/>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5" name="任意多边形: 形状 74"/>
            <p:cNvSpPr/>
            <p:nvPr/>
          </p:nvSpPr>
          <p:spPr>
            <a:xfrm>
              <a:off x="2837592" y="6161484"/>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76" name="任意多边形: 形状 75"/>
            <p:cNvSpPr/>
            <p:nvPr/>
          </p:nvSpPr>
          <p:spPr>
            <a:xfrm>
              <a:off x="2228516" y="5810011"/>
              <a:ext cx="609076" cy="703373"/>
            </a:xfrm>
            <a:custGeom>
              <a:avLst/>
              <a:gdLst>
                <a:gd name="connsiteX0" fmla="*/ 609076 w 609076"/>
                <a:gd name="connsiteY0" fmla="*/ 351473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7" name="任意多边形: 形状 76"/>
            <p:cNvSpPr/>
            <p:nvPr/>
          </p:nvSpPr>
          <p:spPr>
            <a:xfrm>
              <a:off x="1619011" y="545811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8" name="任意多边形: 形状 77"/>
            <p:cNvSpPr/>
            <p:nvPr/>
          </p:nvSpPr>
          <p:spPr>
            <a:xfrm>
              <a:off x="2228516" y="5106209"/>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9" name="任意多边形: 形状 78"/>
            <p:cNvSpPr/>
            <p:nvPr/>
          </p:nvSpPr>
          <p:spPr>
            <a:xfrm>
              <a:off x="1619011" y="756866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0" name="任意多边形: 形状 79"/>
            <p:cNvSpPr/>
            <p:nvPr/>
          </p:nvSpPr>
          <p:spPr>
            <a:xfrm>
              <a:off x="1619011" y="6161484"/>
              <a:ext cx="609504" cy="703802"/>
            </a:xfrm>
            <a:custGeom>
              <a:avLst/>
              <a:gdLst>
                <a:gd name="connsiteX0" fmla="*/ 609505 w 609504"/>
                <a:gd name="connsiteY0" fmla="*/ 351901 h 703802"/>
                <a:gd name="connsiteX1" fmla="*/ 0 w 609504"/>
                <a:gd name="connsiteY1" fmla="*/ 0 h 703802"/>
                <a:gd name="connsiteX2" fmla="*/ 0 w 609504"/>
                <a:gd name="connsiteY2" fmla="*/ 703802 h 703802"/>
              </a:gdLst>
              <a:ahLst/>
              <a:cxnLst>
                <a:cxn ang="0">
                  <a:pos x="connsiteX0" y="connsiteY0"/>
                </a:cxn>
                <a:cxn ang="0">
                  <a:pos x="connsiteX1" y="connsiteY1"/>
                </a:cxn>
                <a:cxn ang="0">
                  <a:pos x="connsiteX2" y="connsiteY2"/>
                </a:cxn>
              </a:cxnLst>
              <a:rect l="l" t="t" r="r" b="b"/>
              <a:pathLst>
                <a:path w="609504" h="703802">
                  <a:moveTo>
                    <a:pt x="609505"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1" name="任意多边形: 形状 80"/>
            <p:cNvSpPr/>
            <p:nvPr/>
          </p:nvSpPr>
          <p:spPr>
            <a:xfrm>
              <a:off x="1619011" y="7216758"/>
              <a:ext cx="609504" cy="703802"/>
            </a:xfrm>
            <a:custGeom>
              <a:avLst/>
              <a:gdLst>
                <a:gd name="connsiteX0" fmla="*/ 0 w 609504"/>
                <a:gd name="connsiteY0" fmla="*/ 351902 h 703802"/>
                <a:gd name="connsiteX1" fmla="*/ 609505 w 609504"/>
                <a:gd name="connsiteY1" fmla="*/ 703803 h 703802"/>
                <a:gd name="connsiteX2" fmla="*/ 609505 w 609504"/>
                <a:gd name="connsiteY2" fmla="*/ 0 h 703802"/>
              </a:gdLst>
              <a:ahLst/>
              <a:cxnLst>
                <a:cxn ang="0">
                  <a:pos x="connsiteX0" y="connsiteY0"/>
                </a:cxn>
                <a:cxn ang="0">
                  <a:pos x="connsiteX1" y="connsiteY1"/>
                </a:cxn>
                <a:cxn ang="0">
                  <a:pos x="connsiteX2" y="connsiteY2"/>
                </a:cxn>
              </a:cxnLst>
              <a:rect l="l" t="t" r="r" b="b"/>
              <a:pathLst>
                <a:path w="609504" h="703802">
                  <a:moveTo>
                    <a:pt x="0" y="351902"/>
                  </a:moveTo>
                  <a:lnTo>
                    <a:pt x="609505" y="703803"/>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5" name="任意多边形: 形状 84"/>
            <p:cNvSpPr/>
            <p:nvPr/>
          </p:nvSpPr>
          <p:spPr>
            <a:xfrm>
              <a:off x="1619011" y="6513385"/>
              <a:ext cx="609504" cy="703373"/>
            </a:xfrm>
            <a:custGeom>
              <a:avLst/>
              <a:gdLst>
                <a:gd name="connsiteX0" fmla="*/ 0 w 609504"/>
                <a:gd name="connsiteY0" fmla="*/ 351901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6" name="任意多边形: 形状 85"/>
            <p:cNvSpPr/>
            <p:nvPr/>
          </p:nvSpPr>
          <p:spPr>
            <a:xfrm>
              <a:off x="2228516" y="6161484"/>
              <a:ext cx="609076" cy="703802"/>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7" name="任意多边形: 形状 86"/>
            <p:cNvSpPr/>
            <p:nvPr/>
          </p:nvSpPr>
          <p:spPr>
            <a:xfrm>
              <a:off x="1619011" y="5810011"/>
              <a:ext cx="609504" cy="703373"/>
            </a:xfrm>
            <a:custGeom>
              <a:avLst/>
              <a:gdLst>
                <a:gd name="connsiteX0" fmla="*/ 0 w 609504"/>
                <a:gd name="connsiteY0" fmla="*/ 351473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473"/>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8" name="任意多边形: 形状 87"/>
            <p:cNvSpPr/>
            <p:nvPr/>
          </p:nvSpPr>
          <p:spPr>
            <a:xfrm>
              <a:off x="1622868" y="5026485"/>
              <a:ext cx="478774" cy="552926"/>
            </a:xfrm>
            <a:custGeom>
              <a:avLst/>
              <a:gdLst>
                <a:gd name="connsiteX0" fmla="*/ 0 w 478774"/>
                <a:gd name="connsiteY0" fmla="*/ 276463 h 552926"/>
                <a:gd name="connsiteX1" fmla="*/ 478774 w 478774"/>
                <a:gd name="connsiteY1" fmla="*/ 552926 h 552926"/>
                <a:gd name="connsiteX2" fmla="*/ 478774 w 478774"/>
                <a:gd name="connsiteY2" fmla="*/ 0 h 552926"/>
              </a:gdLst>
              <a:ahLst/>
              <a:cxnLst>
                <a:cxn ang="0">
                  <a:pos x="connsiteX0" y="connsiteY0"/>
                </a:cxn>
                <a:cxn ang="0">
                  <a:pos x="connsiteX1" y="connsiteY1"/>
                </a:cxn>
                <a:cxn ang="0">
                  <a:pos x="connsiteX2" y="connsiteY2"/>
                </a:cxn>
              </a:cxnLst>
              <a:rect l="l" t="t" r="r" b="b"/>
              <a:pathLst>
                <a:path w="478774" h="552926">
                  <a:moveTo>
                    <a:pt x="0" y="276463"/>
                  </a:moveTo>
                  <a:lnTo>
                    <a:pt x="478774" y="552926"/>
                  </a:lnTo>
                  <a:lnTo>
                    <a:pt x="478774"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9" name="任意多边形: 形状 88"/>
            <p:cNvSpPr/>
            <p:nvPr/>
          </p:nvSpPr>
          <p:spPr>
            <a:xfrm>
              <a:off x="2460830" y="5592270"/>
              <a:ext cx="376761" cy="435054"/>
            </a:xfrm>
            <a:custGeom>
              <a:avLst/>
              <a:gdLst>
                <a:gd name="connsiteX0" fmla="*/ 0 w 376761"/>
                <a:gd name="connsiteY0" fmla="*/ 217742 h 435054"/>
                <a:gd name="connsiteX1" fmla="*/ 376761 w 376761"/>
                <a:gd name="connsiteY1" fmla="*/ 435054 h 435054"/>
                <a:gd name="connsiteX2" fmla="*/ 376761 w 376761"/>
                <a:gd name="connsiteY2" fmla="*/ 0 h 435054"/>
              </a:gdLst>
              <a:ahLst/>
              <a:cxnLst>
                <a:cxn ang="0">
                  <a:pos x="connsiteX0" y="connsiteY0"/>
                </a:cxn>
                <a:cxn ang="0">
                  <a:pos x="connsiteX1" y="connsiteY1"/>
                </a:cxn>
                <a:cxn ang="0">
                  <a:pos x="connsiteX2" y="connsiteY2"/>
                </a:cxn>
              </a:cxnLst>
              <a:rect l="l" t="t" r="r" b="b"/>
              <a:pathLst>
                <a:path w="376761" h="435054">
                  <a:moveTo>
                    <a:pt x="0" y="217742"/>
                  </a:moveTo>
                  <a:lnTo>
                    <a:pt x="376761" y="435054"/>
                  </a:lnTo>
                  <a:lnTo>
                    <a:pt x="376761" y="0"/>
                  </a:lnTo>
                  <a:close/>
                </a:path>
              </a:pathLst>
            </a:custGeom>
            <a:solidFill>
              <a:schemeClr val="bg1"/>
            </a:solidFill>
            <a:ln w="4286" cap="flat">
              <a:solidFill>
                <a:srgbClr val="002DB0"/>
              </a:solidFill>
              <a:prstDash val="solid"/>
              <a:miter/>
            </a:ln>
          </p:spPr>
          <p:txBody>
            <a:bodyPr rtlCol="0" anchor="ctr"/>
            <a:lstStyle/>
            <a:p>
              <a:endParaRPr lang="zh-CN" altLang="en-US"/>
            </a:p>
          </p:txBody>
        </p:sp>
      </p:grpSp>
      <p:sp>
        <p:nvSpPr>
          <p:cNvPr id="97" name="任意多边形: 形状 96"/>
          <p:cNvSpPr/>
          <p:nvPr/>
        </p:nvSpPr>
        <p:spPr>
          <a:xfrm rot="10800000" flipH="1">
            <a:off x="11354073" y="1459037"/>
            <a:ext cx="850728" cy="981746"/>
          </a:xfrm>
          <a:custGeom>
            <a:avLst/>
            <a:gdLst>
              <a:gd name="connsiteX0" fmla="*/ 0 w 609505"/>
              <a:gd name="connsiteY0" fmla="*/ 351472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472"/>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8" name="任意多边形: 形状 97"/>
          <p:cNvSpPr/>
          <p:nvPr/>
        </p:nvSpPr>
        <p:spPr>
          <a:xfrm rot="10800000" flipH="1">
            <a:off x="10503943" y="967865"/>
            <a:ext cx="850129" cy="982345"/>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9" name="任意多边形: 形状 98"/>
          <p:cNvSpPr/>
          <p:nvPr/>
        </p:nvSpPr>
        <p:spPr>
          <a:xfrm rot="10800000" flipH="1">
            <a:off x="9653814" y="47729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0" name="任意多边形: 形状 99"/>
          <p:cNvSpPr/>
          <p:nvPr/>
        </p:nvSpPr>
        <p:spPr>
          <a:xfrm rot="10800000" flipH="1">
            <a:off x="10503943" y="-13883"/>
            <a:ext cx="850129" cy="981746"/>
          </a:xfrm>
          <a:custGeom>
            <a:avLst/>
            <a:gdLst>
              <a:gd name="connsiteX0" fmla="*/ 0 w 609076"/>
              <a:gd name="connsiteY0" fmla="*/ 351473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473"/>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2" name="任意多边形: 形状 101"/>
          <p:cNvSpPr/>
          <p:nvPr/>
        </p:nvSpPr>
        <p:spPr>
          <a:xfrm rot="10800000" flipH="1">
            <a:off x="10503943" y="-995629"/>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3" name="任意多边形: 形状 102"/>
          <p:cNvSpPr/>
          <p:nvPr/>
        </p:nvSpPr>
        <p:spPr>
          <a:xfrm rot="10800000" flipH="1">
            <a:off x="11354073" y="2440783"/>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4" name="任意多边形: 形状 103"/>
          <p:cNvSpPr/>
          <p:nvPr/>
        </p:nvSpPr>
        <p:spPr>
          <a:xfrm rot="10800000" flipH="1">
            <a:off x="11354073" y="47729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5" name="任意多边形: 形状 104"/>
          <p:cNvSpPr/>
          <p:nvPr/>
        </p:nvSpPr>
        <p:spPr>
          <a:xfrm rot="10800000" flipH="1">
            <a:off x="11354073" y="1950210"/>
            <a:ext cx="850728" cy="981746"/>
          </a:xfrm>
          <a:custGeom>
            <a:avLst/>
            <a:gdLst>
              <a:gd name="connsiteX0" fmla="*/ 609505 w 609505"/>
              <a:gd name="connsiteY0" fmla="*/ 351901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8" name="任意多边形: 形状 107"/>
          <p:cNvSpPr/>
          <p:nvPr/>
        </p:nvSpPr>
        <p:spPr>
          <a:xfrm rot="10800000" flipH="1">
            <a:off x="11354073" y="2931957"/>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1" name="任意多边形: 形状 110"/>
          <p:cNvSpPr/>
          <p:nvPr/>
        </p:nvSpPr>
        <p:spPr>
          <a:xfrm rot="10800000" flipH="1">
            <a:off x="11354073" y="-13883"/>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2" name="任意多边形: 形状 111"/>
          <p:cNvSpPr/>
          <p:nvPr/>
        </p:nvSpPr>
        <p:spPr>
          <a:xfrm rot="10800000" flipH="1">
            <a:off x="11531158" y="-1107504"/>
            <a:ext cx="668258" cy="771756"/>
          </a:xfrm>
          <a:custGeom>
            <a:avLst/>
            <a:gdLst>
              <a:gd name="connsiteX0" fmla="*/ 478774 w 478774"/>
              <a:gd name="connsiteY0" fmla="*/ 276463 h 552925"/>
              <a:gd name="connsiteX1" fmla="*/ 0 w 478774"/>
              <a:gd name="connsiteY1" fmla="*/ 0 h 552925"/>
              <a:gd name="connsiteX2" fmla="*/ 0 w 478774"/>
              <a:gd name="connsiteY2" fmla="*/ 552926 h 552925"/>
            </a:gdLst>
            <a:ahLst/>
            <a:cxnLst>
              <a:cxn ang="0">
                <a:pos x="connsiteX0" y="connsiteY0"/>
              </a:cxn>
              <a:cxn ang="0">
                <a:pos x="connsiteX1" y="connsiteY1"/>
              </a:cxn>
              <a:cxn ang="0">
                <a:pos x="connsiteX2" y="connsiteY2"/>
              </a:cxn>
            </a:cxnLst>
            <a:rect l="l" t="t" r="r" b="b"/>
            <a:pathLst>
              <a:path w="478774" h="552925">
                <a:moveTo>
                  <a:pt x="478774" y="276463"/>
                </a:moveTo>
                <a:lnTo>
                  <a:pt x="0" y="0"/>
                </a:lnTo>
                <a:lnTo>
                  <a:pt x="0" y="552926"/>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3" name="任意多边形: 形状 112"/>
          <p:cNvSpPr/>
          <p:nvPr/>
        </p:nvSpPr>
        <p:spPr>
          <a:xfrm rot="10800000" flipH="1">
            <a:off x="10503943" y="-317800"/>
            <a:ext cx="525871" cy="607834"/>
          </a:xfrm>
          <a:custGeom>
            <a:avLst/>
            <a:gdLst>
              <a:gd name="connsiteX0" fmla="*/ 376761 w 376761"/>
              <a:gd name="connsiteY0" fmla="*/ 217742 h 435483"/>
              <a:gd name="connsiteX1" fmla="*/ 0 w 376761"/>
              <a:gd name="connsiteY1" fmla="*/ 0 h 435483"/>
              <a:gd name="connsiteX2" fmla="*/ 0 w 376761"/>
              <a:gd name="connsiteY2" fmla="*/ 435483 h 435483"/>
            </a:gdLst>
            <a:ahLst/>
            <a:cxnLst>
              <a:cxn ang="0">
                <a:pos x="connsiteX0" y="connsiteY0"/>
              </a:cxn>
              <a:cxn ang="0">
                <a:pos x="connsiteX1" y="connsiteY1"/>
              </a:cxn>
              <a:cxn ang="0">
                <a:pos x="connsiteX2" y="connsiteY2"/>
              </a:cxn>
            </a:cxnLst>
            <a:rect l="l" t="t" r="r" b="b"/>
            <a:pathLst>
              <a:path w="376761" h="435483">
                <a:moveTo>
                  <a:pt x="376761" y="217742"/>
                </a:moveTo>
                <a:lnTo>
                  <a:pt x="0" y="0"/>
                </a:lnTo>
                <a:lnTo>
                  <a:pt x="0" y="435483"/>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96" name="任意多边形: 形状 95"/>
          <p:cNvSpPr/>
          <p:nvPr/>
        </p:nvSpPr>
        <p:spPr>
          <a:xfrm rot="10800000" flipH="1">
            <a:off x="10503943" y="195021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1" name="任意多边形: 形状 100"/>
          <p:cNvSpPr/>
          <p:nvPr/>
        </p:nvSpPr>
        <p:spPr>
          <a:xfrm rot="10800000" flipH="1">
            <a:off x="11354073" y="-505055"/>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7" name="任意多边形: 形状 106"/>
          <p:cNvSpPr/>
          <p:nvPr/>
        </p:nvSpPr>
        <p:spPr>
          <a:xfrm rot="10800000" flipH="1">
            <a:off x="11354073" y="342313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9" name="任意多边形: 形状 108"/>
          <p:cNvSpPr/>
          <p:nvPr/>
        </p:nvSpPr>
        <p:spPr>
          <a:xfrm rot="10800000" flipH="1">
            <a:off x="11354073" y="967865"/>
            <a:ext cx="850728" cy="982345"/>
          </a:xfrm>
          <a:custGeom>
            <a:avLst/>
            <a:gdLst>
              <a:gd name="connsiteX0" fmla="*/ 609505 w 609505"/>
              <a:gd name="connsiteY0" fmla="*/ 351901 h 703802"/>
              <a:gd name="connsiteX1" fmla="*/ 0 w 609505"/>
              <a:gd name="connsiteY1" fmla="*/ 0 h 703802"/>
              <a:gd name="connsiteX2" fmla="*/ 0 w 609505"/>
              <a:gd name="connsiteY2" fmla="*/ 703802 h 703802"/>
            </a:gdLst>
            <a:ahLst/>
            <a:cxnLst>
              <a:cxn ang="0">
                <a:pos x="connsiteX0" y="connsiteY0"/>
              </a:cxn>
              <a:cxn ang="0">
                <a:pos x="connsiteX1" y="connsiteY1"/>
              </a:cxn>
              <a:cxn ang="0">
                <a:pos x="connsiteX2" y="connsiteY2"/>
              </a:cxn>
            </a:cxnLst>
            <a:rect l="l" t="t" r="r" b="b"/>
            <a:pathLst>
              <a:path w="609505" h="703802">
                <a:moveTo>
                  <a:pt x="609505" y="351901"/>
                </a:moveTo>
                <a:lnTo>
                  <a:pt x="0" y="0"/>
                </a:lnTo>
                <a:lnTo>
                  <a:pt x="0" y="703802"/>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10" name="任意多边形: 形状 109"/>
          <p:cNvSpPr/>
          <p:nvPr/>
        </p:nvSpPr>
        <p:spPr>
          <a:xfrm rot="10800000" flipH="1">
            <a:off x="10503943" y="477290"/>
            <a:ext cx="850129" cy="981746"/>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4" name="文本框 3"/>
          <p:cNvSpPr txBox="1"/>
          <p:nvPr/>
        </p:nvSpPr>
        <p:spPr>
          <a:xfrm>
            <a:off x="2140857" y="3267140"/>
            <a:ext cx="7910286" cy="966547"/>
          </a:xfrm>
          <a:prstGeom prst="rect">
            <a:avLst/>
          </a:prstGeom>
          <a:noFill/>
        </p:spPr>
        <p:txBody>
          <a:bodyPr wrap="square">
            <a:spAutoFit/>
          </a:bodyPr>
          <a:lstStyle/>
          <a:p>
            <a:pPr algn="ctr">
              <a:lnSpc>
                <a:spcPct val="150000"/>
              </a:lnSpc>
            </a:pPr>
            <a:r>
              <a:rPr lang="zh-CN" altLang="en-US" sz="2000" b="1" dirty="0"/>
              <a:t>请从责任伦理角度讨论，技术开发者、平台提供者及传播者应如何承担相应的社会责任</a:t>
            </a:r>
            <a:r>
              <a:rPr lang="en-US" altLang="zh-CN" sz="2000" b="1" dirty="0"/>
              <a:t>?</a:t>
            </a:r>
            <a:endParaRPr lang="zh-CN" altLang="en-US" sz="2000" b="1" dirty="0"/>
          </a:p>
        </p:txBody>
      </p:sp>
      <p:grpSp>
        <p:nvGrpSpPr>
          <p:cNvPr id="25" name="组合 24"/>
          <p:cNvGrpSpPr/>
          <p:nvPr/>
        </p:nvGrpSpPr>
        <p:grpSpPr>
          <a:xfrm>
            <a:off x="3473595" y="1982120"/>
            <a:ext cx="5244809" cy="1200329"/>
            <a:chOff x="3370307" y="1982120"/>
            <a:chExt cx="5244809" cy="1200329"/>
          </a:xfrm>
        </p:grpSpPr>
        <p:grpSp>
          <p:nvGrpSpPr>
            <p:cNvPr id="5" name="组合 4"/>
            <p:cNvGrpSpPr/>
            <p:nvPr/>
          </p:nvGrpSpPr>
          <p:grpSpPr>
            <a:xfrm>
              <a:off x="4837462" y="2144912"/>
              <a:ext cx="3777654" cy="693340"/>
              <a:chOff x="1846970" y="2928398"/>
              <a:chExt cx="3777654" cy="693340"/>
            </a:xfrm>
          </p:grpSpPr>
          <p:sp>
            <p:nvSpPr>
              <p:cNvPr id="593" name="矩形: 剪去对角 592"/>
              <p:cNvSpPr/>
              <p:nvPr/>
            </p:nvSpPr>
            <p:spPr>
              <a:xfrm>
                <a:off x="1846970" y="2928398"/>
                <a:ext cx="3777654"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604" name="任意多边形: 形状 603"/>
              <p:cNvSpPr/>
              <p:nvPr/>
            </p:nvSpPr>
            <p:spPr>
              <a:xfrm>
                <a:off x="2104757" y="3025407"/>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2" name="文本框 1"/>
              <p:cNvSpPr txBox="1"/>
              <p:nvPr/>
            </p:nvSpPr>
            <p:spPr>
              <a:xfrm>
                <a:off x="2989027" y="3075012"/>
                <a:ext cx="1980029" cy="400110"/>
              </a:xfrm>
              <a:prstGeom prst="rect">
                <a:avLst/>
              </a:prstGeom>
              <a:noFill/>
            </p:spPr>
            <p:txBody>
              <a:bodyPr wrap="none" rtlCol="0">
                <a:spAutoFit/>
              </a:bodyPr>
              <a:lstStyle/>
              <a:p>
                <a:r>
                  <a:rPr lang="zh-CN" altLang="en-US" sz="2000" b="1" dirty="0">
                    <a:solidFill>
                      <a:schemeClr val="tx1">
                        <a:lumMod val="95000"/>
                        <a:lumOff val="5000"/>
                      </a:schemeClr>
                    </a:solidFill>
                  </a:rPr>
                  <a:t>社会影响与责任</a:t>
                </a:r>
                <a:endParaRPr lang="zh-CN" altLang="en-US" sz="2000" b="1" dirty="0">
                  <a:solidFill>
                    <a:schemeClr val="tx1">
                      <a:lumMod val="95000"/>
                      <a:lumOff val="5000"/>
                    </a:schemeClr>
                  </a:solidFill>
                </a:endParaRPr>
              </a:p>
            </p:txBody>
          </p:sp>
        </p:grpSp>
        <p:sp>
          <p:nvSpPr>
            <p:cNvPr id="24" name="文本框 23"/>
            <p:cNvSpPr txBox="1"/>
            <p:nvPr/>
          </p:nvSpPr>
          <p:spPr>
            <a:xfrm>
              <a:off x="3370307" y="1982120"/>
              <a:ext cx="1431802" cy="1200329"/>
            </a:xfrm>
            <a:prstGeom prst="rect">
              <a:avLst/>
            </a:prstGeom>
            <a:noFill/>
          </p:spPr>
          <p:txBody>
            <a:bodyPr wrap="none" rtlCol="0">
              <a:spAutoFit/>
            </a:bodyPr>
            <a:lstStyle/>
            <a:p>
              <a:r>
                <a:rPr lang="en-US" altLang="zh-CN" sz="7200" dirty="0">
                  <a:solidFill>
                    <a:schemeClr val="tx1">
                      <a:lumMod val="95000"/>
                      <a:lumOff val="5000"/>
                    </a:schemeClr>
                  </a:solidFill>
                  <a:latin typeface="MiSans Heavy" panose="00000A00000000000000" pitchFamily="2" charset="-122"/>
                  <a:ea typeface="MiSans Heavy" panose="00000A00000000000000" pitchFamily="2" charset="-122"/>
                </a:rPr>
                <a:t>04</a:t>
              </a:r>
              <a:endParaRPr lang="zh-CN" altLang="en-US" sz="72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887945"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4256982" cy="523220"/>
            <a:chOff x="2771965" y="2241921"/>
            <a:chExt cx="4256982" cy="523220"/>
          </a:xfrm>
        </p:grpSpPr>
        <p:sp>
          <p:nvSpPr>
            <p:cNvPr id="16" name="文本框 15"/>
            <p:cNvSpPr txBox="1"/>
            <p:nvPr/>
          </p:nvSpPr>
          <p:spPr>
            <a:xfrm>
              <a:off x="4279476" y="2291526"/>
              <a:ext cx="2749471" cy="400110"/>
            </a:xfrm>
            <a:prstGeom prst="rect">
              <a:avLst/>
            </a:prstGeom>
            <a:noFill/>
          </p:spPr>
          <p:txBody>
            <a:bodyPr wrap="none" rtlCol="0">
              <a:spAutoFit/>
            </a:bodyPr>
            <a:lstStyle/>
            <a:p>
              <a:r>
                <a:rPr lang="zh-CN" altLang="en-US" sz="2000" b="1" dirty="0">
                  <a:solidFill>
                    <a:schemeClr val="tx1">
                      <a:lumMod val="95000"/>
                      <a:lumOff val="5000"/>
                    </a:schemeClr>
                  </a:solidFill>
                </a:rPr>
                <a:t>技术开发者的社会责任</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04</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nvGrpSpPr>
          <p:cNvPr id="29" name="组合 28"/>
          <p:cNvGrpSpPr/>
          <p:nvPr/>
        </p:nvGrpSpPr>
        <p:grpSpPr>
          <a:xfrm>
            <a:off x="1224394" y="1486390"/>
            <a:ext cx="9182892" cy="2479677"/>
            <a:chOff x="1560514" y="1901825"/>
            <a:chExt cx="9182892" cy="2479677"/>
          </a:xfrm>
        </p:grpSpPr>
        <p:sp>
          <p:nvSpPr>
            <p:cNvPr id="2" name="막힌 원호 127"/>
            <p:cNvSpPr/>
            <p:nvPr/>
          </p:nvSpPr>
          <p:spPr bwMode="auto">
            <a:xfrm rot="16200000">
              <a:off x="4937921" y="2012158"/>
              <a:ext cx="2370137" cy="2368551"/>
            </a:xfrm>
            <a:custGeom>
              <a:avLst/>
              <a:gdLst>
                <a:gd name="T0" fmla="*/ 0 w 2369150"/>
                <a:gd name="T1" fmla="*/ 1184274 h 2369152"/>
                <a:gd name="T2" fmla="*/ 0 w 2369150"/>
                <a:gd name="T3" fmla="*/ 1184274 h 2369152"/>
                <a:gd name="T4" fmla="*/ 1185069 w 2369150"/>
                <a:gd name="T5" fmla="*/ 0 h 2369152"/>
                <a:gd name="T6" fmla="*/ 2370136 w 2369150"/>
                <a:gd name="T7" fmla="*/ 1184273 h 2369152"/>
                <a:gd name="T8" fmla="*/ 1910876 w 2369150"/>
                <a:gd name="T9" fmla="*/ 1184273 h 2369152"/>
                <a:gd name="T10" fmla="*/ 1910875 w 2369150"/>
                <a:gd name="T11" fmla="*/ 1184273 h 2369152"/>
                <a:gd name="T12" fmla="*/ 1185069 w 2369150"/>
                <a:gd name="T13" fmla="*/ 458953 h 2369152"/>
                <a:gd name="T14" fmla="*/ 459261 w 2369150"/>
                <a:gd name="T15" fmla="*/ 1184274 h 2369152"/>
                <a:gd name="T16" fmla="*/ 0 w 2369150"/>
                <a:gd name="T17" fmla="*/ 1184274 h 23691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69150"/>
                <a:gd name="T28" fmla="*/ 0 h 2369152"/>
                <a:gd name="T29" fmla="*/ 2369150 w 2369150"/>
                <a:gd name="T30" fmla="*/ 1184575 h 23691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69150" h="2369152">
                  <a:moveTo>
                    <a:pt x="0" y="1184575"/>
                  </a:moveTo>
                  <a:lnTo>
                    <a:pt x="0" y="1184575"/>
                  </a:lnTo>
                  <a:cubicBezTo>
                    <a:pt x="0" y="530352"/>
                    <a:pt x="530352" y="0"/>
                    <a:pt x="1184575" y="0"/>
                  </a:cubicBezTo>
                  <a:cubicBezTo>
                    <a:pt x="1838796" y="0"/>
                    <a:pt x="2369148" y="530351"/>
                    <a:pt x="2369149" y="1184574"/>
                  </a:cubicBezTo>
                  <a:lnTo>
                    <a:pt x="1910080" y="1184574"/>
                  </a:lnTo>
                  <a:lnTo>
                    <a:pt x="1910079" y="1184574"/>
                  </a:lnTo>
                  <a:cubicBezTo>
                    <a:pt x="1910078" y="783888"/>
                    <a:pt x="1585259" y="459070"/>
                    <a:pt x="1184575" y="459070"/>
                  </a:cubicBezTo>
                  <a:cubicBezTo>
                    <a:pt x="783890" y="459070"/>
                    <a:pt x="459070" y="783889"/>
                    <a:pt x="459070" y="1184575"/>
                  </a:cubicBezTo>
                  <a:lnTo>
                    <a:pt x="0" y="1184575"/>
                  </a:lnTo>
                  <a:close/>
                </a:path>
              </a:pathLst>
            </a:custGeom>
            <a:gradFill rotWithShape="1">
              <a:gsLst>
                <a:gs pos="0">
                  <a:srgbClr val="FFFFFF">
                    <a:alpha val="45000"/>
                  </a:srgbClr>
                </a:gs>
                <a:gs pos="50000">
                  <a:srgbClr val="FFFFFF">
                    <a:alpha val="225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lIns="91440" tIns="45720" rIns="91440" bIns="45720" anchor="ctr"/>
            <a:lstStyle/>
            <a:p>
              <a:pPr defTabSz="1219200">
                <a:spcBef>
                  <a:spcPct val="0"/>
                </a:spcBef>
                <a:spcAft>
                  <a:spcPct val="0"/>
                </a:spcAft>
                <a:defRPr/>
              </a:pPr>
              <a:endParaRPr lang="zh-CN" altLang="en-US" sz="2400" kern="0">
                <a:solidFill>
                  <a:schemeClr val="tx1">
                    <a:lumMod val="75000"/>
                    <a:lumOff val="25000"/>
                  </a:schemeClr>
                </a:solidFill>
                <a:cs typeface="+mn-ea"/>
                <a:sym typeface="+mn-lt"/>
              </a:endParaRPr>
            </a:p>
          </p:txBody>
        </p:sp>
        <p:sp>
          <p:nvSpPr>
            <p:cNvPr id="3" name="막힌 원호 225"/>
            <p:cNvSpPr/>
            <p:nvPr/>
          </p:nvSpPr>
          <p:spPr bwMode="auto">
            <a:xfrm rot="5400000">
              <a:off x="4925219" y="1904207"/>
              <a:ext cx="2436813" cy="2444751"/>
            </a:xfrm>
            <a:custGeom>
              <a:avLst/>
              <a:gdLst>
                <a:gd name="T0" fmla="*/ 7 w 2436720"/>
                <a:gd name="T1" fmla="*/ 1226596 h 2444258"/>
                <a:gd name="T2" fmla="*/ 7 w 2436720"/>
                <a:gd name="T3" fmla="*/ 1226595 h 2444258"/>
                <a:gd name="T4" fmla="*/ 0 w 2436720"/>
                <a:gd name="T5" fmla="*/ 1222375 h 2444258"/>
                <a:gd name="T6" fmla="*/ 1218407 w 2436720"/>
                <a:gd name="T7" fmla="*/ 0 h 2444258"/>
                <a:gd name="T8" fmla="*/ 2436733 w 2436720"/>
                <a:gd name="T9" fmla="*/ 1208454 h 2444258"/>
                <a:gd name="T10" fmla="*/ 1964657 w 2436720"/>
                <a:gd name="T11" fmla="*/ 1213848 h 2444258"/>
                <a:gd name="T12" fmla="*/ 1964656 w 2436720"/>
                <a:gd name="T13" fmla="*/ 1213848 h 2444258"/>
                <a:gd name="T14" fmla="*/ 1218407 w 2436720"/>
                <a:gd name="T15" fmla="*/ 472185 h 2444258"/>
                <a:gd name="T16" fmla="*/ 472108 w 2436720"/>
                <a:gd name="T17" fmla="*/ 1222375 h 2444258"/>
                <a:gd name="T18" fmla="*/ 472112 w 2436720"/>
                <a:gd name="T19" fmla="*/ 1224961 h 2444258"/>
                <a:gd name="T20" fmla="*/ 7 w 2436720"/>
                <a:gd name="T21" fmla="*/ 1226596 h 24442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6720"/>
                <a:gd name="T34" fmla="*/ 0 h 2444258"/>
                <a:gd name="T35" fmla="*/ 2436641 w 2436720"/>
                <a:gd name="T36" fmla="*/ 1226349 h 24442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6720" h="2444258">
                  <a:moveTo>
                    <a:pt x="7" y="1226349"/>
                  </a:moveTo>
                  <a:lnTo>
                    <a:pt x="7" y="1226348"/>
                  </a:lnTo>
                  <a:cubicBezTo>
                    <a:pt x="2" y="1224942"/>
                    <a:pt x="0" y="1223535"/>
                    <a:pt x="0" y="1222129"/>
                  </a:cubicBezTo>
                  <a:cubicBezTo>
                    <a:pt x="0" y="547165"/>
                    <a:pt x="545478" y="0"/>
                    <a:pt x="1218360" y="0"/>
                  </a:cubicBezTo>
                  <a:cubicBezTo>
                    <a:pt x="1885829" y="0"/>
                    <a:pt x="2429039" y="538720"/>
                    <a:pt x="2436640" y="1208211"/>
                  </a:cubicBezTo>
                  <a:lnTo>
                    <a:pt x="1964582" y="1213604"/>
                  </a:lnTo>
                  <a:lnTo>
                    <a:pt x="1964581" y="1213604"/>
                  </a:lnTo>
                  <a:cubicBezTo>
                    <a:pt x="1959934" y="802720"/>
                    <a:pt x="1627204" y="472090"/>
                    <a:pt x="1218360" y="472090"/>
                  </a:cubicBezTo>
                  <a:cubicBezTo>
                    <a:pt x="806206" y="472090"/>
                    <a:pt x="472090" y="807893"/>
                    <a:pt x="472090" y="1222129"/>
                  </a:cubicBezTo>
                  <a:cubicBezTo>
                    <a:pt x="472090" y="1222990"/>
                    <a:pt x="472091" y="1223852"/>
                    <a:pt x="472094" y="1224714"/>
                  </a:cubicBezTo>
                  <a:lnTo>
                    <a:pt x="7" y="1226349"/>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sp>
          <p:nvSpPr>
            <p:cNvPr id="4" name="막힌 원호 224" descr="D:\51PPT模板网\51pptmoban.com\图片.jpg"/>
            <p:cNvSpPr/>
            <p:nvPr/>
          </p:nvSpPr>
          <p:spPr bwMode="auto">
            <a:xfrm rot="16200000">
              <a:off x="4925219" y="1901031"/>
              <a:ext cx="2444751" cy="2446339"/>
            </a:xfrm>
            <a:custGeom>
              <a:avLst/>
              <a:gdLst>
                <a:gd name="T0" fmla="*/ 132 w 2444256"/>
                <a:gd name="T1" fmla="*/ 1241162 h 2444258"/>
                <a:gd name="T2" fmla="*/ 132 w 2444256"/>
                <a:gd name="T3" fmla="*/ 1241161 h 2444258"/>
                <a:gd name="T4" fmla="*/ 0 w 2444256"/>
                <a:gd name="T5" fmla="*/ 1223169 h 2444258"/>
                <a:gd name="T6" fmla="*/ 1222375 w 2444256"/>
                <a:gd name="T7" fmla="*/ 0 h 2444258"/>
                <a:gd name="T8" fmla="*/ 2444737 w 2444256"/>
                <a:gd name="T9" fmla="*/ 1217592 h 2444258"/>
                <a:gd name="T10" fmla="*/ 1971903 w 2444256"/>
                <a:gd name="T11" fmla="*/ 1219750 h 2444258"/>
                <a:gd name="T12" fmla="*/ 1971903 w 2444256"/>
                <a:gd name="T13" fmla="*/ 1219749 h 2444258"/>
                <a:gd name="T14" fmla="*/ 1222376 w 2444256"/>
                <a:gd name="T15" fmla="*/ 473146 h 2444258"/>
                <a:gd name="T16" fmla="*/ 472841 w 2444256"/>
                <a:gd name="T17" fmla="*/ 1223169 h 2444258"/>
                <a:gd name="T18" fmla="*/ 472922 w 2444256"/>
                <a:gd name="T19" fmla="*/ 1234201 h 2444258"/>
                <a:gd name="T20" fmla="*/ 132 w 2444256"/>
                <a:gd name="T21" fmla="*/ 1241162 h 24442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44256"/>
                <a:gd name="T34" fmla="*/ 0 h 2444258"/>
                <a:gd name="T35" fmla="*/ 2444243 w 2444256"/>
                <a:gd name="T36" fmla="*/ 1240107 h 24442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44256" h="2444258">
                  <a:moveTo>
                    <a:pt x="132" y="1240107"/>
                  </a:moveTo>
                  <a:lnTo>
                    <a:pt x="132" y="1240106"/>
                  </a:lnTo>
                  <a:cubicBezTo>
                    <a:pt x="44" y="1234114"/>
                    <a:pt x="0" y="1228121"/>
                    <a:pt x="0" y="1222129"/>
                  </a:cubicBezTo>
                  <a:cubicBezTo>
                    <a:pt x="0" y="547165"/>
                    <a:pt x="547165" y="0"/>
                    <a:pt x="1222128" y="0"/>
                  </a:cubicBezTo>
                  <a:cubicBezTo>
                    <a:pt x="1894916" y="0"/>
                    <a:pt x="2441176" y="543776"/>
                    <a:pt x="2444243" y="1216557"/>
                  </a:cubicBezTo>
                  <a:lnTo>
                    <a:pt x="1971505" y="1218713"/>
                  </a:lnTo>
                  <a:lnTo>
                    <a:pt x="1971505" y="1218712"/>
                  </a:lnTo>
                  <a:cubicBezTo>
                    <a:pt x="1969624" y="806176"/>
                    <a:pt x="1634668" y="472744"/>
                    <a:pt x="1222129" y="472744"/>
                  </a:cubicBezTo>
                  <a:cubicBezTo>
                    <a:pt x="808255" y="472744"/>
                    <a:pt x="472745" y="808255"/>
                    <a:pt x="472745" y="1222129"/>
                  </a:cubicBezTo>
                  <a:cubicBezTo>
                    <a:pt x="472745" y="1225803"/>
                    <a:pt x="472772" y="1229478"/>
                    <a:pt x="472826" y="1233152"/>
                  </a:cubicBezTo>
                  <a:lnTo>
                    <a:pt x="132" y="1240107"/>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grpSp>
          <p:nvGrpSpPr>
            <p:cNvPr id="9" name="组合 8"/>
            <p:cNvGrpSpPr/>
            <p:nvPr/>
          </p:nvGrpSpPr>
          <p:grpSpPr>
            <a:xfrm>
              <a:off x="1560514" y="2505076"/>
              <a:ext cx="3006725" cy="1274763"/>
              <a:chOff x="1560513" y="2505075"/>
              <a:chExt cx="3006725" cy="1274763"/>
            </a:xfrm>
          </p:grpSpPr>
          <p:sp>
            <p:nvSpPr>
              <p:cNvPr id="10" name="오른쪽 화살표 216"/>
              <p:cNvSpPr>
                <a:spLocks noChangeArrowheads="1"/>
              </p:cNvSpPr>
              <p:nvPr/>
            </p:nvSpPr>
            <p:spPr bwMode="auto">
              <a:xfrm>
                <a:off x="2781300" y="2509838"/>
                <a:ext cx="1785938" cy="1266825"/>
              </a:xfrm>
              <a:prstGeom prst="rightArrow">
                <a:avLst>
                  <a:gd name="adj1" fmla="val 55935"/>
                  <a:gd name="adj2" fmla="val 50001"/>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11" name="타원 217"/>
              <p:cNvSpPr>
                <a:spLocks noChangeArrowheads="1"/>
              </p:cNvSpPr>
              <p:nvPr/>
            </p:nvSpPr>
            <p:spPr bwMode="auto">
              <a:xfrm>
                <a:off x="1624013" y="2505075"/>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5" name="TextBox 13"/>
              <p:cNvSpPr txBox="1">
                <a:spLocks noChangeArrowheads="1"/>
              </p:cNvSpPr>
              <p:nvPr/>
            </p:nvSpPr>
            <p:spPr bwMode="auto">
              <a:xfrm>
                <a:off x="1560513" y="3006724"/>
                <a:ext cx="13731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保障技术安全</a:t>
                </a:r>
                <a:endParaRPr lang="en-US" altLang="zh-CN" sz="1600" b="1" dirty="0">
                  <a:solidFill>
                    <a:schemeClr val="tx1">
                      <a:lumMod val="95000"/>
                      <a:lumOff val="5000"/>
                    </a:schemeClr>
                  </a:solidFill>
                  <a:latin typeface="+mn-lt"/>
                  <a:ea typeface="+mn-ea"/>
                  <a:cs typeface="+mn-ea"/>
                  <a:sym typeface="+mn-lt"/>
                </a:endParaRPr>
              </a:p>
            </p:txBody>
          </p:sp>
        </p:grpSp>
        <p:grpSp>
          <p:nvGrpSpPr>
            <p:cNvPr id="7" name="组合 6"/>
            <p:cNvGrpSpPr/>
            <p:nvPr/>
          </p:nvGrpSpPr>
          <p:grpSpPr>
            <a:xfrm>
              <a:off x="7758114" y="2441575"/>
              <a:ext cx="2985292" cy="1335088"/>
              <a:chOff x="7758113" y="2441575"/>
              <a:chExt cx="2985292" cy="1335088"/>
            </a:xfrm>
          </p:grpSpPr>
          <p:sp>
            <p:nvSpPr>
              <p:cNvPr id="18" name="오른쪽 화살표 218"/>
              <p:cNvSpPr>
                <a:spLocks noChangeArrowheads="1"/>
              </p:cNvSpPr>
              <p:nvPr/>
            </p:nvSpPr>
            <p:spPr bwMode="auto">
              <a:xfrm flipH="1">
                <a:off x="7758113" y="2509838"/>
                <a:ext cx="1893887" cy="1266825"/>
              </a:xfrm>
              <a:prstGeom prst="rightArrow">
                <a:avLst>
                  <a:gd name="adj1" fmla="val 55935"/>
                  <a:gd name="adj2" fmla="val 50068"/>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19" name="타원 219"/>
              <p:cNvSpPr>
                <a:spLocks noChangeArrowheads="1"/>
              </p:cNvSpPr>
              <p:nvPr/>
            </p:nvSpPr>
            <p:spPr bwMode="auto">
              <a:xfrm>
                <a:off x="9420225" y="2441575"/>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20" name="TextBox 13"/>
              <p:cNvSpPr txBox="1">
                <a:spLocks noChangeArrowheads="1"/>
              </p:cNvSpPr>
              <p:nvPr/>
            </p:nvSpPr>
            <p:spPr bwMode="auto">
              <a:xfrm>
                <a:off x="9370218" y="2896235"/>
                <a:ext cx="13731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尊重用户隐私和权益</a:t>
                </a:r>
                <a:endParaRPr lang="en-US" altLang="zh-CN" sz="1600" b="1" dirty="0">
                  <a:solidFill>
                    <a:schemeClr val="tx1">
                      <a:lumMod val="95000"/>
                      <a:lumOff val="5000"/>
                    </a:schemeClr>
                  </a:solidFill>
                  <a:latin typeface="+mn-lt"/>
                  <a:ea typeface="+mn-ea"/>
                  <a:cs typeface="+mn-ea"/>
                  <a:sym typeface="+mn-lt"/>
                </a:endParaRPr>
              </a:p>
            </p:txBody>
          </p:sp>
        </p:grpSp>
        <p:sp>
          <p:nvSpPr>
            <p:cNvPr id="21" name="TextBox 13"/>
            <p:cNvSpPr txBox="1">
              <a:spLocks noChangeArrowheads="1"/>
            </p:cNvSpPr>
            <p:nvPr/>
          </p:nvSpPr>
          <p:spPr bwMode="auto">
            <a:xfrm>
              <a:off x="5436395" y="2853356"/>
              <a:ext cx="1373188" cy="5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75000"/>
                      <a:lumOff val="25000"/>
                    </a:schemeClr>
                  </a:solidFill>
                  <a:latin typeface="+mn-lt"/>
                  <a:ea typeface="+mn-ea"/>
                  <a:cs typeface="+mn-ea"/>
                  <a:sym typeface="+mn-lt"/>
                </a:rPr>
                <a:t>平台</a:t>
              </a:r>
              <a:endParaRPr lang="en-US" altLang="zh-CN" sz="1600" b="1" dirty="0">
                <a:solidFill>
                  <a:schemeClr val="tx1">
                    <a:lumMod val="75000"/>
                    <a:lumOff val="25000"/>
                  </a:schemeClr>
                </a:solidFill>
                <a:latin typeface="+mn-lt"/>
                <a:ea typeface="+mn-ea"/>
                <a:cs typeface="+mn-ea"/>
                <a:sym typeface="+mn-lt"/>
              </a:endParaRPr>
            </a:p>
            <a:p>
              <a:pPr algn="ctr" eaLnBrk="1" hangingPunct="1">
                <a:spcBef>
                  <a:spcPct val="20000"/>
                </a:spcBef>
              </a:pPr>
              <a:r>
                <a:rPr lang="zh-CN" altLang="en-US" sz="1600" b="1" dirty="0">
                  <a:solidFill>
                    <a:schemeClr val="tx1">
                      <a:lumMod val="75000"/>
                      <a:lumOff val="25000"/>
                    </a:schemeClr>
                  </a:solidFill>
                  <a:latin typeface="+mn-lt"/>
                  <a:ea typeface="+mn-ea"/>
                  <a:cs typeface="+mn-ea"/>
                  <a:sym typeface="+mn-lt"/>
                </a:rPr>
                <a:t>开发者责任</a:t>
              </a:r>
              <a:endParaRPr lang="en-US" altLang="zh-CN" sz="1600" b="1" dirty="0">
                <a:solidFill>
                  <a:schemeClr val="tx1">
                    <a:lumMod val="75000"/>
                    <a:lumOff val="25000"/>
                  </a:schemeClr>
                </a:solidFill>
                <a:latin typeface="+mn-lt"/>
                <a:ea typeface="+mn-ea"/>
                <a:cs typeface="+mn-ea"/>
                <a:sym typeface="+mn-lt"/>
              </a:endParaRPr>
            </a:p>
          </p:txBody>
        </p:sp>
      </p:grpSp>
      <p:grpSp>
        <p:nvGrpSpPr>
          <p:cNvPr id="22" name="组合 21"/>
          <p:cNvGrpSpPr/>
          <p:nvPr/>
        </p:nvGrpSpPr>
        <p:grpSpPr>
          <a:xfrm>
            <a:off x="778906" y="4063475"/>
            <a:ext cx="10143399" cy="1076257"/>
            <a:chOff x="1443725" y="2449474"/>
            <a:chExt cx="10970441" cy="1076257"/>
          </a:xfrm>
        </p:grpSpPr>
        <p:sp>
          <p:nvSpPr>
            <p:cNvPr id="27" name="文本框 26"/>
            <p:cNvSpPr txBox="1"/>
            <p:nvPr/>
          </p:nvSpPr>
          <p:spPr>
            <a:xfrm>
              <a:off x="9233732" y="2449474"/>
              <a:ext cx="3180434" cy="1076257"/>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在开发过程中，需注重用户隐私保护，避免不必要的数据收集，确保数据存储的安全性和合法性。同时，提供透明的数据使用政策，明确用户数据的使用方式和用途​</a:t>
              </a:r>
              <a:endParaRPr lang="en-US" altLang="zh-CN" dirty="0">
                <a:solidFill>
                  <a:schemeClr val="tx1">
                    <a:lumMod val="95000"/>
                    <a:lumOff val="5000"/>
                  </a:schemeClr>
                </a:solidFill>
                <a:sym typeface="HarmonyOS Sans SC Light" panose="00000400000000000000" pitchFamily="2" charset="-122"/>
              </a:endParaRPr>
            </a:p>
          </p:txBody>
        </p:sp>
        <p:sp>
          <p:nvSpPr>
            <p:cNvPr id="25" name="文本框 24"/>
            <p:cNvSpPr txBox="1"/>
            <p:nvPr/>
          </p:nvSpPr>
          <p:spPr>
            <a:xfrm>
              <a:off x="1443725" y="2449474"/>
              <a:ext cx="3149509"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lumMod val="95000"/>
                      <a:lumOff val="5000"/>
                    </a:schemeClr>
                  </a:solidFill>
                  <a:sym typeface="HarmonyOS Sans SC Light" panose="00000400000000000000" pitchFamily="2" charset="-122"/>
                </a:rPr>
                <a:t>技术开发者需确保</a:t>
              </a:r>
              <a:r>
                <a:rPr lang="en-US" altLang="zh-CN" dirty="0">
                  <a:solidFill>
                    <a:schemeClr val="tx1">
                      <a:lumMod val="95000"/>
                      <a:lumOff val="5000"/>
                    </a:schemeClr>
                  </a:solidFill>
                  <a:sym typeface="HarmonyOS Sans SC Light" panose="00000400000000000000" pitchFamily="2" charset="-122"/>
                </a:rPr>
                <a:t>AI</a:t>
              </a:r>
              <a:r>
                <a:rPr lang="zh-CN" altLang="en-US" dirty="0">
                  <a:solidFill>
                    <a:schemeClr val="tx1">
                      <a:lumMod val="95000"/>
                      <a:lumOff val="5000"/>
                    </a:schemeClr>
                  </a:solidFill>
                  <a:sym typeface="HarmonyOS Sans SC Light" panose="00000400000000000000" pitchFamily="2" charset="-122"/>
                </a:rPr>
                <a:t>技术的安全性，防止技术被恶意利用或产生不可预见的后果。这包括建立安全的技术开发环境、定期更新安全机制等</a:t>
              </a:r>
              <a:endParaRPr lang="en-US" altLang="zh-CN" dirty="0">
                <a:solidFill>
                  <a:schemeClr val="tx1">
                    <a:lumMod val="95000"/>
                    <a:lumOff val="5000"/>
                  </a:schemeClr>
                </a:solidFill>
                <a:sym typeface="HarmonyOS Sans SC Light" panose="000004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887945"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4256982" cy="523220"/>
            <a:chOff x="2771965" y="2241921"/>
            <a:chExt cx="4256982" cy="523220"/>
          </a:xfrm>
        </p:grpSpPr>
        <p:sp>
          <p:nvSpPr>
            <p:cNvPr id="16" name="文本框 15"/>
            <p:cNvSpPr txBox="1"/>
            <p:nvPr/>
          </p:nvSpPr>
          <p:spPr>
            <a:xfrm>
              <a:off x="4279476" y="2291526"/>
              <a:ext cx="2749471" cy="400110"/>
            </a:xfrm>
            <a:prstGeom prst="rect">
              <a:avLst/>
            </a:prstGeom>
            <a:noFill/>
          </p:spPr>
          <p:txBody>
            <a:bodyPr wrap="none" rtlCol="0">
              <a:spAutoFit/>
            </a:bodyPr>
            <a:lstStyle/>
            <a:p>
              <a:r>
                <a:rPr lang="zh-CN" altLang="en-US" sz="2000" b="1" dirty="0">
                  <a:solidFill>
                    <a:schemeClr val="tx1">
                      <a:lumMod val="95000"/>
                      <a:lumOff val="5000"/>
                    </a:schemeClr>
                  </a:solidFill>
                </a:rPr>
                <a:t>平台提供者的社会责任</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04</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nvGrpSpPr>
          <p:cNvPr id="29" name="组合 28"/>
          <p:cNvGrpSpPr/>
          <p:nvPr/>
        </p:nvGrpSpPr>
        <p:grpSpPr>
          <a:xfrm>
            <a:off x="1224394" y="1486390"/>
            <a:ext cx="9192457" cy="4689921"/>
            <a:chOff x="1560514" y="1901825"/>
            <a:chExt cx="9192457" cy="4689921"/>
          </a:xfrm>
        </p:grpSpPr>
        <p:sp>
          <p:nvSpPr>
            <p:cNvPr id="2" name="막힌 원호 127"/>
            <p:cNvSpPr/>
            <p:nvPr/>
          </p:nvSpPr>
          <p:spPr bwMode="auto">
            <a:xfrm rot="16200000">
              <a:off x="4937921" y="2012158"/>
              <a:ext cx="2370137" cy="2368551"/>
            </a:xfrm>
            <a:custGeom>
              <a:avLst/>
              <a:gdLst>
                <a:gd name="T0" fmla="*/ 0 w 2369150"/>
                <a:gd name="T1" fmla="*/ 1184274 h 2369152"/>
                <a:gd name="T2" fmla="*/ 0 w 2369150"/>
                <a:gd name="T3" fmla="*/ 1184274 h 2369152"/>
                <a:gd name="T4" fmla="*/ 1185069 w 2369150"/>
                <a:gd name="T5" fmla="*/ 0 h 2369152"/>
                <a:gd name="T6" fmla="*/ 2370136 w 2369150"/>
                <a:gd name="T7" fmla="*/ 1184273 h 2369152"/>
                <a:gd name="T8" fmla="*/ 1910876 w 2369150"/>
                <a:gd name="T9" fmla="*/ 1184273 h 2369152"/>
                <a:gd name="T10" fmla="*/ 1910875 w 2369150"/>
                <a:gd name="T11" fmla="*/ 1184273 h 2369152"/>
                <a:gd name="T12" fmla="*/ 1185069 w 2369150"/>
                <a:gd name="T13" fmla="*/ 458953 h 2369152"/>
                <a:gd name="T14" fmla="*/ 459261 w 2369150"/>
                <a:gd name="T15" fmla="*/ 1184274 h 2369152"/>
                <a:gd name="T16" fmla="*/ 0 w 2369150"/>
                <a:gd name="T17" fmla="*/ 1184274 h 23691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69150"/>
                <a:gd name="T28" fmla="*/ 0 h 2369152"/>
                <a:gd name="T29" fmla="*/ 2369150 w 2369150"/>
                <a:gd name="T30" fmla="*/ 1184575 h 23691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69150" h="2369152">
                  <a:moveTo>
                    <a:pt x="0" y="1184575"/>
                  </a:moveTo>
                  <a:lnTo>
                    <a:pt x="0" y="1184575"/>
                  </a:lnTo>
                  <a:cubicBezTo>
                    <a:pt x="0" y="530352"/>
                    <a:pt x="530352" y="0"/>
                    <a:pt x="1184575" y="0"/>
                  </a:cubicBezTo>
                  <a:cubicBezTo>
                    <a:pt x="1838796" y="0"/>
                    <a:pt x="2369148" y="530351"/>
                    <a:pt x="2369149" y="1184574"/>
                  </a:cubicBezTo>
                  <a:lnTo>
                    <a:pt x="1910080" y="1184574"/>
                  </a:lnTo>
                  <a:lnTo>
                    <a:pt x="1910079" y="1184574"/>
                  </a:lnTo>
                  <a:cubicBezTo>
                    <a:pt x="1910078" y="783888"/>
                    <a:pt x="1585259" y="459070"/>
                    <a:pt x="1184575" y="459070"/>
                  </a:cubicBezTo>
                  <a:cubicBezTo>
                    <a:pt x="783890" y="459070"/>
                    <a:pt x="459070" y="783889"/>
                    <a:pt x="459070" y="1184575"/>
                  </a:cubicBezTo>
                  <a:lnTo>
                    <a:pt x="0" y="1184575"/>
                  </a:lnTo>
                  <a:close/>
                </a:path>
              </a:pathLst>
            </a:custGeom>
            <a:gradFill rotWithShape="1">
              <a:gsLst>
                <a:gs pos="0">
                  <a:srgbClr val="FFFFFF">
                    <a:alpha val="45000"/>
                  </a:srgbClr>
                </a:gs>
                <a:gs pos="50000">
                  <a:srgbClr val="FFFFFF">
                    <a:alpha val="225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lIns="91440" tIns="45720" rIns="91440" bIns="45720" anchor="ctr"/>
            <a:lstStyle/>
            <a:p>
              <a:pPr defTabSz="1219200">
                <a:spcBef>
                  <a:spcPct val="0"/>
                </a:spcBef>
                <a:spcAft>
                  <a:spcPct val="0"/>
                </a:spcAft>
                <a:defRPr/>
              </a:pPr>
              <a:endParaRPr lang="zh-CN" altLang="en-US" sz="2400" kern="0">
                <a:solidFill>
                  <a:schemeClr val="tx1">
                    <a:lumMod val="75000"/>
                    <a:lumOff val="25000"/>
                  </a:schemeClr>
                </a:solidFill>
                <a:cs typeface="+mn-ea"/>
                <a:sym typeface="+mn-lt"/>
              </a:endParaRPr>
            </a:p>
          </p:txBody>
        </p:sp>
        <p:sp>
          <p:nvSpPr>
            <p:cNvPr id="3" name="막힌 원호 225"/>
            <p:cNvSpPr/>
            <p:nvPr/>
          </p:nvSpPr>
          <p:spPr bwMode="auto">
            <a:xfrm rot="5400000">
              <a:off x="4925219" y="1904207"/>
              <a:ext cx="2436813" cy="2444751"/>
            </a:xfrm>
            <a:custGeom>
              <a:avLst/>
              <a:gdLst>
                <a:gd name="T0" fmla="*/ 7 w 2436720"/>
                <a:gd name="T1" fmla="*/ 1226596 h 2444258"/>
                <a:gd name="T2" fmla="*/ 7 w 2436720"/>
                <a:gd name="T3" fmla="*/ 1226595 h 2444258"/>
                <a:gd name="T4" fmla="*/ 0 w 2436720"/>
                <a:gd name="T5" fmla="*/ 1222375 h 2444258"/>
                <a:gd name="T6" fmla="*/ 1218407 w 2436720"/>
                <a:gd name="T7" fmla="*/ 0 h 2444258"/>
                <a:gd name="T8" fmla="*/ 2436733 w 2436720"/>
                <a:gd name="T9" fmla="*/ 1208454 h 2444258"/>
                <a:gd name="T10" fmla="*/ 1964657 w 2436720"/>
                <a:gd name="T11" fmla="*/ 1213848 h 2444258"/>
                <a:gd name="T12" fmla="*/ 1964656 w 2436720"/>
                <a:gd name="T13" fmla="*/ 1213848 h 2444258"/>
                <a:gd name="T14" fmla="*/ 1218407 w 2436720"/>
                <a:gd name="T15" fmla="*/ 472185 h 2444258"/>
                <a:gd name="T16" fmla="*/ 472108 w 2436720"/>
                <a:gd name="T17" fmla="*/ 1222375 h 2444258"/>
                <a:gd name="T18" fmla="*/ 472112 w 2436720"/>
                <a:gd name="T19" fmla="*/ 1224961 h 2444258"/>
                <a:gd name="T20" fmla="*/ 7 w 2436720"/>
                <a:gd name="T21" fmla="*/ 1226596 h 24442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6720"/>
                <a:gd name="T34" fmla="*/ 0 h 2444258"/>
                <a:gd name="T35" fmla="*/ 2436641 w 2436720"/>
                <a:gd name="T36" fmla="*/ 1226349 h 24442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6720" h="2444258">
                  <a:moveTo>
                    <a:pt x="7" y="1226349"/>
                  </a:moveTo>
                  <a:lnTo>
                    <a:pt x="7" y="1226348"/>
                  </a:lnTo>
                  <a:cubicBezTo>
                    <a:pt x="2" y="1224942"/>
                    <a:pt x="0" y="1223535"/>
                    <a:pt x="0" y="1222129"/>
                  </a:cubicBezTo>
                  <a:cubicBezTo>
                    <a:pt x="0" y="547165"/>
                    <a:pt x="545478" y="0"/>
                    <a:pt x="1218360" y="0"/>
                  </a:cubicBezTo>
                  <a:cubicBezTo>
                    <a:pt x="1885829" y="0"/>
                    <a:pt x="2429039" y="538720"/>
                    <a:pt x="2436640" y="1208211"/>
                  </a:cubicBezTo>
                  <a:lnTo>
                    <a:pt x="1964582" y="1213604"/>
                  </a:lnTo>
                  <a:lnTo>
                    <a:pt x="1964581" y="1213604"/>
                  </a:lnTo>
                  <a:cubicBezTo>
                    <a:pt x="1959934" y="802720"/>
                    <a:pt x="1627204" y="472090"/>
                    <a:pt x="1218360" y="472090"/>
                  </a:cubicBezTo>
                  <a:cubicBezTo>
                    <a:pt x="806206" y="472090"/>
                    <a:pt x="472090" y="807893"/>
                    <a:pt x="472090" y="1222129"/>
                  </a:cubicBezTo>
                  <a:cubicBezTo>
                    <a:pt x="472090" y="1222990"/>
                    <a:pt x="472091" y="1223852"/>
                    <a:pt x="472094" y="1224714"/>
                  </a:cubicBezTo>
                  <a:lnTo>
                    <a:pt x="7" y="1226349"/>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sp>
          <p:nvSpPr>
            <p:cNvPr id="4" name="막힌 원호 224" descr="D:\51PPT模板网\51pptmoban.com\图片.jpg"/>
            <p:cNvSpPr/>
            <p:nvPr/>
          </p:nvSpPr>
          <p:spPr bwMode="auto">
            <a:xfrm rot="16200000">
              <a:off x="4925219" y="1901031"/>
              <a:ext cx="2444751" cy="2446339"/>
            </a:xfrm>
            <a:custGeom>
              <a:avLst/>
              <a:gdLst>
                <a:gd name="T0" fmla="*/ 132 w 2444256"/>
                <a:gd name="T1" fmla="*/ 1241162 h 2444258"/>
                <a:gd name="T2" fmla="*/ 132 w 2444256"/>
                <a:gd name="T3" fmla="*/ 1241161 h 2444258"/>
                <a:gd name="T4" fmla="*/ 0 w 2444256"/>
                <a:gd name="T5" fmla="*/ 1223169 h 2444258"/>
                <a:gd name="T6" fmla="*/ 1222375 w 2444256"/>
                <a:gd name="T7" fmla="*/ 0 h 2444258"/>
                <a:gd name="T8" fmla="*/ 2444737 w 2444256"/>
                <a:gd name="T9" fmla="*/ 1217592 h 2444258"/>
                <a:gd name="T10" fmla="*/ 1971903 w 2444256"/>
                <a:gd name="T11" fmla="*/ 1219750 h 2444258"/>
                <a:gd name="T12" fmla="*/ 1971903 w 2444256"/>
                <a:gd name="T13" fmla="*/ 1219749 h 2444258"/>
                <a:gd name="T14" fmla="*/ 1222376 w 2444256"/>
                <a:gd name="T15" fmla="*/ 473146 h 2444258"/>
                <a:gd name="T16" fmla="*/ 472841 w 2444256"/>
                <a:gd name="T17" fmla="*/ 1223169 h 2444258"/>
                <a:gd name="T18" fmla="*/ 472922 w 2444256"/>
                <a:gd name="T19" fmla="*/ 1234201 h 2444258"/>
                <a:gd name="T20" fmla="*/ 132 w 2444256"/>
                <a:gd name="T21" fmla="*/ 1241162 h 24442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44256"/>
                <a:gd name="T34" fmla="*/ 0 h 2444258"/>
                <a:gd name="T35" fmla="*/ 2444243 w 2444256"/>
                <a:gd name="T36" fmla="*/ 1240107 h 24442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44256" h="2444258">
                  <a:moveTo>
                    <a:pt x="132" y="1240107"/>
                  </a:moveTo>
                  <a:lnTo>
                    <a:pt x="132" y="1240106"/>
                  </a:lnTo>
                  <a:cubicBezTo>
                    <a:pt x="44" y="1234114"/>
                    <a:pt x="0" y="1228121"/>
                    <a:pt x="0" y="1222129"/>
                  </a:cubicBezTo>
                  <a:cubicBezTo>
                    <a:pt x="0" y="547165"/>
                    <a:pt x="547165" y="0"/>
                    <a:pt x="1222128" y="0"/>
                  </a:cubicBezTo>
                  <a:cubicBezTo>
                    <a:pt x="1894916" y="0"/>
                    <a:pt x="2441176" y="543776"/>
                    <a:pt x="2444243" y="1216557"/>
                  </a:cubicBezTo>
                  <a:lnTo>
                    <a:pt x="1971505" y="1218713"/>
                  </a:lnTo>
                  <a:lnTo>
                    <a:pt x="1971505" y="1218712"/>
                  </a:lnTo>
                  <a:cubicBezTo>
                    <a:pt x="1969624" y="806176"/>
                    <a:pt x="1634668" y="472744"/>
                    <a:pt x="1222129" y="472744"/>
                  </a:cubicBezTo>
                  <a:cubicBezTo>
                    <a:pt x="808255" y="472744"/>
                    <a:pt x="472745" y="808255"/>
                    <a:pt x="472745" y="1222129"/>
                  </a:cubicBezTo>
                  <a:cubicBezTo>
                    <a:pt x="472745" y="1225803"/>
                    <a:pt x="472772" y="1229478"/>
                    <a:pt x="472826" y="1233152"/>
                  </a:cubicBezTo>
                  <a:lnTo>
                    <a:pt x="132" y="1240107"/>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grpSp>
          <p:nvGrpSpPr>
            <p:cNvPr id="9" name="组合 8"/>
            <p:cNvGrpSpPr/>
            <p:nvPr/>
          </p:nvGrpSpPr>
          <p:grpSpPr>
            <a:xfrm>
              <a:off x="1560514" y="2505076"/>
              <a:ext cx="5210907" cy="4086670"/>
              <a:chOff x="1560513" y="2505075"/>
              <a:chExt cx="5210907" cy="4086670"/>
            </a:xfrm>
          </p:grpSpPr>
          <p:sp>
            <p:nvSpPr>
              <p:cNvPr id="10" name="오른쪽 화살표 216"/>
              <p:cNvSpPr>
                <a:spLocks noChangeArrowheads="1"/>
              </p:cNvSpPr>
              <p:nvPr/>
            </p:nvSpPr>
            <p:spPr bwMode="auto">
              <a:xfrm>
                <a:off x="2781300" y="2509838"/>
                <a:ext cx="1785938" cy="1266825"/>
              </a:xfrm>
              <a:prstGeom prst="rightArrow">
                <a:avLst>
                  <a:gd name="adj1" fmla="val 55935"/>
                  <a:gd name="adj2" fmla="val 50001"/>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11" name="타원 217"/>
              <p:cNvSpPr>
                <a:spLocks noChangeArrowheads="1"/>
              </p:cNvSpPr>
              <p:nvPr/>
            </p:nvSpPr>
            <p:spPr bwMode="auto">
              <a:xfrm>
                <a:off x="1624013" y="2505075"/>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5" name="TextBox 13"/>
              <p:cNvSpPr txBox="1">
                <a:spLocks noChangeArrowheads="1"/>
              </p:cNvSpPr>
              <p:nvPr/>
            </p:nvSpPr>
            <p:spPr bwMode="auto">
              <a:xfrm>
                <a:off x="1560513" y="3006724"/>
                <a:ext cx="13731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内容审核机制</a:t>
                </a:r>
                <a:endParaRPr lang="en-US" altLang="zh-CN" sz="1600" b="1" dirty="0">
                  <a:solidFill>
                    <a:schemeClr val="tx1">
                      <a:lumMod val="95000"/>
                      <a:lumOff val="5000"/>
                    </a:schemeClr>
                  </a:solidFill>
                  <a:latin typeface="+mn-lt"/>
                  <a:ea typeface="+mn-ea"/>
                  <a:cs typeface="+mn-ea"/>
                  <a:sym typeface="+mn-lt"/>
                </a:endParaRPr>
              </a:p>
            </p:txBody>
          </p:sp>
          <p:sp>
            <p:nvSpPr>
              <p:cNvPr id="6" name="오른쪽 화살표 216"/>
              <p:cNvSpPr>
                <a:spLocks noChangeArrowheads="1"/>
              </p:cNvSpPr>
              <p:nvPr/>
            </p:nvSpPr>
            <p:spPr bwMode="auto">
              <a:xfrm rot="16200000">
                <a:off x="5561717" y="4235240"/>
                <a:ext cx="1076257" cy="1266825"/>
              </a:xfrm>
              <a:prstGeom prst="rightArrow">
                <a:avLst>
                  <a:gd name="adj1" fmla="val 55935"/>
                  <a:gd name="adj2" fmla="val 50001"/>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8" name="타원 217"/>
              <p:cNvSpPr>
                <a:spLocks noChangeArrowheads="1"/>
              </p:cNvSpPr>
              <p:nvPr/>
            </p:nvSpPr>
            <p:spPr bwMode="auto">
              <a:xfrm>
                <a:off x="5460083" y="5316982"/>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28" name="TextBox 13"/>
              <p:cNvSpPr txBox="1">
                <a:spLocks noChangeArrowheads="1"/>
              </p:cNvSpPr>
              <p:nvPr/>
            </p:nvSpPr>
            <p:spPr bwMode="auto">
              <a:xfrm>
                <a:off x="5398233" y="5876152"/>
                <a:ext cx="13731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投诉举报机制</a:t>
                </a:r>
                <a:endParaRPr lang="en-US" altLang="zh-CN" sz="1600" b="1" dirty="0">
                  <a:solidFill>
                    <a:schemeClr val="tx1">
                      <a:lumMod val="95000"/>
                      <a:lumOff val="5000"/>
                    </a:schemeClr>
                  </a:solidFill>
                  <a:latin typeface="+mn-lt"/>
                  <a:ea typeface="+mn-ea"/>
                  <a:cs typeface="+mn-ea"/>
                  <a:sym typeface="+mn-lt"/>
                </a:endParaRPr>
              </a:p>
            </p:txBody>
          </p:sp>
        </p:grpSp>
        <p:grpSp>
          <p:nvGrpSpPr>
            <p:cNvPr id="7" name="组合 6"/>
            <p:cNvGrpSpPr/>
            <p:nvPr/>
          </p:nvGrpSpPr>
          <p:grpSpPr>
            <a:xfrm>
              <a:off x="7758114" y="2441575"/>
              <a:ext cx="2994857" cy="1335088"/>
              <a:chOff x="7758113" y="2441575"/>
              <a:chExt cx="2994857" cy="1335088"/>
            </a:xfrm>
          </p:grpSpPr>
          <p:sp>
            <p:nvSpPr>
              <p:cNvPr id="18" name="오른쪽 화살표 218"/>
              <p:cNvSpPr>
                <a:spLocks noChangeArrowheads="1"/>
              </p:cNvSpPr>
              <p:nvPr/>
            </p:nvSpPr>
            <p:spPr bwMode="auto">
              <a:xfrm flipH="1">
                <a:off x="7758113" y="2509838"/>
                <a:ext cx="1893887" cy="1266825"/>
              </a:xfrm>
              <a:prstGeom prst="rightArrow">
                <a:avLst>
                  <a:gd name="adj1" fmla="val 55935"/>
                  <a:gd name="adj2" fmla="val 50068"/>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19" name="타원 219"/>
              <p:cNvSpPr>
                <a:spLocks noChangeArrowheads="1"/>
              </p:cNvSpPr>
              <p:nvPr/>
            </p:nvSpPr>
            <p:spPr bwMode="auto">
              <a:xfrm>
                <a:off x="9420225" y="2441575"/>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20" name="TextBox 13"/>
              <p:cNvSpPr txBox="1">
                <a:spLocks noChangeArrowheads="1"/>
              </p:cNvSpPr>
              <p:nvPr/>
            </p:nvSpPr>
            <p:spPr bwMode="auto">
              <a:xfrm>
                <a:off x="9379783" y="3001088"/>
                <a:ext cx="13731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提升用户教育</a:t>
                </a:r>
                <a:endParaRPr lang="en-US" altLang="zh-CN" sz="1600" b="1" dirty="0">
                  <a:solidFill>
                    <a:schemeClr val="tx1">
                      <a:lumMod val="95000"/>
                      <a:lumOff val="5000"/>
                    </a:schemeClr>
                  </a:solidFill>
                  <a:latin typeface="+mn-lt"/>
                  <a:ea typeface="+mn-ea"/>
                  <a:cs typeface="+mn-ea"/>
                  <a:sym typeface="+mn-lt"/>
                </a:endParaRPr>
              </a:p>
            </p:txBody>
          </p:sp>
        </p:grpSp>
        <p:sp>
          <p:nvSpPr>
            <p:cNvPr id="21" name="TextBox 13"/>
            <p:cNvSpPr txBox="1">
              <a:spLocks noChangeArrowheads="1"/>
            </p:cNvSpPr>
            <p:nvPr/>
          </p:nvSpPr>
          <p:spPr bwMode="auto">
            <a:xfrm>
              <a:off x="5436395" y="2853356"/>
              <a:ext cx="1373188" cy="5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75000"/>
                      <a:lumOff val="25000"/>
                    </a:schemeClr>
                  </a:solidFill>
                  <a:latin typeface="+mn-lt"/>
                  <a:ea typeface="+mn-ea"/>
                  <a:cs typeface="+mn-ea"/>
                  <a:sym typeface="+mn-lt"/>
                </a:rPr>
                <a:t>平台</a:t>
              </a:r>
              <a:endParaRPr lang="en-US" altLang="zh-CN" sz="1600" b="1" dirty="0">
                <a:solidFill>
                  <a:schemeClr val="tx1">
                    <a:lumMod val="75000"/>
                    <a:lumOff val="25000"/>
                  </a:schemeClr>
                </a:solidFill>
                <a:latin typeface="+mn-lt"/>
                <a:ea typeface="+mn-ea"/>
                <a:cs typeface="+mn-ea"/>
                <a:sym typeface="+mn-lt"/>
              </a:endParaRPr>
            </a:p>
            <a:p>
              <a:pPr algn="ctr" eaLnBrk="1" hangingPunct="1">
                <a:spcBef>
                  <a:spcPct val="20000"/>
                </a:spcBef>
              </a:pPr>
              <a:r>
                <a:rPr lang="zh-CN" altLang="en-US" sz="1600" b="1" dirty="0">
                  <a:solidFill>
                    <a:schemeClr val="tx1">
                      <a:lumMod val="75000"/>
                      <a:lumOff val="25000"/>
                    </a:schemeClr>
                  </a:solidFill>
                  <a:latin typeface="+mn-lt"/>
                  <a:ea typeface="+mn-ea"/>
                  <a:cs typeface="+mn-ea"/>
                  <a:sym typeface="+mn-lt"/>
                </a:rPr>
                <a:t>提供者责任</a:t>
              </a:r>
              <a:endParaRPr lang="en-US" altLang="zh-CN" sz="1600" b="1" dirty="0">
                <a:solidFill>
                  <a:schemeClr val="tx1">
                    <a:lumMod val="75000"/>
                    <a:lumOff val="25000"/>
                  </a:schemeClr>
                </a:solidFill>
                <a:latin typeface="+mn-lt"/>
                <a:ea typeface="+mn-ea"/>
                <a:cs typeface="+mn-ea"/>
                <a:sym typeface="+mn-lt"/>
              </a:endParaRPr>
            </a:p>
          </p:txBody>
        </p:sp>
      </p:grpSp>
      <p:grpSp>
        <p:nvGrpSpPr>
          <p:cNvPr id="22" name="组合 21"/>
          <p:cNvGrpSpPr/>
          <p:nvPr/>
        </p:nvGrpSpPr>
        <p:grpSpPr>
          <a:xfrm>
            <a:off x="868533" y="3427903"/>
            <a:ext cx="10078320" cy="2857015"/>
            <a:chOff x="1540660" y="1813902"/>
            <a:chExt cx="10900055" cy="2857015"/>
          </a:xfrm>
        </p:grpSpPr>
        <p:sp>
          <p:nvSpPr>
            <p:cNvPr id="27" name="文本框 26"/>
            <p:cNvSpPr txBox="1"/>
            <p:nvPr/>
          </p:nvSpPr>
          <p:spPr>
            <a:xfrm>
              <a:off x="9260281" y="1813902"/>
              <a:ext cx="3180434" cy="822341"/>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通过平台公告和提示，提升用户辨识虚假信息的能力，引导理性对待信息，避免误信误传​</a:t>
              </a:r>
              <a:endParaRPr lang="en-US" altLang="zh-CN" dirty="0">
                <a:solidFill>
                  <a:schemeClr val="tx1">
                    <a:lumMod val="95000"/>
                    <a:lumOff val="5000"/>
                  </a:schemeClr>
                </a:solidFill>
                <a:sym typeface="HarmonyOS Sans SC Light" panose="00000400000000000000" pitchFamily="2" charset="-122"/>
              </a:endParaRPr>
            </a:p>
          </p:txBody>
        </p:sp>
        <p:sp>
          <p:nvSpPr>
            <p:cNvPr id="25" name="文本框 24"/>
            <p:cNvSpPr txBox="1"/>
            <p:nvPr/>
          </p:nvSpPr>
          <p:spPr>
            <a:xfrm>
              <a:off x="1540660" y="2244114"/>
              <a:ext cx="3149509"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lumMod val="95000"/>
                      <a:lumOff val="5000"/>
                    </a:schemeClr>
                  </a:solidFill>
                  <a:sym typeface="HarmonyOS Sans SC Light" panose="00000400000000000000" pitchFamily="2" charset="-122"/>
                </a:rPr>
                <a:t>平台需建立严格的内容审核机制，定期评估和更新监管措施，及时识别和移除虚假或有害信息，并追究违规者的责任</a:t>
              </a:r>
              <a:endParaRPr lang="en-US" altLang="zh-CN" dirty="0">
                <a:solidFill>
                  <a:schemeClr val="tx1">
                    <a:lumMod val="95000"/>
                    <a:lumOff val="5000"/>
                  </a:schemeClr>
                </a:solidFill>
                <a:sym typeface="HarmonyOS Sans SC Light" panose="00000400000000000000" pitchFamily="2" charset="-122"/>
              </a:endParaRPr>
            </a:p>
          </p:txBody>
        </p:sp>
        <p:sp>
          <p:nvSpPr>
            <p:cNvPr id="23" name="文本框 22"/>
            <p:cNvSpPr txBox="1"/>
            <p:nvPr/>
          </p:nvSpPr>
          <p:spPr>
            <a:xfrm>
              <a:off x="7628207" y="3846717"/>
              <a:ext cx="3180434"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建立便捷的投诉举报机制，鼓励用户监督平台内容，对举报内容进行及时处理，形成有效的监督体系</a:t>
              </a:r>
              <a:endParaRPr lang="en-US" altLang="zh-CN" dirty="0">
                <a:solidFill>
                  <a:schemeClr val="tx1">
                    <a:lumMod val="95000"/>
                    <a:lumOff val="5000"/>
                  </a:schemeClr>
                </a:solidFill>
                <a:sym typeface="HarmonyOS Sans SC Light" panose="000004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4887945"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3744021" cy="523220"/>
            <a:chOff x="2771965" y="2241921"/>
            <a:chExt cx="3744021" cy="523220"/>
          </a:xfrm>
        </p:grpSpPr>
        <p:sp>
          <p:nvSpPr>
            <p:cNvPr id="16" name="文本框 15"/>
            <p:cNvSpPr txBox="1"/>
            <p:nvPr/>
          </p:nvSpPr>
          <p:spPr>
            <a:xfrm>
              <a:off x="4279476" y="2291526"/>
              <a:ext cx="2236510" cy="400110"/>
            </a:xfrm>
            <a:prstGeom prst="rect">
              <a:avLst/>
            </a:prstGeom>
            <a:noFill/>
          </p:spPr>
          <p:txBody>
            <a:bodyPr wrap="none" rtlCol="0">
              <a:spAutoFit/>
            </a:bodyPr>
            <a:lstStyle/>
            <a:p>
              <a:r>
                <a:rPr lang="zh-CN" altLang="en-US" sz="2000" b="1" dirty="0">
                  <a:solidFill>
                    <a:schemeClr val="tx1">
                      <a:lumMod val="95000"/>
                      <a:lumOff val="5000"/>
                    </a:schemeClr>
                  </a:solidFill>
                </a:rPr>
                <a:t>传播者的社会责任</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04</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grpSp>
        <p:nvGrpSpPr>
          <p:cNvPr id="29" name="组合 28"/>
          <p:cNvGrpSpPr/>
          <p:nvPr/>
        </p:nvGrpSpPr>
        <p:grpSpPr>
          <a:xfrm>
            <a:off x="1237887" y="1486390"/>
            <a:ext cx="9151937" cy="4689921"/>
            <a:chOff x="1574007" y="1901825"/>
            <a:chExt cx="9151937" cy="4689921"/>
          </a:xfrm>
        </p:grpSpPr>
        <p:sp>
          <p:nvSpPr>
            <p:cNvPr id="2" name="막힌 원호 127"/>
            <p:cNvSpPr/>
            <p:nvPr/>
          </p:nvSpPr>
          <p:spPr bwMode="auto">
            <a:xfrm rot="16200000">
              <a:off x="4937921" y="2012158"/>
              <a:ext cx="2370137" cy="2368551"/>
            </a:xfrm>
            <a:custGeom>
              <a:avLst/>
              <a:gdLst>
                <a:gd name="T0" fmla="*/ 0 w 2369150"/>
                <a:gd name="T1" fmla="*/ 1184274 h 2369152"/>
                <a:gd name="T2" fmla="*/ 0 w 2369150"/>
                <a:gd name="T3" fmla="*/ 1184274 h 2369152"/>
                <a:gd name="T4" fmla="*/ 1185069 w 2369150"/>
                <a:gd name="T5" fmla="*/ 0 h 2369152"/>
                <a:gd name="T6" fmla="*/ 2370136 w 2369150"/>
                <a:gd name="T7" fmla="*/ 1184273 h 2369152"/>
                <a:gd name="T8" fmla="*/ 1910876 w 2369150"/>
                <a:gd name="T9" fmla="*/ 1184273 h 2369152"/>
                <a:gd name="T10" fmla="*/ 1910875 w 2369150"/>
                <a:gd name="T11" fmla="*/ 1184273 h 2369152"/>
                <a:gd name="T12" fmla="*/ 1185069 w 2369150"/>
                <a:gd name="T13" fmla="*/ 458953 h 2369152"/>
                <a:gd name="T14" fmla="*/ 459261 w 2369150"/>
                <a:gd name="T15" fmla="*/ 1184274 h 2369152"/>
                <a:gd name="T16" fmla="*/ 0 w 2369150"/>
                <a:gd name="T17" fmla="*/ 1184274 h 23691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69150"/>
                <a:gd name="T28" fmla="*/ 0 h 2369152"/>
                <a:gd name="T29" fmla="*/ 2369150 w 2369150"/>
                <a:gd name="T30" fmla="*/ 1184575 h 23691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69150" h="2369152">
                  <a:moveTo>
                    <a:pt x="0" y="1184575"/>
                  </a:moveTo>
                  <a:lnTo>
                    <a:pt x="0" y="1184575"/>
                  </a:lnTo>
                  <a:cubicBezTo>
                    <a:pt x="0" y="530352"/>
                    <a:pt x="530352" y="0"/>
                    <a:pt x="1184575" y="0"/>
                  </a:cubicBezTo>
                  <a:cubicBezTo>
                    <a:pt x="1838796" y="0"/>
                    <a:pt x="2369148" y="530351"/>
                    <a:pt x="2369149" y="1184574"/>
                  </a:cubicBezTo>
                  <a:lnTo>
                    <a:pt x="1910080" y="1184574"/>
                  </a:lnTo>
                  <a:lnTo>
                    <a:pt x="1910079" y="1184574"/>
                  </a:lnTo>
                  <a:cubicBezTo>
                    <a:pt x="1910078" y="783888"/>
                    <a:pt x="1585259" y="459070"/>
                    <a:pt x="1184575" y="459070"/>
                  </a:cubicBezTo>
                  <a:cubicBezTo>
                    <a:pt x="783890" y="459070"/>
                    <a:pt x="459070" y="783889"/>
                    <a:pt x="459070" y="1184575"/>
                  </a:cubicBezTo>
                  <a:lnTo>
                    <a:pt x="0" y="1184575"/>
                  </a:lnTo>
                  <a:close/>
                </a:path>
              </a:pathLst>
            </a:custGeom>
            <a:gradFill rotWithShape="1">
              <a:gsLst>
                <a:gs pos="0">
                  <a:srgbClr val="FFFFFF">
                    <a:alpha val="45000"/>
                  </a:srgbClr>
                </a:gs>
                <a:gs pos="50000">
                  <a:srgbClr val="FFFFFF">
                    <a:alpha val="225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lIns="91440" tIns="45720" rIns="91440" bIns="45720" anchor="ctr"/>
            <a:lstStyle/>
            <a:p>
              <a:pPr defTabSz="1219200">
                <a:spcBef>
                  <a:spcPct val="0"/>
                </a:spcBef>
                <a:spcAft>
                  <a:spcPct val="0"/>
                </a:spcAft>
                <a:defRPr/>
              </a:pPr>
              <a:endParaRPr lang="zh-CN" altLang="en-US" sz="2400" kern="0">
                <a:solidFill>
                  <a:schemeClr val="tx1">
                    <a:lumMod val="75000"/>
                    <a:lumOff val="25000"/>
                  </a:schemeClr>
                </a:solidFill>
                <a:cs typeface="+mn-ea"/>
                <a:sym typeface="+mn-lt"/>
              </a:endParaRPr>
            </a:p>
          </p:txBody>
        </p:sp>
        <p:sp>
          <p:nvSpPr>
            <p:cNvPr id="3" name="막힌 원호 225"/>
            <p:cNvSpPr/>
            <p:nvPr/>
          </p:nvSpPr>
          <p:spPr bwMode="auto">
            <a:xfrm rot="5400000">
              <a:off x="4925219" y="1904207"/>
              <a:ext cx="2436813" cy="2444751"/>
            </a:xfrm>
            <a:custGeom>
              <a:avLst/>
              <a:gdLst>
                <a:gd name="T0" fmla="*/ 7 w 2436720"/>
                <a:gd name="T1" fmla="*/ 1226596 h 2444258"/>
                <a:gd name="T2" fmla="*/ 7 w 2436720"/>
                <a:gd name="T3" fmla="*/ 1226595 h 2444258"/>
                <a:gd name="T4" fmla="*/ 0 w 2436720"/>
                <a:gd name="T5" fmla="*/ 1222375 h 2444258"/>
                <a:gd name="T6" fmla="*/ 1218407 w 2436720"/>
                <a:gd name="T7" fmla="*/ 0 h 2444258"/>
                <a:gd name="T8" fmla="*/ 2436733 w 2436720"/>
                <a:gd name="T9" fmla="*/ 1208454 h 2444258"/>
                <a:gd name="T10" fmla="*/ 1964657 w 2436720"/>
                <a:gd name="T11" fmla="*/ 1213848 h 2444258"/>
                <a:gd name="T12" fmla="*/ 1964656 w 2436720"/>
                <a:gd name="T13" fmla="*/ 1213848 h 2444258"/>
                <a:gd name="T14" fmla="*/ 1218407 w 2436720"/>
                <a:gd name="T15" fmla="*/ 472185 h 2444258"/>
                <a:gd name="T16" fmla="*/ 472108 w 2436720"/>
                <a:gd name="T17" fmla="*/ 1222375 h 2444258"/>
                <a:gd name="T18" fmla="*/ 472112 w 2436720"/>
                <a:gd name="T19" fmla="*/ 1224961 h 2444258"/>
                <a:gd name="T20" fmla="*/ 7 w 2436720"/>
                <a:gd name="T21" fmla="*/ 1226596 h 24442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6720"/>
                <a:gd name="T34" fmla="*/ 0 h 2444258"/>
                <a:gd name="T35" fmla="*/ 2436641 w 2436720"/>
                <a:gd name="T36" fmla="*/ 1226349 h 24442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6720" h="2444258">
                  <a:moveTo>
                    <a:pt x="7" y="1226349"/>
                  </a:moveTo>
                  <a:lnTo>
                    <a:pt x="7" y="1226348"/>
                  </a:lnTo>
                  <a:cubicBezTo>
                    <a:pt x="2" y="1224942"/>
                    <a:pt x="0" y="1223535"/>
                    <a:pt x="0" y="1222129"/>
                  </a:cubicBezTo>
                  <a:cubicBezTo>
                    <a:pt x="0" y="547165"/>
                    <a:pt x="545478" y="0"/>
                    <a:pt x="1218360" y="0"/>
                  </a:cubicBezTo>
                  <a:cubicBezTo>
                    <a:pt x="1885829" y="0"/>
                    <a:pt x="2429039" y="538720"/>
                    <a:pt x="2436640" y="1208211"/>
                  </a:cubicBezTo>
                  <a:lnTo>
                    <a:pt x="1964582" y="1213604"/>
                  </a:lnTo>
                  <a:lnTo>
                    <a:pt x="1964581" y="1213604"/>
                  </a:lnTo>
                  <a:cubicBezTo>
                    <a:pt x="1959934" y="802720"/>
                    <a:pt x="1627204" y="472090"/>
                    <a:pt x="1218360" y="472090"/>
                  </a:cubicBezTo>
                  <a:cubicBezTo>
                    <a:pt x="806206" y="472090"/>
                    <a:pt x="472090" y="807893"/>
                    <a:pt x="472090" y="1222129"/>
                  </a:cubicBezTo>
                  <a:cubicBezTo>
                    <a:pt x="472090" y="1222990"/>
                    <a:pt x="472091" y="1223852"/>
                    <a:pt x="472094" y="1224714"/>
                  </a:cubicBezTo>
                  <a:lnTo>
                    <a:pt x="7" y="1226349"/>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sp>
          <p:nvSpPr>
            <p:cNvPr id="4" name="막힌 원호 224" descr="D:\51PPT模板网\51pptmoban.com\图片.jpg"/>
            <p:cNvSpPr/>
            <p:nvPr/>
          </p:nvSpPr>
          <p:spPr bwMode="auto">
            <a:xfrm rot="16200000">
              <a:off x="4925219" y="1901031"/>
              <a:ext cx="2444751" cy="2446339"/>
            </a:xfrm>
            <a:custGeom>
              <a:avLst/>
              <a:gdLst>
                <a:gd name="T0" fmla="*/ 132 w 2444256"/>
                <a:gd name="T1" fmla="*/ 1241162 h 2444258"/>
                <a:gd name="T2" fmla="*/ 132 w 2444256"/>
                <a:gd name="T3" fmla="*/ 1241161 h 2444258"/>
                <a:gd name="T4" fmla="*/ 0 w 2444256"/>
                <a:gd name="T5" fmla="*/ 1223169 h 2444258"/>
                <a:gd name="T6" fmla="*/ 1222375 w 2444256"/>
                <a:gd name="T7" fmla="*/ 0 h 2444258"/>
                <a:gd name="T8" fmla="*/ 2444737 w 2444256"/>
                <a:gd name="T9" fmla="*/ 1217592 h 2444258"/>
                <a:gd name="T10" fmla="*/ 1971903 w 2444256"/>
                <a:gd name="T11" fmla="*/ 1219750 h 2444258"/>
                <a:gd name="T12" fmla="*/ 1971903 w 2444256"/>
                <a:gd name="T13" fmla="*/ 1219749 h 2444258"/>
                <a:gd name="T14" fmla="*/ 1222376 w 2444256"/>
                <a:gd name="T15" fmla="*/ 473146 h 2444258"/>
                <a:gd name="T16" fmla="*/ 472841 w 2444256"/>
                <a:gd name="T17" fmla="*/ 1223169 h 2444258"/>
                <a:gd name="T18" fmla="*/ 472922 w 2444256"/>
                <a:gd name="T19" fmla="*/ 1234201 h 2444258"/>
                <a:gd name="T20" fmla="*/ 132 w 2444256"/>
                <a:gd name="T21" fmla="*/ 1241162 h 24442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44256"/>
                <a:gd name="T34" fmla="*/ 0 h 2444258"/>
                <a:gd name="T35" fmla="*/ 2444243 w 2444256"/>
                <a:gd name="T36" fmla="*/ 1240107 h 24442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44256" h="2444258">
                  <a:moveTo>
                    <a:pt x="132" y="1240107"/>
                  </a:moveTo>
                  <a:lnTo>
                    <a:pt x="132" y="1240106"/>
                  </a:lnTo>
                  <a:cubicBezTo>
                    <a:pt x="44" y="1234114"/>
                    <a:pt x="0" y="1228121"/>
                    <a:pt x="0" y="1222129"/>
                  </a:cubicBezTo>
                  <a:cubicBezTo>
                    <a:pt x="0" y="547165"/>
                    <a:pt x="547165" y="0"/>
                    <a:pt x="1222128" y="0"/>
                  </a:cubicBezTo>
                  <a:cubicBezTo>
                    <a:pt x="1894916" y="0"/>
                    <a:pt x="2441176" y="543776"/>
                    <a:pt x="2444243" y="1216557"/>
                  </a:cubicBezTo>
                  <a:lnTo>
                    <a:pt x="1971505" y="1218713"/>
                  </a:lnTo>
                  <a:lnTo>
                    <a:pt x="1971505" y="1218712"/>
                  </a:lnTo>
                  <a:cubicBezTo>
                    <a:pt x="1969624" y="806176"/>
                    <a:pt x="1634668" y="472744"/>
                    <a:pt x="1222129" y="472744"/>
                  </a:cubicBezTo>
                  <a:cubicBezTo>
                    <a:pt x="808255" y="472744"/>
                    <a:pt x="472745" y="808255"/>
                    <a:pt x="472745" y="1222129"/>
                  </a:cubicBezTo>
                  <a:cubicBezTo>
                    <a:pt x="472745" y="1225803"/>
                    <a:pt x="472772" y="1229478"/>
                    <a:pt x="472826" y="1233152"/>
                  </a:cubicBezTo>
                  <a:lnTo>
                    <a:pt x="132" y="1240107"/>
                  </a:lnTo>
                  <a:close/>
                </a:path>
              </a:pathLst>
            </a:custGeom>
            <a:solidFill>
              <a:srgbClr val="002DB0"/>
            </a:solidFill>
            <a:ln w="4286" cap="flat">
              <a:solidFill>
                <a:srgbClr val="002DB0"/>
              </a:solidFill>
              <a:prstDash val="solid"/>
              <a:miter/>
            </a:ln>
          </p:spPr>
          <p:txBody>
            <a:bodyPr rtlCol="0" anchor="ctr"/>
            <a:lstStyle/>
            <a:p>
              <a:endParaRPr lang="zh-CN" altLang="en-US">
                <a:sym typeface="+mn-lt"/>
              </a:endParaRPr>
            </a:p>
          </p:txBody>
        </p:sp>
        <p:grpSp>
          <p:nvGrpSpPr>
            <p:cNvPr id="9" name="组合 8"/>
            <p:cNvGrpSpPr/>
            <p:nvPr/>
          </p:nvGrpSpPr>
          <p:grpSpPr>
            <a:xfrm>
              <a:off x="1574007" y="2505076"/>
              <a:ext cx="5197414" cy="4086670"/>
              <a:chOff x="1574006" y="2505075"/>
              <a:chExt cx="5197414" cy="4086670"/>
            </a:xfrm>
          </p:grpSpPr>
          <p:sp>
            <p:nvSpPr>
              <p:cNvPr id="10" name="오른쪽 화살표 216"/>
              <p:cNvSpPr>
                <a:spLocks noChangeArrowheads="1"/>
              </p:cNvSpPr>
              <p:nvPr/>
            </p:nvSpPr>
            <p:spPr bwMode="auto">
              <a:xfrm>
                <a:off x="2781300" y="2509838"/>
                <a:ext cx="1785938" cy="1266825"/>
              </a:xfrm>
              <a:prstGeom prst="rightArrow">
                <a:avLst>
                  <a:gd name="adj1" fmla="val 55935"/>
                  <a:gd name="adj2" fmla="val 50001"/>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11" name="타원 217"/>
              <p:cNvSpPr>
                <a:spLocks noChangeArrowheads="1"/>
              </p:cNvSpPr>
              <p:nvPr/>
            </p:nvSpPr>
            <p:spPr bwMode="auto">
              <a:xfrm>
                <a:off x="1624013" y="2505075"/>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5" name="TextBox 13"/>
              <p:cNvSpPr txBox="1">
                <a:spLocks noChangeArrowheads="1"/>
              </p:cNvSpPr>
              <p:nvPr/>
            </p:nvSpPr>
            <p:spPr bwMode="auto">
              <a:xfrm>
                <a:off x="1574006" y="2925588"/>
                <a:ext cx="1373187" cy="5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验证信息</a:t>
                </a:r>
                <a:endParaRPr lang="en-US" altLang="zh-CN" sz="1600" b="1" dirty="0">
                  <a:solidFill>
                    <a:schemeClr val="tx1">
                      <a:lumMod val="95000"/>
                      <a:lumOff val="5000"/>
                    </a:schemeClr>
                  </a:solidFill>
                  <a:latin typeface="+mn-lt"/>
                  <a:ea typeface="+mn-ea"/>
                  <a:cs typeface="+mn-ea"/>
                  <a:sym typeface="+mn-lt"/>
                </a:endParaRPr>
              </a:p>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真实性</a:t>
                </a:r>
                <a:endParaRPr lang="en-US" altLang="zh-CN" sz="1600" b="1" dirty="0">
                  <a:solidFill>
                    <a:schemeClr val="tx1">
                      <a:lumMod val="95000"/>
                      <a:lumOff val="5000"/>
                    </a:schemeClr>
                  </a:solidFill>
                  <a:latin typeface="+mn-lt"/>
                  <a:ea typeface="+mn-ea"/>
                  <a:cs typeface="+mn-ea"/>
                  <a:sym typeface="+mn-lt"/>
                </a:endParaRPr>
              </a:p>
            </p:txBody>
          </p:sp>
          <p:sp>
            <p:nvSpPr>
              <p:cNvPr id="6" name="오른쪽 화살표 216"/>
              <p:cNvSpPr>
                <a:spLocks noChangeArrowheads="1"/>
              </p:cNvSpPr>
              <p:nvPr/>
            </p:nvSpPr>
            <p:spPr bwMode="auto">
              <a:xfrm rot="16200000">
                <a:off x="5561717" y="4235240"/>
                <a:ext cx="1076257" cy="1266825"/>
              </a:xfrm>
              <a:prstGeom prst="rightArrow">
                <a:avLst>
                  <a:gd name="adj1" fmla="val 55935"/>
                  <a:gd name="adj2" fmla="val 50001"/>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8" name="타원 217"/>
              <p:cNvSpPr>
                <a:spLocks noChangeArrowheads="1"/>
              </p:cNvSpPr>
              <p:nvPr/>
            </p:nvSpPr>
            <p:spPr bwMode="auto">
              <a:xfrm>
                <a:off x="5460083" y="5316982"/>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28" name="TextBox 13"/>
              <p:cNvSpPr txBox="1">
                <a:spLocks noChangeArrowheads="1"/>
              </p:cNvSpPr>
              <p:nvPr/>
            </p:nvSpPr>
            <p:spPr bwMode="auto">
              <a:xfrm>
                <a:off x="5398233" y="5876152"/>
                <a:ext cx="13731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倡导理性讨论</a:t>
                </a:r>
                <a:endParaRPr lang="en-US" altLang="zh-CN" sz="1600" b="1" dirty="0">
                  <a:solidFill>
                    <a:schemeClr val="tx1">
                      <a:lumMod val="95000"/>
                      <a:lumOff val="5000"/>
                    </a:schemeClr>
                  </a:solidFill>
                  <a:latin typeface="+mn-lt"/>
                  <a:ea typeface="+mn-ea"/>
                  <a:cs typeface="+mn-ea"/>
                  <a:sym typeface="+mn-lt"/>
                </a:endParaRPr>
              </a:p>
            </p:txBody>
          </p:sp>
        </p:grpSp>
        <p:grpSp>
          <p:nvGrpSpPr>
            <p:cNvPr id="7" name="组合 6"/>
            <p:cNvGrpSpPr/>
            <p:nvPr/>
          </p:nvGrpSpPr>
          <p:grpSpPr>
            <a:xfrm>
              <a:off x="7758114" y="2441575"/>
              <a:ext cx="2967830" cy="1335088"/>
              <a:chOff x="7758113" y="2441575"/>
              <a:chExt cx="2967830" cy="1335088"/>
            </a:xfrm>
          </p:grpSpPr>
          <p:sp>
            <p:nvSpPr>
              <p:cNvPr id="18" name="오른쪽 화살표 218"/>
              <p:cNvSpPr>
                <a:spLocks noChangeArrowheads="1"/>
              </p:cNvSpPr>
              <p:nvPr/>
            </p:nvSpPr>
            <p:spPr bwMode="auto">
              <a:xfrm flipH="1">
                <a:off x="7758113" y="2509838"/>
                <a:ext cx="1893887" cy="1266825"/>
              </a:xfrm>
              <a:prstGeom prst="rightArrow">
                <a:avLst>
                  <a:gd name="adj1" fmla="val 55935"/>
                  <a:gd name="adj2" fmla="val 50068"/>
                </a:avLst>
              </a:prstGeom>
              <a:solidFill>
                <a:srgbClr val="002DB0"/>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19" name="타원 219"/>
              <p:cNvSpPr>
                <a:spLocks noChangeArrowheads="1"/>
              </p:cNvSpPr>
              <p:nvPr/>
            </p:nvSpPr>
            <p:spPr bwMode="auto">
              <a:xfrm>
                <a:off x="9420225" y="2441575"/>
                <a:ext cx="1273175" cy="1274763"/>
              </a:xfrm>
              <a:prstGeom prst="ellipse">
                <a:avLst/>
              </a:prstGeom>
              <a:solidFill>
                <a:schemeClr val="bg1"/>
              </a:solidFill>
              <a:ln w="4286" cap="flat">
                <a:solidFill>
                  <a:srgbClr val="002DB0"/>
                </a:solidFill>
                <a:prstDash val="solid"/>
                <a:miter/>
              </a:ln>
            </p:spPr>
            <p:txBody>
              <a:bodyPr rtlCol="0" anchor="ctr"/>
              <a:lstStyle/>
              <a:p>
                <a:endParaRPr lang="ko-KR" altLang="en-US">
                  <a:solidFill>
                    <a:schemeClr val="tx1">
                      <a:lumMod val="95000"/>
                      <a:lumOff val="5000"/>
                    </a:schemeClr>
                  </a:solidFill>
                  <a:sym typeface="+mn-lt"/>
                </a:endParaRPr>
              </a:p>
            </p:txBody>
          </p:sp>
          <p:sp>
            <p:nvSpPr>
              <p:cNvPr id="20" name="TextBox 13"/>
              <p:cNvSpPr txBox="1">
                <a:spLocks noChangeArrowheads="1"/>
              </p:cNvSpPr>
              <p:nvPr/>
            </p:nvSpPr>
            <p:spPr bwMode="auto">
              <a:xfrm>
                <a:off x="9352756" y="2871613"/>
                <a:ext cx="1373187" cy="5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尊重原创和</a:t>
                </a:r>
                <a:endParaRPr lang="en-US" altLang="zh-CN" sz="1600" b="1" dirty="0">
                  <a:solidFill>
                    <a:schemeClr val="tx1">
                      <a:lumMod val="95000"/>
                      <a:lumOff val="5000"/>
                    </a:schemeClr>
                  </a:solidFill>
                  <a:latin typeface="+mn-lt"/>
                  <a:ea typeface="+mn-ea"/>
                  <a:cs typeface="+mn-ea"/>
                  <a:sym typeface="+mn-lt"/>
                </a:endParaRPr>
              </a:p>
              <a:p>
                <a:pPr algn="ctr" eaLnBrk="1" hangingPunct="1">
                  <a:spcBef>
                    <a:spcPct val="20000"/>
                  </a:spcBef>
                </a:pPr>
                <a:r>
                  <a:rPr lang="zh-CN" altLang="en-US" sz="1600" b="1" dirty="0">
                    <a:solidFill>
                      <a:schemeClr val="tx1">
                        <a:lumMod val="95000"/>
                        <a:lumOff val="5000"/>
                      </a:schemeClr>
                    </a:solidFill>
                    <a:latin typeface="+mn-lt"/>
                    <a:ea typeface="+mn-ea"/>
                    <a:cs typeface="+mn-ea"/>
                    <a:sym typeface="+mn-lt"/>
                  </a:rPr>
                  <a:t>知识产权</a:t>
                </a:r>
                <a:endParaRPr lang="en-US" altLang="zh-CN" sz="1600" b="1" dirty="0">
                  <a:solidFill>
                    <a:schemeClr val="tx1">
                      <a:lumMod val="95000"/>
                      <a:lumOff val="5000"/>
                    </a:schemeClr>
                  </a:solidFill>
                  <a:latin typeface="+mn-lt"/>
                  <a:ea typeface="+mn-ea"/>
                  <a:cs typeface="+mn-ea"/>
                  <a:sym typeface="+mn-lt"/>
                </a:endParaRPr>
              </a:p>
            </p:txBody>
          </p:sp>
        </p:grpSp>
        <p:sp>
          <p:nvSpPr>
            <p:cNvPr id="21" name="TextBox 13"/>
            <p:cNvSpPr txBox="1">
              <a:spLocks noChangeArrowheads="1"/>
            </p:cNvSpPr>
            <p:nvPr/>
          </p:nvSpPr>
          <p:spPr bwMode="auto">
            <a:xfrm>
              <a:off x="5436395" y="2853356"/>
              <a:ext cx="1373188" cy="5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sz="2800">
                  <a:solidFill>
                    <a:schemeClr val="tx1"/>
                  </a:solidFill>
                  <a:latin typeface="Calibri" panose="020F0502020204030204"/>
                  <a:ea typeface="宋体" panose="02010600030101010101" pitchFamily="2" charset="-122"/>
                </a:defRPr>
              </a:lvl1pPr>
              <a:lvl2pPr marL="742950" indent="-285750" defTabSz="1216025">
                <a:defRPr sz="2400">
                  <a:solidFill>
                    <a:schemeClr val="tx1"/>
                  </a:solidFill>
                  <a:latin typeface="Calibri" panose="020F0502020204030204"/>
                  <a:ea typeface="宋体" panose="02010600030101010101" pitchFamily="2" charset="-122"/>
                </a:defRPr>
              </a:lvl2pPr>
              <a:lvl3pPr defTabSz="1216025">
                <a:defRPr sz="2000">
                  <a:solidFill>
                    <a:schemeClr val="tx1"/>
                  </a:solidFill>
                  <a:latin typeface="Calibri" panose="020F0502020204030204"/>
                  <a:ea typeface="宋体" panose="02010600030101010101" pitchFamily="2" charset="-122"/>
                </a:defRPr>
              </a:lvl3pPr>
              <a:lvl4pPr defTabSz="1216025">
                <a:defRPr>
                  <a:solidFill>
                    <a:schemeClr val="tx1"/>
                  </a:solidFill>
                  <a:latin typeface="Calibri" panose="020F0502020204030204"/>
                  <a:ea typeface="宋体" panose="02010600030101010101" pitchFamily="2" charset="-122"/>
                </a:defRPr>
              </a:lvl4pPr>
              <a:lvl5pPr defTabSz="1216025">
                <a:defRPr>
                  <a:solidFill>
                    <a:schemeClr val="tx1"/>
                  </a:solidFill>
                  <a:latin typeface="Calibri" panose="020F0502020204030204"/>
                  <a:ea typeface="宋体" panose="02010600030101010101" pitchFamily="2" charset="-122"/>
                </a:defRPr>
              </a:lvl5pPr>
              <a:lvl6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6pPr>
              <a:lvl7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7pPr>
              <a:lvl8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8pPr>
              <a:lvl9pPr defTabSz="1216025" eaLnBrk="0" hangingPunct="0">
                <a:buFont typeface="Arial" panose="020B0604020202020204" pitchFamily="34" charset="0"/>
                <a:defRPr>
                  <a:solidFill>
                    <a:schemeClr val="tx1"/>
                  </a:solidFill>
                  <a:latin typeface="Calibri" panose="020F0502020204030204"/>
                  <a:ea typeface="宋体" panose="02010600030101010101" pitchFamily="2" charset="-122"/>
                </a:defRPr>
              </a:lvl9pPr>
            </a:lstStyle>
            <a:p>
              <a:pPr algn="ctr" eaLnBrk="1" hangingPunct="1">
                <a:spcBef>
                  <a:spcPct val="20000"/>
                </a:spcBef>
              </a:pPr>
              <a:r>
                <a:rPr lang="zh-CN" altLang="en-US" sz="1600" b="1" dirty="0">
                  <a:solidFill>
                    <a:schemeClr val="tx1">
                      <a:lumMod val="75000"/>
                      <a:lumOff val="25000"/>
                    </a:schemeClr>
                  </a:solidFill>
                  <a:latin typeface="+mn-lt"/>
                  <a:ea typeface="+mn-ea"/>
                  <a:cs typeface="+mn-ea"/>
                  <a:sym typeface="+mn-lt"/>
                </a:rPr>
                <a:t>传播者</a:t>
              </a:r>
              <a:endParaRPr lang="en-US" altLang="zh-CN" sz="1600" b="1" dirty="0">
                <a:solidFill>
                  <a:schemeClr val="tx1">
                    <a:lumMod val="75000"/>
                    <a:lumOff val="25000"/>
                  </a:schemeClr>
                </a:solidFill>
                <a:latin typeface="+mn-lt"/>
                <a:ea typeface="+mn-ea"/>
                <a:cs typeface="+mn-ea"/>
                <a:sym typeface="+mn-lt"/>
              </a:endParaRPr>
            </a:p>
            <a:p>
              <a:pPr algn="ctr" eaLnBrk="1" hangingPunct="1">
                <a:spcBef>
                  <a:spcPct val="20000"/>
                </a:spcBef>
              </a:pPr>
              <a:r>
                <a:rPr lang="zh-CN" altLang="en-US" sz="1600" b="1" dirty="0">
                  <a:solidFill>
                    <a:schemeClr val="tx1">
                      <a:lumMod val="75000"/>
                      <a:lumOff val="25000"/>
                    </a:schemeClr>
                  </a:solidFill>
                  <a:latin typeface="+mn-lt"/>
                  <a:ea typeface="+mn-ea"/>
                  <a:cs typeface="+mn-ea"/>
                  <a:sym typeface="+mn-lt"/>
                </a:rPr>
                <a:t>的社会责任</a:t>
              </a:r>
              <a:endParaRPr lang="en-US" altLang="zh-CN" sz="1600" b="1" dirty="0">
                <a:solidFill>
                  <a:schemeClr val="tx1">
                    <a:lumMod val="75000"/>
                    <a:lumOff val="25000"/>
                  </a:schemeClr>
                </a:solidFill>
                <a:latin typeface="+mn-lt"/>
                <a:ea typeface="+mn-ea"/>
                <a:cs typeface="+mn-ea"/>
                <a:sym typeface="+mn-lt"/>
              </a:endParaRPr>
            </a:p>
          </p:txBody>
        </p:sp>
      </p:grpSp>
      <p:grpSp>
        <p:nvGrpSpPr>
          <p:cNvPr id="22" name="组合 21"/>
          <p:cNvGrpSpPr/>
          <p:nvPr/>
        </p:nvGrpSpPr>
        <p:grpSpPr>
          <a:xfrm>
            <a:off x="868533" y="3427903"/>
            <a:ext cx="10078320" cy="2601240"/>
            <a:chOff x="1540660" y="1813902"/>
            <a:chExt cx="10900055" cy="2601240"/>
          </a:xfrm>
        </p:grpSpPr>
        <p:sp>
          <p:nvSpPr>
            <p:cNvPr id="27" name="文本框 26"/>
            <p:cNvSpPr txBox="1"/>
            <p:nvPr/>
          </p:nvSpPr>
          <p:spPr>
            <a:xfrm>
              <a:off x="9260281" y="1813902"/>
              <a:ext cx="3180434" cy="822341"/>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在引用和转发他人内容时，应注明出处，尊重原创者的劳动成果和知识产权，杜绝未经授权的内容传播</a:t>
              </a:r>
              <a:endParaRPr lang="en-US" altLang="zh-CN" dirty="0">
                <a:solidFill>
                  <a:schemeClr val="tx1">
                    <a:lumMod val="95000"/>
                    <a:lumOff val="5000"/>
                  </a:schemeClr>
                </a:solidFill>
                <a:sym typeface="HarmonyOS Sans SC Light" panose="00000400000000000000" pitchFamily="2" charset="-122"/>
              </a:endParaRPr>
            </a:p>
          </p:txBody>
        </p:sp>
        <p:sp>
          <p:nvSpPr>
            <p:cNvPr id="25" name="文本框 24"/>
            <p:cNvSpPr txBox="1"/>
            <p:nvPr/>
          </p:nvSpPr>
          <p:spPr>
            <a:xfrm>
              <a:off x="1540660" y="2244114"/>
              <a:ext cx="3149509" cy="824200"/>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pPr algn="r"/>
              <a:r>
                <a:rPr lang="zh-CN" altLang="en-US" dirty="0">
                  <a:solidFill>
                    <a:schemeClr val="tx1">
                      <a:lumMod val="95000"/>
                      <a:lumOff val="5000"/>
                    </a:schemeClr>
                  </a:solidFill>
                  <a:sym typeface="HarmonyOS Sans SC Light" panose="00000400000000000000" pitchFamily="2" charset="-122"/>
                </a:rPr>
                <a:t>传播者在分享信息前，需进行真实性验证，避免传播误导或虚假信息。对于不确定的信息，通过多渠道验证信息真实性</a:t>
              </a:r>
              <a:endParaRPr lang="en-US" altLang="zh-CN" dirty="0">
                <a:solidFill>
                  <a:schemeClr val="tx1">
                    <a:lumMod val="95000"/>
                    <a:lumOff val="5000"/>
                  </a:schemeClr>
                </a:solidFill>
                <a:sym typeface="HarmonyOS Sans SC Light" panose="00000400000000000000" pitchFamily="2" charset="-122"/>
              </a:endParaRPr>
            </a:p>
          </p:txBody>
        </p:sp>
        <p:sp>
          <p:nvSpPr>
            <p:cNvPr id="23" name="文本框 22"/>
            <p:cNvSpPr txBox="1"/>
            <p:nvPr/>
          </p:nvSpPr>
          <p:spPr>
            <a:xfrm>
              <a:off x="7628207" y="3846717"/>
              <a:ext cx="3180434" cy="568425"/>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传播信息时需保持客观，引导受众进行理性讨论，避免情绪化传播和恶意攻击​</a:t>
              </a:r>
              <a:endParaRPr lang="en-US" altLang="zh-CN" dirty="0">
                <a:solidFill>
                  <a:schemeClr val="tx1">
                    <a:lumMod val="95000"/>
                    <a:lumOff val="5000"/>
                  </a:schemeClr>
                </a:solidFill>
                <a:sym typeface="HarmonyOS Sans SC Light" panose="000004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nvSpPr>
        <p:spPr>
          <a:xfrm>
            <a:off x="0" y="130319"/>
            <a:ext cx="4064000" cy="693340"/>
          </a:xfrm>
          <a:custGeom>
            <a:avLst/>
            <a:gdLst>
              <a:gd name="connsiteX0" fmla="*/ 0 w 4064000"/>
              <a:gd name="connsiteY0" fmla="*/ 0 h 693340"/>
              <a:gd name="connsiteX1" fmla="*/ 3717330 w 4064000"/>
              <a:gd name="connsiteY1" fmla="*/ 0 h 693340"/>
              <a:gd name="connsiteX2" fmla="*/ 4064000 w 4064000"/>
              <a:gd name="connsiteY2" fmla="*/ 346670 h 693340"/>
              <a:gd name="connsiteX3" fmla="*/ 3717330 w 4064000"/>
              <a:gd name="connsiteY3" fmla="*/ 693340 h 693340"/>
              <a:gd name="connsiteX4" fmla="*/ 0 w 4064000"/>
              <a:gd name="connsiteY4" fmla="*/ 693340 h 693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693340">
                <a:moveTo>
                  <a:pt x="0" y="0"/>
                </a:moveTo>
                <a:lnTo>
                  <a:pt x="3717330" y="0"/>
                </a:lnTo>
                <a:lnTo>
                  <a:pt x="4064000" y="346670"/>
                </a:lnTo>
                <a:lnTo>
                  <a:pt x="3717330" y="693340"/>
                </a:lnTo>
                <a:lnTo>
                  <a:pt x="0" y="693340"/>
                </a:lnTo>
                <a:close/>
              </a:path>
            </a:pathLst>
          </a:custGeom>
          <a:solidFill>
            <a:srgbClr val="002DB0"/>
          </a:solidFill>
          <a:ln w="4286" cap="flat">
            <a:solidFill>
              <a:srgbClr val="002DB0"/>
            </a:solidFill>
            <a:prstDash val="solid"/>
            <a:miter/>
          </a:ln>
        </p:spPr>
        <p:txBody>
          <a:bodyPr rtlCol="0" anchor="ctr"/>
          <a:lstStyle/>
          <a:p>
            <a:endParaRPr lang="zh-CN" altLang="en-US"/>
          </a:p>
        </p:txBody>
      </p:sp>
      <p:sp>
        <p:nvSpPr>
          <p:cNvPr id="13" name="矩形: 剪去对角 12"/>
          <p:cNvSpPr/>
          <p:nvPr/>
        </p:nvSpPr>
        <p:spPr>
          <a:xfrm>
            <a:off x="248651" y="130319"/>
            <a:ext cx="6489679" cy="693340"/>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14" name="任意多边形: 形状 13"/>
          <p:cNvSpPr/>
          <p:nvPr/>
        </p:nvSpPr>
        <p:spPr>
          <a:xfrm>
            <a:off x="1268443" y="227328"/>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grpSp>
        <p:nvGrpSpPr>
          <p:cNvPr id="15" name="组合 14"/>
          <p:cNvGrpSpPr/>
          <p:nvPr/>
        </p:nvGrpSpPr>
        <p:grpSpPr>
          <a:xfrm>
            <a:off x="476580" y="227327"/>
            <a:ext cx="5539384" cy="523220"/>
            <a:chOff x="2771965" y="2241921"/>
            <a:chExt cx="5539384" cy="523220"/>
          </a:xfrm>
        </p:grpSpPr>
        <p:sp>
          <p:nvSpPr>
            <p:cNvPr id="16" name="文本框 15"/>
            <p:cNvSpPr txBox="1"/>
            <p:nvPr/>
          </p:nvSpPr>
          <p:spPr>
            <a:xfrm>
              <a:off x="4279476" y="2291526"/>
              <a:ext cx="4031873" cy="400110"/>
            </a:xfrm>
            <a:prstGeom prst="rect">
              <a:avLst/>
            </a:prstGeom>
            <a:noFill/>
          </p:spPr>
          <p:txBody>
            <a:bodyPr wrap="none" rtlCol="0">
              <a:spAutoFit/>
            </a:bodyPr>
            <a:lstStyle/>
            <a:p>
              <a:r>
                <a:rPr lang="zh-CN" altLang="en-US" sz="2000" b="1" dirty="0">
                  <a:solidFill>
                    <a:schemeClr val="tx1">
                      <a:lumMod val="95000"/>
                      <a:lumOff val="5000"/>
                    </a:schemeClr>
                  </a:solidFill>
                </a:rPr>
                <a:t>平台技术监管和虚假信息防范措施</a:t>
              </a:r>
              <a:endParaRPr lang="zh-CN" altLang="en-US" sz="2000" b="1" dirty="0">
                <a:solidFill>
                  <a:schemeClr val="tx1">
                    <a:lumMod val="95000"/>
                    <a:lumOff val="5000"/>
                  </a:schemeClr>
                </a:solidFill>
              </a:endParaRPr>
            </a:p>
          </p:txBody>
        </p:sp>
        <p:sp>
          <p:nvSpPr>
            <p:cNvPr id="17" name="文本框 16"/>
            <p:cNvSpPr txBox="1"/>
            <p:nvPr/>
          </p:nvSpPr>
          <p:spPr>
            <a:xfrm>
              <a:off x="2771965" y="2241921"/>
              <a:ext cx="604653" cy="523220"/>
            </a:xfrm>
            <a:prstGeom prst="rect">
              <a:avLst/>
            </a:prstGeom>
            <a:noFill/>
          </p:spPr>
          <p:txBody>
            <a:bodyPr wrap="none" rtlCol="0">
              <a:spAutoFit/>
            </a:bodyPr>
            <a:lstStyle/>
            <a:p>
              <a:r>
                <a:rPr lang="en-US" altLang="zh-CN" sz="2800" dirty="0">
                  <a:solidFill>
                    <a:schemeClr val="tx1">
                      <a:lumMod val="95000"/>
                      <a:lumOff val="5000"/>
                    </a:schemeClr>
                  </a:solidFill>
                  <a:latin typeface="MiSans Heavy" panose="00000A00000000000000" pitchFamily="2" charset="-122"/>
                  <a:ea typeface="MiSans Heavy" panose="00000A00000000000000" pitchFamily="2" charset="-122"/>
                </a:rPr>
                <a:t>04</a:t>
              </a:r>
              <a:endParaRPr lang="zh-CN" altLang="en-US" sz="2800" dirty="0">
                <a:solidFill>
                  <a:schemeClr val="tx1">
                    <a:lumMod val="95000"/>
                    <a:lumOff val="5000"/>
                  </a:schemeClr>
                </a:solidFill>
                <a:latin typeface="MiSans Heavy" panose="00000A00000000000000" pitchFamily="2" charset="-122"/>
                <a:ea typeface="MiSans Heavy" panose="00000A00000000000000" pitchFamily="2" charset="-122"/>
              </a:endParaRPr>
            </a:p>
          </p:txBody>
        </p:sp>
      </p:grpSp>
      <p:sp>
        <p:nvSpPr>
          <p:cNvPr id="45" name="Freeform 41"/>
          <p:cNvSpPr/>
          <p:nvPr/>
        </p:nvSpPr>
        <p:spPr bwMode="auto">
          <a:xfrm>
            <a:off x="1866385" y="4860613"/>
            <a:ext cx="1191601" cy="1059327"/>
          </a:xfrm>
          <a:custGeom>
            <a:avLst/>
            <a:gdLst>
              <a:gd name="T0" fmla="*/ 293 w 602"/>
              <a:gd name="T1" fmla="*/ 535 h 535"/>
              <a:gd name="T2" fmla="*/ 143 w 602"/>
              <a:gd name="T3" fmla="*/ 515 h 535"/>
              <a:gd name="T4" fmla="*/ 87 w 602"/>
              <a:gd name="T5" fmla="*/ 469 h 535"/>
              <a:gd name="T6" fmla="*/ 38 w 602"/>
              <a:gd name="T7" fmla="*/ 403 h 535"/>
              <a:gd name="T8" fmla="*/ 31 w 602"/>
              <a:gd name="T9" fmla="*/ 368 h 535"/>
              <a:gd name="T10" fmla="*/ 32 w 602"/>
              <a:gd name="T11" fmla="*/ 347 h 535"/>
              <a:gd name="T12" fmla="*/ 38 w 602"/>
              <a:gd name="T13" fmla="*/ 314 h 535"/>
              <a:gd name="T14" fmla="*/ 32 w 602"/>
              <a:gd name="T15" fmla="*/ 293 h 535"/>
              <a:gd name="T16" fmla="*/ 29 w 602"/>
              <a:gd name="T17" fmla="*/ 270 h 535"/>
              <a:gd name="T18" fmla="*/ 37 w 602"/>
              <a:gd name="T19" fmla="*/ 241 h 535"/>
              <a:gd name="T20" fmla="*/ 31 w 602"/>
              <a:gd name="T21" fmla="*/ 214 h 535"/>
              <a:gd name="T22" fmla="*/ 35 w 602"/>
              <a:gd name="T23" fmla="*/ 191 h 535"/>
              <a:gd name="T24" fmla="*/ 41 w 602"/>
              <a:gd name="T25" fmla="*/ 169 h 535"/>
              <a:gd name="T26" fmla="*/ 44 w 602"/>
              <a:gd name="T27" fmla="*/ 145 h 535"/>
              <a:gd name="T28" fmla="*/ 17 w 602"/>
              <a:gd name="T29" fmla="*/ 126 h 535"/>
              <a:gd name="T30" fmla="*/ 0 w 602"/>
              <a:gd name="T31" fmla="*/ 0 h 535"/>
              <a:gd name="T32" fmla="*/ 602 w 602"/>
              <a:gd name="T33" fmla="*/ 0 h 535"/>
              <a:gd name="T34" fmla="*/ 590 w 602"/>
              <a:gd name="T35" fmla="*/ 94 h 535"/>
              <a:gd name="T36" fmla="*/ 563 w 602"/>
              <a:gd name="T37" fmla="*/ 114 h 535"/>
              <a:gd name="T38" fmla="*/ 566 w 602"/>
              <a:gd name="T39" fmla="*/ 138 h 535"/>
              <a:gd name="T40" fmla="*/ 572 w 602"/>
              <a:gd name="T41" fmla="*/ 160 h 535"/>
              <a:gd name="T42" fmla="*/ 577 w 602"/>
              <a:gd name="T43" fmla="*/ 182 h 535"/>
              <a:gd name="T44" fmla="*/ 571 w 602"/>
              <a:gd name="T45" fmla="*/ 209 h 535"/>
              <a:gd name="T46" fmla="*/ 578 w 602"/>
              <a:gd name="T47" fmla="*/ 239 h 535"/>
              <a:gd name="T48" fmla="*/ 575 w 602"/>
              <a:gd name="T49" fmla="*/ 261 h 535"/>
              <a:gd name="T50" fmla="*/ 569 w 602"/>
              <a:gd name="T51" fmla="*/ 282 h 535"/>
              <a:gd name="T52" fmla="*/ 575 w 602"/>
              <a:gd name="T53" fmla="*/ 315 h 535"/>
              <a:gd name="T54" fmla="*/ 577 w 602"/>
              <a:gd name="T55" fmla="*/ 336 h 535"/>
              <a:gd name="T56" fmla="*/ 569 w 602"/>
              <a:gd name="T57" fmla="*/ 372 h 535"/>
              <a:gd name="T58" fmla="*/ 580 w 602"/>
              <a:gd name="T59" fmla="*/ 392 h 535"/>
              <a:gd name="T60" fmla="*/ 524 w 602"/>
              <a:gd name="T61" fmla="*/ 469 h 535"/>
              <a:gd name="T62" fmla="*/ 469 w 602"/>
              <a:gd name="T63" fmla="*/ 515 h 535"/>
              <a:gd name="T64" fmla="*/ 293 w 602"/>
              <a:gd name="T6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2" h="535">
                <a:moveTo>
                  <a:pt x="293" y="535"/>
                </a:moveTo>
                <a:cubicBezTo>
                  <a:pt x="246" y="535"/>
                  <a:pt x="146" y="530"/>
                  <a:pt x="143" y="515"/>
                </a:cubicBezTo>
                <a:cubicBezTo>
                  <a:pt x="140" y="500"/>
                  <a:pt x="125" y="491"/>
                  <a:pt x="87" y="469"/>
                </a:cubicBezTo>
                <a:cubicBezTo>
                  <a:pt x="50" y="447"/>
                  <a:pt x="38" y="420"/>
                  <a:pt x="38" y="403"/>
                </a:cubicBezTo>
                <a:cubicBezTo>
                  <a:pt x="38" y="387"/>
                  <a:pt x="50" y="375"/>
                  <a:pt x="31" y="368"/>
                </a:cubicBezTo>
                <a:cubicBezTo>
                  <a:pt x="11" y="360"/>
                  <a:pt x="16" y="353"/>
                  <a:pt x="32" y="347"/>
                </a:cubicBezTo>
                <a:cubicBezTo>
                  <a:pt x="48" y="341"/>
                  <a:pt x="38" y="330"/>
                  <a:pt x="38" y="314"/>
                </a:cubicBezTo>
                <a:cubicBezTo>
                  <a:pt x="38" y="297"/>
                  <a:pt x="56" y="294"/>
                  <a:pt x="32" y="293"/>
                </a:cubicBezTo>
                <a:cubicBezTo>
                  <a:pt x="8" y="291"/>
                  <a:pt x="11" y="276"/>
                  <a:pt x="29" y="270"/>
                </a:cubicBezTo>
                <a:cubicBezTo>
                  <a:pt x="47" y="264"/>
                  <a:pt x="37" y="254"/>
                  <a:pt x="37" y="241"/>
                </a:cubicBezTo>
                <a:cubicBezTo>
                  <a:pt x="37" y="227"/>
                  <a:pt x="47" y="218"/>
                  <a:pt x="31" y="214"/>
                </a:cubicBezTo>
                <a:cubicBezTo>
                  <a:pt x="14" y="209"/>
                  <a:pt x="16" y="196"/>
                  <a:pt x="35" y="191"/>
                </a:cubicBezTo>
                <a:cubicBezTo>
                  <a:pt x="54" y="187"/>
                  <a:pt x="43" y="179"/>
                  <a:pt x="41" y="169"/>
                </a:cubicBezTo>
                <a:cubicBezTo>
                  <a:pt x="40" y="158"/>
                  <a:pt x="54" y="145"/>
                  <a:pt x="44" y="145"/>
                </a:cubicBezTo>
                <a:cubicBezTo>
                  <a:pt x="34" y="145"/>
                  <a:pt x="19" y="137"/>
                  <a:pt x="17" y="126"/>
                </a:cubicBezTo>
                <a:cubicBezTo>
                  <a:pt x="0" y="0"/>
                  <a:pt x="0" y="0"/>
                  <a:pt x="0" y="0"/>
                </a:cubicBezTo>
                <a:cubicBezTo>
                  <a:pt x="602" y="0"/>
                  <a:pt x="602" y="0"/>
                  <a:pt x="602" y="0"/>
                </a:cubicBezTo>
                <a:cubicBezTo>
                  <a:pt x="590" y="94"/>
                  <a:pt x="590" y="94"/>
                  <a:pt x="590" y="94"/>
                </a:cubicBezTo>
                <a:cubicBezTo>
                  <a:pt x="589" y="106"/>
                  <a:pt x="574" y="114"/>
                  <a:pt x="563" y="114"/>
                </a:cubicBezTo>
                <a:cubicBezTo>
                  <a:pt x="553" y="114"/>
                  <a:pt x="568" y="127"/>
                  <a:pt x="566" y="138"/>
                </a:cubicBezTo>
                <a:cubicBezTo>
                  <a:pt x="565" y="148"/>
                  <a:pt x="553" y="155"/>
                  <a:pt x="572" y="160"/>
                </a:cubicBezTo>
                <a:cubicBezTo>
                  <a:pt x="592" y="164"/>
                  <a:pt x="593" y="178"/>
                  <a:pt x="577" y="182"/>
                </a:cubicBezTo>
                <a:cubicBezTo>
                  <a:pt x="560" y="187"/>
                  <a:pt x="571" y="196"/>
                  <a:pt x="571" y="209"/>
                </a:cubicBezTo>
                <a:cubicBezTo>
                  <a:pt x="571" y="223"/>
                  <a:pt x="560" y="233"/>
                  <a:pt x="578" y="239"/>
                </a:cubicBezTo>
                <a:cubicBezTo>
                  <a:pt x="596" y="245"/>
                  <a:pt x="599" y="260"/>
                  <a:pt x="575" y="261"/>
                </a:cubicBezTo>
                <a:cubicBezTo>
                  <a:pt x="551" y="263"/>
                  <a:pt x="569" y="266"/>
                  <a:pt x="569" y="282"/>
                </a:cubicBezTo>
                <a:cubicBezTo>
                  <a:pt x="569" y="299"/>
                  <a:pt x="559" y="309"/>
                  <a:pt x="575" y="315"/>
                </a:cubicBezTo>
                <a:cubicBezTo>
                  <a:pt x="592" y="321"/>
                  <a:pt x="596" y="329"/>
                  <a:pt x="577" y="336"/>
                </a:cubicBezTo>
                <a:cubicBezTo>
                  <a:pt x="557" y="344"/>
                  <a:pt x="569" y="356"/>
                  <a:pt x="569" y="372"/>
                </a:cubicBezTo>
                <a:cubicBezTo>
                  <a:pt x="569" y="377"/>
                  <a:pt x="582" y="382"/>
                  <a:pt x="580" y="392"/>
                </a:cubicBezTo>
                <a:cubicBezTo>
                  <a:pt x="576" y="416"/>
                  <a:pt x="553" y="445"/>
                  <a:pt x="524" y="469"/>
                </a:cubicBezTo>
                <a:cubicBezTo>
                  <a:pt x="496" y="493"/>
                  <a:pt x="472" y="500"/>
                  <a:pt x="469" y="515"/>
                </a:cubicBezTo>
                <a:cubicBezTo>
                  <a:pt x="466" y="530"/>
                  <a:pt x="341" y="535"/>
                  <a:pt x="293" y="535"/>
                </a:cubicBezTo>
                <a:close/>
              </a:path>
            </a:pathLst>
          </a:custGeom>
          <a:solidFill>
            <a:srgbClr val="002DB0"/>
          </a:solidFill>
          <a:ln w="12700" cap="flat">
            <a:solidFill>
              <a:srgbClr val="002DB0"/>
            </a:solidFill>
            <a:prstDash val="solid"/>
            <a:miter/>
          </a:ln>
        </p:spPr>
        <p:txBody>
          <a:bodyPr rtlCol="0" anchor="ctr"/>
          <a:lstStyle/>
          <a:p>
            <a:endParaRPr lang="en-US">
              <a:sym typeface="+mn-lt"/>
            </a:endParaRPr>
          </a:p>
        </p:txBody>
      </p:sp>
      <p:sp>
        <p:nvSpPr>
          <p:cNvPr id="46" name="Freeform 42"/>
          <p:cNvSpPr/>
          <p:nvPr/>
        </p:nvSpPr>
        <p:spPr bwMode="auto">
          <a:xfrm>
            <a:off x="2121809" y="4860613"/>
            <a:ext cx="336385" cy="1059327"/>
          </a:xfrm>
          <a:custGeom>
            <a:avLst/>
            <a:gdLst>
              <a:gd name="T0" fmla="*/ 82 w 170"/>
              <a:gd name="T1" fmla="*/ 535 h 535"/>
              <a:gd name="T2" fmla="*/ 38 w 170"/>
              <a:gd name="T3" fmla="*/ 515 h 535"/>
              <a:gd name="T4" fmla="*/ 22 w 170"/>
              <a:gd name="T5" fmla="*/ 469 h 535"/>
              <a:gd name="T6" fmla="*/ 8 w 170"/>
              <a:gd name="T7" fmla="*/ 403 h 535"/>
              <a:gd name="T8" fmla="*/ 6 w 170"/>
              <a:gd name="T9" fmla="*/ 368 h 535"/>
              <a:gd name="T10" fmla="*/ 7 w 170"/>
              <a:gd name="T11" fmla="*/ 347 h 535"/>
              <a:gd name="T12" fmla="*/ 8 w 170"/>
              <a:gd name="T13" fmla="*/ 314 h 535"/>
              <a:gd name="T14" fmla="*/ 7 w 170"/>
              <a:gd name="T15" fmla="*/ 293 h 535"/>
              <a:gd name="T16" fmla="*/ 6 w 170"/>
              <a:gd name="T17" fmla="*/ 270 h 535"/>
              <a:gd name="T18" fmla="*/ 8 w 170"/>
              <a:gd name="T19" fmla="*/ 241 h 535"/>
              <a:gd name="T20" fmla="*/ 6 w 170"/>
              <a:gd name="T21" fmla="*/ 214 h 535"/>
              <a:gd name="T22" fmla="*/ 7 w 170"/>
              <a:gd name="T23" fmla="*/ 191 h 535"/>
              <a:gd name="T24" fmla="*/ 9 w 170"/>
              <a:gd name="T25" fmla="*/ 169 h 535"/>
              <a:gd name="T26" fmla="*/ 10 w 170"/>
              <a:gd name="T27" fmla="*/ 145 h 535"/>
              <a:gd name="T28" fmla="*/ 2 w 170"/>
              <a:gd name="T29" fmla="*/ 126 h 535"/>
              <a:gd name="T30" fmla="*/ 5 w 170"/>
              <a:gd name="T31" fmla="*/ 90 h 535"/>
              <a:gd name="T32" fmla="*/ 4 w 170"/>
              <a:gd name="T33" fmla="*/ 43 h 535"/>
              <a:gd name="T34" fmla="*/ 0 w 170"/>
              <a:gd name="T35" fmla="*/ 0 h 535"/>
              <a:gd name="T36" fmla="*/ 170 w 170"/>
              <a:gd name="T37" fmla="*/ 0 h 535"/>
              <a:gd name="T38" fmla="*/ 168 w 170"/>
              <a:gd name="T39" fmla="*/ 23 h 535"/>
              <a:gd name="T40" fmla="*/ 164 w 170"/>
              <a:gd name="T41" fmla="*/ 58 h 535"/>
              <a:gd name="T42" fmla="*/ 167 w 170"/>
              <a:gd name="T43" fmla="*/ 94 h 535"/>
              <a:gd name="T44" fmla="*/ 159 w 170"/>
              <a:gd name="T45" fmla="*/ 114 h 535"/>
              <a:gd name="T46" fmla="*/ 160 w 170"/>
              <a:gd name="T47" fmla="*/ 138 h 535"/>
              <a:gd name="T48" fmla="*/ 162 w 170"/>
              <a:gd name="T49" fmla="*/ 160 h 535"/>
              <a:gd name="T50" fmla="*/ 163 w 170"/>
              <a:gd name="T51" fmla="*/ 182 h 535"/>
              <a:gd name="T52" fmla="*/ 161 w 170"/>
              <a:gd name="T53" fmla="*/ 209 h 535"/>
              <a:gd name="T54" fmla="*/ 163 w 170"/>
              <a:gd name="T55" fmla="*/ 239 h 535"/>
              <a:gd name="T56" fmla="*/ 163 w 170"/>
              <a:gd name="T57" fmla="*/ 261 h 535"/>
              <a:gd name="T58" fmla="*/ 161 w 170"/>
              <a:gd name="T59" fmla="*/ 282 h 535"/>
              <a:gd name="T60" fmla="*/ 163 w 170"/>
              <a:gd name="T61" fmla="*/ 315 h 535"/>
              <a:gd name="T62" fmla="*/ 163 w 170"/>
              <a:gd name="T63" fmla="*/ 336 h 535"/>
              <a:gd name="T64" fmla="*/ 161 w 170"/>
              <a:gd name="T65" fmla="*/ 372 h 535"/>
              <a:gd name="T66" fmla="*/ 164 w 170"/>
              <a:gd name="T67" fmla="*/ 392 h 535"/>
              <a:gd name="T68" fmla="*/ 148 w 170"/>
              <a:gd name="T69" fmla="*/ 469 h 535"/>
              <a:gd name="T70" fmla="*/ 132 w 170"/>
              <a:gd name="T71" fmla="*/ 515 h 535"/>
              <a:gd name="T72" fmla="*/ 82 w 170"/>
              <a:gd name="T73"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0" h="535">
                <a:moveTo>
                  <a:pt x="82" y="535"/>
                </a:moveTo>
                <a:cubicBezTo>
                  <a:pt x="68" y="535"/>
                  <a:pt x="39" y="530"/>
                  <a:pt x="38" y="515"/>
                </a:cubicBezTo>
                <a:cubicBezTo>
                  <a:pt x="37" y="500"/>
                  <a:pt x="33" y="491"/>
                  <a:pt x="22" y="469"/>
                </a:cubicBezTo>
                <a:cubicBezTo>
                  <a:pt x="12" y="447"/>
                  <a:pt x="8" y="420"/>
                  <a:pt x="8" y="403"/>
                </a:cubicBezTo>
                <a:cubicBezTo>
                  <a:pt x="8" y="387"/>
                  <a:pt x="12" y="375"/>
                  <a:pt x="6" y="368"/>
                </a:cubicBezTo>
                <a:cubicBezTo>
                  <a:pt x="1" y="360"/>
                  <a:pt x="2" y="353"/>
                  <a:pt x="7" y="347"/>
                </a:cubicBezTo>
                <a:cubicBezTo>
                  <a:pt x="11" y="341"/>
                  <a:pt x="8" y="330"/>
                  <a:pt x="8" y="314"/>
                </a:cubicBezTo>
                <a:cubicBezTo>
                  <a:pt x="8" y="297"/>
                  <a:pt x="13" y="294"/>
                  <a:pt x="7" y="293"/>
                </a:cubicBezTo>
                <a:cubicBezTo>
                  <a:pt x="0" y="291"/>
                  <a:pt x="1" y="276"/>
                  <a:pt x="6" y="270"/>
                </a:cubicBezTo>
                <a:cubicBezTo>
                  <a:pt x="11" y="264"/>
                  <a:pt x="8" y="254"/>
                  <a:pt x="8" y="241"/>
                </a:cubicBezTo>
                <a:cubicBezTo>
                  <a:pt x="8" y="227"/>
                  <a:pt x="11" y="218"/>
                  <a:pt x="6" y="214"/>
                </a:cubicBezTo>
                <a:cubicBezTo>
                  <a:pt x="1" y="209"/>
                  <a:pt x="2" y="196"/>
                  <a:pt x="7" y="191"/>
                </a:cubicBezTo>
                <a:cubicBezTo>
                  <a:pt x="13" y="187"/>
                  <a:pt x="10" y="179"/>
                  <a:pt x="9" y="169"/>
                </a:cubicBezTo>
                <a:cubicBezTo>
                  <a:pt x="9" y="158"/>
                  <a:pt x="13" y="145"/>
                  <a:pt x="10" y="145"/>
                </a:cubicBezTo>
                <a:cubicBezTo>
                  <a:pt x="7" y="145"/>
                  <a:pt x="2" y="138"/>
                  <a:pt x="2" y="126"/>
                </a:cubicBezTo>
                <a:cubicBezTo>
                  <a:pt x="2" y="114"/>
                  <a:pt x="5" y="106"/>
                  <a:pt x="5" y="90"/>
                </a:cubicBezTo>
                <a:cubicBezTo>
                  <a:pt x="5" y="73"/>
                  <a:pt x="6" y="55"/>
                  <a:pt x="4" y="43"/>
                </a:cubicBezTo>
                <a:cubicBezTo>
                  <a:pt x="3" y="33"/>
                  <a:pt x="1" y="13"/>
                  <a:pt x="0" y="0"/>
                </a:cubicBezTo>
                <a:cubicBezTo>
                  <a:pt x="170" y="0"/>
                  <a:pt x="170" y="0"/>
                  <a:pt x="170" y="0"/>
                </a:cubicBezTo>
                <a:cubicBezTo>
                  <a:pt x="170" y="9"/>
                  <a:pt x="170" y="18"/>
                  <a:pt x="168" y="23"/>
                </a:cubicBezTo>
                <a:cubicBezTo>
                  <a:pt x="164" y="35"/>
                  <a:pt x="164" y="42"/>
                  <a:pt x="164" y="58"/>
                </a:cubicBezTo>
                <a:cubicBezTo>
                  <a:pt x="164" y="75"/>
                  <a:pt x="167" y="82"/>
                  <a:pt x="167" y="94"/>
                </a:cubicBezTo>
                <a:cubicBezTo>
                  <a:pt x="167" y="106"/>
                  <a:pt x="162" y="114"/>
                  <a:pt x="159" y="114"/>
                </a:cubicBezTo>
                <a:cubicBezTo>
                  <a:pt x="156" y="114"/>
                  <a:pt x="160" y="127"/>
                  <a:pt x="160" y="138"/>
                </a:cubicBezTo>
                <a:cubicBezTo>
                  <a:pt x="160" y="148"/>
                  <a:pt x="156" y="155"/>
                  <a:pt x="162" y="160"/>
                </a:cubicBezTo>
                <a:cubicBezTo>
                  <a:pt x="167" y="164"/>
                  <a:pt x="168" y="178"/>
                  <a:pt x="163" y="182"/>
                </a:cubicBezTo>
                <a:cubicBezTo>
                  <a:pt x="158" y="187"/>
                  <a:pt x="161" y="196"/>
                  <a:pt x="161" y="209"/>
                </a:cubicBezTo>
                <a:cubicBezTo>
                  <a:pt x="161" y="223"/>
                  <a:pt x="158" y="233"/>
                  <a:pt x="163" y="239"/>
                </a:cubicBezTo>
                <a:cubicBezTo>
                  <a:pt x="169" y="245"/>
                  <a:pt x="169" y="260"/>
                  <a:pt x="163" y="261"/>
                </a:cubicBezTo>
                <a:cubicBezTo>
                  <a:pt x="156" y="263"/>
                  <a:pt x="161" y="266"/>
                  <a:pt x="161" y="282"/>
                </a:cubicBezTo>
                <a:cubicBezTo>
                  <a:pt x="161" y="299"/>
                  <a:pt x="158" y="309"/>
                  <a:pt x="163" y="315"/>
                </a:cubicBezTo>
                <a:cubicBezTo>
                  <a:pt x="167" y="321"/>
                  <a:pt x="169" y="329"/>
                  <a:pt x="163" y="336"/>
                </a:cubicBezTo>
                <a:cubicBezTo>
                  <a:pt x="157" y="344"/>
                  <a:pt x="161" y="356"/>
                  <a:pt x="161" y="372"/>
                </a:cubicBezTo>
                <a:cubicBezTo>
                  <a:pt x="161" y="377"/>
                  <a:pt x="165" y="382"/>
                  <a:pt x="164" y="392"/>
                </a:cubicBezTo>
                <a:cubicBezTo>
                  <a:pt x="163" y="416"/>
                  <a:pt x="156" y="445"/>
                  <a:pt x="148" y="469"/>
                </a:cubicBezTo>
                <a:cubicBezTo>
                  <a:pt x="140" y="493"/>
                  <a:pt x="133" y="500"/>
                  <a:pt x="132" y="515"/>
                </a:cubicBezTo>
                <a:cubicBezTo>
                  <a:pt x="131" y="530"/>
                  <a:pt x="95" y="535"/>
                  <a:pt x="82" y="535"/>
                </a:cubicBezTo>
                <a:close/>
              </a:path>
            </a:pathLst>
          </a:custGeom>
          <a:solidFill>
            <a:srgbClr val="002DB0"/>
          </a:solidFill>
          <a:ln w="12700" cap="flat">
            <a:solidFill>
              <a:srgbClr val="002DB0"/>
            </a:solidFill>
            <a:prstDash val="solid"/>
            <a:miter/>
          </a:ln>
        </p:spPr>
        <p:txBody>
          <a:bodyPr rtlCol="0" anchor="ctr"/>
          <a:lstStyle/>
          <a:p>
            <a:endParaRPr lang="en-US">
              <a:sym typeface="+mn-lt"/>
            </a:endParaRPr>
          </a:p>
        </p:txBody>
      </p:sp>
      <p:sp>
        <p:nvSpPr>
          <p:cNvPr id="47" name="Oval 43"/>
          <p:cNvSpPr>
            <a:spLocks noChangeArrowheads="1"/>
          </p:cNvSpPr>
          <p:nvPr/>
        </p:nvSpPr>
        <p:spPr bwMode="auto">
          <a:xfrm>
            <a:off x="2335043" y="5909677"/>
            <a:ext cx="271389" cy="120871"/>
          </a:xfrm>
          <a:prstGeom prst="ellipse">
            <a:avLst/>
          </a:prstGeom>
          <a:solidFill>
            <a:srgbClr val="002DB0"/>
          </a:solidFill>
          <a:ln w="12700" cap="flat">
            <a:solidFill>
              <a:srgbClr val="002DB0"/>
            </a:solidFill>
            <a:prstDash val="solid"/>
            <a:miter/>
          </a:ln>
        </p:spPr>
        <p:txBody>
          <a:bodyPr rtlCol="0" anchor="ctr"/>
          <a:lstStyle/>
          <a:p>
            <a:endParaRPr lang="en-US">
              <a:sym typeface="+mn-lt"/>
            </a:endParaRPr>
          </a:p>
        </p:txBody>
      </p:sp>
      <p:sp>
        <p:nvSpPr>
          <p:cNvPr id="48" name="Oval 44"/>
          <p:cNvSpPr>
            <a:spLocks noChangeArrowheads="1"/>
          </p:cNvSpPr>
          <p:nvPr/>
        </p:nvSpPr>
        <p:spPr bwMode="auto">
          <a:xfrm>
            <a:off x="2234698" y="5856084"/>
            <a:ext cx="473219" cy="131133"/>
          </a:xfrm>
          <a:prstGeom prst="ellipse">
            <a:avLst/>
          </a:prstGeom>
          <a:solidFill>
            <a:schemeClr val="bg1"/>
          </a:solidFill>
          <a:ln w="4286" cap="flat">
            <a:solidFill>
              <a:srgbClr val="002DB0"/>
            </a:solidFill>
            <a:prstDash val="solid"/>
            <a:miter/>
          </a:ln>
        </p:spPr>
        <p:txBody>
          <a:bodyPr rtlCol="0" anchor="ctr"/>
          <a:lstStyle/>
          <a:p>
            <a:endParaRPr lang="en-US">
              <a:sym typeface="+mn-lt"/>
            </a:endParaRPr>
          </a:p>
        </p:txBody>
      </p:sp>
      <p:sp>
        <p:nvSpPr>
          <p:cNvPr id="49" name="Freeform 45"/>
          <p:cNvSpPr/>
          <p:nvPr/>
        </p:nvSpPr>
        <p:spPr bwMode="auto">
          <a:xfrm>
            <a:off x="2170842" y="5893713"/>
            <a:ext cx="599791" cy="50173"/>
          </a:xfrm>
          <a:custGeom>
            <a:avLst/>
            <a:gdLst>
              <a:gd name="T0" fmla="*/ 140 w 303"/>
              <a:gd name="T1" fmla="*/ 25 h 25"/>
              <a:gd name="T2" fmla="*/ 2 w 303"/>
              <a:gd name="T3" fmla="*/ 7 h 25"/>
              <a:gd name="T4" fmla="*/ 0 w 303"/>
              <a:gd name="T5" fmla="*/ 1 h 25"/>
              <a:gd name="T6" fmla="*/ 139 w 303"/>
              <a:gd name="T7" fmla="*/ 13 h 25"/>
              <a:gd name="T8" fmla="*/ 303 w 303"/>
              <a:gd name="T9" fmla="*/ 0 h 25"/>
              <a:gd name="T10" fmla="*/ 301 w 303"/>
              <a:gd name="T11" fmla="*/ 7 h 25"/>
              <a:gd name="T12" fmla="*/ 140 w 303"/>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303" h="25">
                <a:moveTo>
                  <a:pt x="140" y="25"/>
                </a:moveTo>
                <a:cubicBezTo>
                  <a:pt x="96" y="25"/>
                  <a:pt x="4" y="21"/>
                  <a:pt x="2" y="7"/>
                </a:cubicBezTo>
                <a:cubicBezTo>
                  <a:pt x="1" y="6"/>
                  <a:pt x="1" y="3"/>
                  <a:pt x="0" y="1"/>
                </a:cubicBezTo>
                <a:cubicBezTo>
                  <a:pt x="28" y="10"/>
                  <a:pt x="101" y="13"/>
                  <a:pt x="139" y="13"/>
                </a:cubicBezTo>
                <a:cubicBezTo>
                  <a:pt x="179" y="13"/>
                  <a:pt x="271" y="10"/>
                  <a:pt x="303" y="0"/>
                </a:cubicBezTo>
                <a:cubicBezTo>
                  <a:pt x="302" y="3"/>
                  <a:pt x="302" y="5"/>
                  <a:pt x="301" y="7"/>
                </a:cubicBezTo>
                <a:cubicBezTo>
                  <a:pt x="299" y="21"/>
                  <a:pt x="184" y="25"/>
                  <a:pt x="140"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0" name="Freeform 46"/>
          <p:cNvSpPr/>
          <p:nvPr/>
        </p:nvSpPr>
        <p:spPr bwMode="auto">
          <a:xfrm>
            <a:off x="1925680" y="5161649"/>
            <a:ext cx="1100378" cy="80960"/>
          </a:xfrm>
          <a:custGeom>
            <a:avLst/>
            <a:gdLst>
              <a:gd name="T0" fmla="*/ 13 w 556"/>
              <a:gd name="T1" fmla="*/ 24 h 41"/>
              <a:gd name="T2" fmla="*/ 531 w 556"/>
              <a:gd name="T3" fmla="*/ 0 h 41"/>
              <a:gd name="T4" fmla="*/ 542 w 556"/>
              <a:gd name="T5" fmla="*/ 8 h 41"/>
              <a:gd name="T6" fmla="*/ 556 w 556"/>
              <a:gd name="T7" fmla="*/ 15 h 41"/>
              <a:gd name="T8" fmla="*/ 0 w 556"/>
              <a:gd name="T9" fmla="*/ 41 h 41"/>
              <a:gd name="T10" fmla="*/ 5 w 556"/>
              <a:gd name="T11" fmla="*/ 39 h 41"/>
              <a:gd name="T12" fmla="*/ 13 w 556"/>
              <a:gd name="T13" fmla="*/ 24 h 41"/>
            </a:gdLst>
            <a:ahLst/>
            <a:cxnLst>
              <a:cxn ang="0">
                <a:pos x="T0" y="T1"/>
              </a:cxn>
              <a:cxn ang="0">
                <a:pos x="T2" y="T3"/>
              </a:cxn>
              <a:cxn ang="0">
                <a:pos x="T4" y="T5"/>
              </a:cxn>
              <a:cxn ang="0">
                <a:pos x="T6" y="T7"/>
              </a:cxn>
              <a:cxn ang="0">
                <a:pos x="T8" y="T9"/>
              </a:cxn>
              <a:cxn ang="0">
                <a:pos x="T10" y="T11"/>
              </a:cxn>
              <a:cxn ang="0">
                <a:pos x="T12" y="T13"/>
              </a:cxn>
            </a:cxnLst>
            <a:rect l="0" t="0" r="r" b="b"/>
            <a:pathLst>
              <a:path w="556" h="41">
                <a:moveTo>
                  <a:pt x="13" y="24"/>
                </a:moveTo>
                <a:cubicBezTo>
                  <a:pt x="531" y="0"/>
                  <a:pt x="531" y="0"/>
                  <a:pt x="531" y="0"/>
                </a:cubicBezTo>
                <a:cubicBezTo>
                  <a:pt x="531" y="3"/>
                  <a:pt x="533" y="6"/>
                  <a:pt x="542" y="8"/>
                </a:cubicBezTo>
                <a:cubicBezTo>
                  <a:pt x="549" y="9"/>
                  <a:pt x="553" y="12"/>
                  <a:pt x="556" y="15"/>
                </a:cubicBezTo>
                <a:cubicBezTo>
                  <a:pt x="0" y="41"/>
                  <a:pt x="0" y="41"/>
                  <a:pt x="0" y="41"/>
                </a:cubicBezTo>
                <a:cubicBezTo>
                  <a:pt x="1" y="40"/>
                  <a:pt x="3" y="40"/>
                  <a:pt x="5" y="39"/>
                </a:cubicBezTo>
                <a:cubicBezTo>
                  <a:pt x="20" y="36"/>
                  <a:pt x="16" y="31"/>
                  <a:pt x="13" y="24"/>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1" name="Freeform 47"/>
          <p:cNvSpPr/>
          <p:nvPr/>
        </p:nvSpPr>
        <p:spPr bwMode="auto">
          <a:xfrm>
            <a:off x="1904014" y="5070426"/>
            <a:ext cx="1118622" cy="83241"/>
          </a:xfrm>
          <a:custGeom>
            <a:avLst/>
            <a:gdLst>
              <a:gd name="T0" fmla="*/ 0 w 565"/>
              <a:gd name="T1" fmla="*/ 27 h 42"/>
              <a:gd name="T2" fmla="*/ 565 w 565"/>
              <a:gd name="T3" fmla="*/ 0 h 42"/>
              <a:gd name="T4" fmla="*/ 544 w 565"/>
              <a:gd name="T5" fmla="*/ 8 h 42"/>
              <a:gd name="T6" fmla="*/ 543 w 565"/>
              <a:gd name="T7" fmla="*/ 17 h 42"/>
              <a:gd name="T8" fmla="*/ 29 w 565"/>
              <a:gd name="T9" fmla="*/ 42 h 42"/>
              <a:gd name="T10" fmla="*/ 25 w 565"/>
              <a:gd name="T11" fmla="*/ 39 h 42"/>
              <a:gd name="T12" fmla="*/ 0 w 565"/>
              <a:gd name="T13" fmla="*/ 27 h 42"/>
            </a:gdLst>
            <a:ahLst/>
            <a:cxnLst>
              <a:cxn ang="0">
                <a:pos x="T0" y="T1"/>
              </a:cxn>
              <a:cxn ang="0">
                <a:pos x="T2" y="T3"/>
              </a:cxn>
              <a:cxn ang="0">
                <a:pos x="T4" y="T5"/>
              </a:cxn>
              <a:cxn ang="0">
                <a:pos x="T6" y="T7"/>
              </a:cxn>
              <a:cxn ang="0">
                <a:pos x="T8" y="T9"/>
              </a:cxn>
              <a:cxn ang="0">
                <a:pos x="T10" y="T11"/>
              </a:cxn>
              <a:cxn ang="0">
                <a:pos x="T12" y="T13"/>
              </a:cxn>
            </a:cxnLst>
            <a:rect l="0" t="0" r="r" b="b"/>
            <a:pathLst>
              <a:path w="565" h="42">
                <a:moveTo>
                  <a:pt x="0" y="27"/>
                </a:moveTo>
                <a:cubicBezTo>
                  <a:pt x="565" y="0"/>
                  <a:pt x="565" y="0"/>
                  <a:pt x="565" y="0"/>
                </a:cubicBezTo>
                <a:cubicBezTo>
                  <a:pt x="559" y="5"/>
                  <a:pt x="551" y="8"/>
                  <a:pt x="544" y="8"/>
                </a:cubicBezTo>
                <a:cubicBezTo>
                  <a:pt x="538" y="8"/>
                  <a:pt x="540" y="12"/>
                  <a:pt x="543" y="17"/>
                </a:cubicBezTo>
                <a:cubicBezTo>
                  <a:pt x="29" y="42"/>
                  <a:pt x="29" y="42"/>
                  <a:pt x="29" y="42"/>
                </a:cubicBezTo>
                <a:cubicBezTo>
                  <a:pt x="29" y="40"/>
                  <a:pt x="28" y="39"/>
                  <a:pt x="25" y="39"/>
                </a:cubicBezTo>
                <a:cubicBezTo>
                  <a:pt x="17" y="39"/>
                  <a:pt x="5" y="34"/>
                  <a:pt x="0" y="27"/>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2" name="Freeform 48"/>
          <p:cNvSpPr/>
          <p:nvPr/>
        </p:nvSpPr>
        <p:spPr bwMode="auto">
          <a:xfrm>
            <a:off x="1929101" y="5234627"/>
            <a:ext cx="1065029" cy="80960"/>
          </a:xfrm>
          <a:custGeom>
            <a:avLst/>
            <a:gdLst>
              <a:gd name="T0" fmla="*/ 0 w 538"/>
              <a:gd name="T1" fmla="*/ 25 h 41"/>
              <a:gd name="T2" fmla="*/ 536 w 538"/>
              <a:gd name="T3" fmla="*/ 0 h 41"/>
              <a:gd name="T4" fmla="*/ 538 w 538"/>
              <a:gd name="T5" fmla="*/ 16 h 41"/>
              <a:gd name="T6" fmla="*/ 6 w 538"/>
              <a:gd name="T7" fmla="*/ 41 h 41"/>
              <a:gd name="T8" fmla="*/ 0 w 538"/>
              <a:gd name="T9" fmla="*/ 25 h 41"/>
            </a:gdLst>
            <a:ahLst/>
            <a:cxnLst>
              <a:cxn ang="0">
                <a:pos x="T0" y="T1"/>
              </a:cxn>
              <a:cxn ang="0">
                <a:pos x="T2" y="T3"/>
              </a:cxn>
              <a:cxn ang="0">
                <a:pos x="T4" y="T5"/>
              </a:cxn>
              <a:cxn ang="0">
                <a:pos x="T6" y="T7"/>
              </a:cxn>
              <a:cxn ang="0">
                <a:pos x="T8" y="T9"/>
              </a:cxn>
            </a:cxnLst>
            <a:rect l="0" t="0" r="r" b="b"/>
            <a:pathLst>
              <a:path w="538" h="41">
                <a:moveTo>
                  <a:pt x="0" y="25"/>
                </a:moveTo>
                <a:cubicBezTo>
                  <a:pt x="536" y="0"/>
                  <a:pt x="536" y="0"/>
                  <a:pt x="536" y="0"/>
                </a:cubicBezTo>
                <a:cubicBezTo>
                  <a:pt x="535" y="4"/>
                  <a:pt x="537" y="9"/>
                  <a:pt x="538" y="16"/>
                </a:cubicBezTo>
                <a:cubicBezTo>
                  <a:pt x="6" y="41"/>
                  <a:pt x="6" y="41"/>
                  <a:pt x="6" y="41"/>
                </a:cubicBezTo>
                <a:cubicBezTo>
                  <a:pt x="8" y="34"/>
                  <a:pt x="10" y="28"/>
                  <a:pt x="0"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3" name="Freeform 49"/>
          <p:cNvSpPr/>
          <p:nvPr/>
        </p:nvSpPr>
        <p:spPr bwMode="auto">
          <a:xfrm>
            <a:off x="1937083" y="5306465"/>
            <a:ext cx="1083274" cy="82101"/>
          </a:xfrm>
          <a:custGeom>
            <a:avLst/>
            <a:gdLst>
              <a:gd name="T0" fmla="*/ 2 w 547"/>
              <a:gd name="T1" fmla="*/ 25 h 42"/>
              <a:gd name="T2" fmla="*/ 532 w 547"/>
              <a:gd name="T3" fmla="*/ 0 h 42"/>
              <a:gd name="T4" fmla="*/ 542 w 547"/>
              <a:gd name="T5" fmla="*/ 14 h 42"/>
              <a:gd name="T6" fmla="*/ 547 w 547"/>
              <a:gd name="T7" fmla="*/ 16 h 42"/>
              <a:gd name="T8" fmla="*/ 0 w 547"/>
              <a:gd name="T9" fmla="*/ 42 h 42"/>
              <a:gd name="T10" fmla="*/ 2 w 547"/>
              <a:gd name="T11" fmla="*/ 25 h 42"/>
            </a:gdLst>
            <a:ahLst/>
            <a:cxnLst>
              <a:cxn ang="0">
                <a:pos x="T0" y="T1"/>
              </a:cxn>
              <a:cxn ang="0">
                <a:pos x="T2" y="T3"/>
              </a:cxn>
              <a:cxn ang="0">
                <a:pos x="T4" y="T5"/>
              </a:cxn>
              <a:cxn ang="0">
                <a:pos x="T6" y="T7"/>
              </a:cxn>
              <a:cxn ang="0">
                <a:pos x="T8" y="T9"/>
              </a:cxn>
              <a:cxn ang="0">
                <a:pos x="T10" y="T11"/>
              </a:cxn>
            </a:cxnLst>
            <a:rect l="0" t="0" r="r" b="b"/>
            <a:pathLst>
              <a:path w="547" h="42">
                <a:moveTo>
                  <a:pt x="2" y="25"/>
                </a:moveTo>
                <a:cubicBezTo>
                  <a:pt x="532" y="0"/>
                  <a:pt x="532" y="0"/>
                  <a:pt x="532" y="0"/>
                </a:cubicBezTo>
                <a:cubicBezTo>
                  <a:pt x="531" y="6"/>
                  <a:pt x="532" y="11"/>
                  <a:pt x="542" y="14"/>
                </a:cubicBezTo>
                <a:cubicBezTo>
                  <a:pt x="544" y="15"/>
                  <a:pt x="545" y="15"/>
                  <a:pt x="547" y="16"/>
                </a:cubicBezTo>
                <a:cubicBezTo>
                  <a:pt x="0" y="42"/>
                  <a:pt x="0" y="42"/>
                  <a:pt x="0" y="42"/>
                </a:cubicBezTo>
                <a:cubicBezTo>
                  <a:pt x="5" y="38"/>
                  <a:pt x="4" y="32"/>
                  <a:pt x="2"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4" name="Freeform 50"/>
          <p:cNvSpPr/>
          <p:nvPr/>
        </p:nvSpPr>
        <p:spPr bwMode="auto">
          <a:xfrm>
            <a:off x="1929101" y="5390847"/>
            <a:ext cx="1063889" cy="80960"/>
          </a:xfrm>
          <a:custGeom>
            <a:avLst/>
            <a:gdLst>
              <a:gd name="T0" fmla="*/ 0 w 537"/>
              <a:gd name="T1" fmla="*/ 25 h 41"/>
              <a:gd name="T2" fmla="*/ 532 w 537"/>
              <a:gd name="T3" fmla="*/ 0 h 41"/>
              <a:gd name="T4" fmla="*/ 537 w 537"/>
              <a:gd name="T5" fmla="*/ 14 h 41"/>
              <a:gd name="T6" fmla="*/ 537 w 537"/>
              <a:gd name="T7" fmla="*/ 16 h 41"/>
              <a:gd name="T8" fmla="*/ 7 w 537"/>
              <a:gd name="T9" fmla="*/ 41 h 41"/>
              <a:gd name="T10" fmla="*/ 0 w 537"/>
              <a:gd name="T11" fmla="*/ 25 h 41"/>
            </a:gdLst>
            <a:ahLst/>
            <a:cxnLst>
              <a:cxn ang="0">
                <a:pos x="T0" y="T1"/>
              </a:cxn>
              <a:cxn ang="0">
                <a:pos x="T2" y="T3"/>
              </a:cxn>
              <a:cxn ang="0">
                <a:pos x="T4" y="T5"/>
              </a:cxn>
              <a:cxn ang="0">
                <a:pos x="T6" y="T7"/>
              </a:cxn>
              <a:cxn ang="0">
                <a:pos x="T8" y="T9"/>
              </a:cxn>
              <a:cxn ang="0">
                <a:pos x="T10" y="T11"/>
              </a:cxn>
            </a:cxnLst>
            <a:rect l="0" t="0" r="r" b="b"/>
            <a:pathLst>
              <a:path w="537" h="41">
                <a:moveTo>
                  <a:pt x="0" y="25"/>
                </a:moveTo>
                <a:cubicBezTo>
                  <a:pt x="532" y="0"/>
                  <a:pt x="532" y="0"/>
                  <a:pt x="532" y="0"/>
                </a:cubicBezTo>
                <a:cubicBezTo>
                  <a:pt x="534" y="3"/>
                  <a:pt x="537" y="7"/>
                  <a:pt x="537" y="14"/>
                </a:cubicBezTo>
                <a:cubicBezTo>
                  <a:pt x="537" y="15"/>
                  <a:pt x="537" y="15"/>
                  <a:pt x="537" y="16"/>
                </a:cubicBezTo>
                <a:cubicBezTo>
                  <a:pt x="7" y="41"/>
                  <a:pt x="7" y="41"/>
                  <a:pt x="7" y="41"/>
                </a:cubicBezTo>
                <a:cubicBezTo>
                  <a:pt x="9" y="29"/>
                  <a:pt x="21" y="26"/>
                  <a:pt x="0"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5" name="Freeform 51"/>
          <p:cNvSpPr/>
          <p:nvPr/>
        </p:nvSpPr>
        <p:spPr bwMode="auto">
          <a:xfrm>
            <a:off x="1925680" y="5466106"/>
            <a:ext cx="1102658" cy="80960"/>
          </a:xfrm>
          <a:custGeom>
            <a:avLst/>
            <a:gdLst>
              <a:gd name="T0" fmla="*/ 11 w 557"/>
              <a:gd name="T1" fmla="*/ 25 h 41"/>
              <a:gd name="T2" fmla="*/ 536 w 557"/>
              <a:gd name="T3" fmla="*/ 0 h 41"/>
              <a:gd name="T4" fmla="*/ 545 w 557"/>
              <a:gd name="T5" fmla="*/ 9 h 41"/>
              <a:gd name="T6" fmla="*/ 557 w 557"/>
              <a:gd name="T7" fmla="*/ 15 h 41"/>
              <a:gd name="T8" fmla="*/ 0 w 557"/>
              <a:gd name="T9" fmla="*/ 41 h 41"/>
              <a:gd name="T10" fmla="*/ 2 w 557"/>
              <a:gd name="T11" fmla="*/ 41 h 41"/>
              <a:gd name="T12" fmla="*/ 11 w 557"/>
              <a:gd name="T13" fmla="*/ 25 h 41"/>
            </a:gdLst>
            <a:ahLst/>
            <a:cxnLst>
              <a:cxn ang="0">
                <a:pos x="T0" y="T1"/>
              </a:cxn>
              <a:cxn ang="0">
                <a:pos x="T2" y="T3"/>
              </a:cxn>
              <a:cxn ang="0">
                <a:pos x="T4" y="T5"/>
              </a:cxn>
              <a:cxn ang="0">
                <a:pos x="T6" y="T7"/>
              </a:cxn>
              <a:cxn ang="0">
                <a:pos x="T8" y="T9"/>
              </a:cxn>
              <a:cxn ang="0">
                <a:pos x="T10" y="T11"/>
              </a:cxn>
              <a:cxn ang="0">
                <a:pos x="T12" y="T13"/>
              </a:cxn>
            </a:cxnLst>
            <a:rect l="0" t="0" r="r" b="b"/>
            <a:pathLst>
              <a:path w="557" h="41">
                <a:moveTo>
                  <a:pt x="11" y="25"/>
                </a:moveTo>
                <a:cubicBezTo>
                  <a:pt x="536" y="0"/>
                  <a:pt x="536" y="0"/>
                  <a:pt x="536" y="0"/>
                </a:cubicBezTo>
                <a:cubicBezTo>
                  <a:pt x="536" y="4"/>
                  <a:pt x="539" y="7"/>
                  <a:pt x="545" y="9"/>
                </a:cubicBezTo>
                <a:cubicBezTo>
                  <a:pt x="550" y="11"/>
                  <a:pt x="554" y="13"/>
                  <a:pt x="557" y="15"/>
                </a:cubicBezTo>
                <a:cubicBezTo>
                  <a:pt x="0" y="41"/>
                  <a:pt x="0" y="41"/>
                  <a:pt x="0" y="41"/>
                </a:cubicBezTo>
                <a:cubicBezTo>
                  <a:pt x="1" y="41"/>
                  <a:pt x="1" y="41"/>
                  <a:pt x="2" y="41"/>
                </a:cubicBezTo>
                <a:cubicBezTo>
                  <a:pt x="12" y="37"/>
                  <a:pt x="12" y="32"/>
                  <a:pt x="11"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6" name="Freeform 52"/>
          <p:cNvSpPr/>
          <p:nvPr/>
        </p:nvSpPr>
        <p:spPr bwMode="auto">
          <a:xfrm>
            <a:off x="1937083" y="5543645"/>
            <a:ext cx="1053626" cy="80960"/>
          </a:xfrm>
          <a:custGeom>
            <a:avLst/>
            <a:gdLst>
              <a:gd name="T0" fmla="*/ 0 w 532"/>
              <a:gd name="T1" fmla="*/ 25 h 41"/>
              <a:gd name="T2" fmla="*/ 530 w 532"/>
              <a:gd name="T3" fmla="*/ 0 h 41"/>
              <a:gd name="T4" fmla="*/ 532 w 532"/>
              <a:gd name="T5" fmla="*/ 17 h 41"/>
              <a:gd name="T6" fmla="*/ 5 w 532"/>
              <a:gd name="T7" fmla="*/ 41 h 41"/>
              <a:gd name="T8" fmla="*/ 0 w 532"/>
              <a:gd name="T9" fmla="*/ 25 h 41"/>
            </a:gdLst>
            <a:ahLst/>
            <a:cxnLst>
              <a:cxn ang="0">
                <a:pos x="T0" y="T1"/>
              </a:cxn>
              <a:cxn ang="0">
                <a:pos x="T2" y="T3"/>
              </a:cxn>
              <a:cxn ang="0">
                <a:pos x="T4" y="T5"/>
              </a:cxn>
              <a:cxn ang="0">
                <a:pos x="T6" y="T7"/>
              </a:cxn>
              <a:cxn ang="0">
                <a:pos x="T8" y="T9"/>
              </a:cxn>
            </a:cxnLst>
            <a:rect l="0" t="0" r="r" b="b"/>
            <a:pathLst>
              <a:path w="532" h="41">
                <a:moveTo>
                  <a:pt x="0" y="25"/>
                </a:moveTo>
                <a:cubicBezTo>
                  <a:pt x="530" y="0"/>
                  <a:pt x="530" y="0"/>
                  <a:pt x="530" y="0"/>
                </a:cubicBezTo>
                <a:cubicBezTo>
                  <a:pt x="529" y="5"/>
                  <a:pt x="530" y="10"/>
                  <a:pt x="532" y="17"/>
                </a:cubicBezTo>
                <a:cubicBezTo>
                  <a:pt x="5" y="41"/>
                  <a:pt x="5" y="41"/>
                  <a:pt x="5" y="41"/>
                </a:cubicBezTo>
                <a:cubicBezTo>
                  <a:pt x="6" y="35"/>
                  <a:pt x="6" y="30"/>
                  <a:pt x="0" y="25"/>
                </a:cubicBezTo>
                <a:close/>
              </a:path>
            </a:pathLst>
          </a:custGeom>
          <a:solidFill>
            <a:schemeClr val="bg1"/>
          </a:solidFill>
          <a:ln w="4286" cap="flat">
            <a:solidFill>
              <a:srgbClr val="002DB0"/>
            </a:solidFill>
            <a:prstDash val="solid"/>
            <a:miter/>
          </a:ln>
        </p:spPr>
        <p:txBody>
          <a:bodyPr rtlCol="0" anchor="ctr"/>
          <a:lstStyle/>
          <a:p>
            <a:endParaRPr lang="en-US">
              <a:sym typeface="+mn-lt"/>
            </a:endParaRPr>
          </a:p>
        </p:txBody>
      </p:sp>
      <p:sp>
        <p:nvSpPr>
          <p:cNvPr id="57" name="Freeform 53"/>
          <p:cNvSpPr/>
          <p:nvPr/>
        </p:nvSpPr>
        <p:spPr bwMode="auto">
          <a:xfrm>
            <a:off x="1955327" y="5656534"/>
            <a:ext cx="1053626" cy="263406"/>
          </a:xfrm>
          <a:custGeom>
            <a:avLst/>
            <a:gdLst>
              <a:gd name="T0" fmla="*/ 248 w 532"/>
              <a:gd name="T1" fmla="*/ 133 h 133"/>
              <a:gd name="T2" fmla="*/ 98 w 532"/>
              <a:gd name="T3" fmla="*/ 113 h 133"/>
              <a:gd name="T4" fmla="*/ 42 w 532"/>
              <a:gd name="T5" fmla="*/ 67 h 133"/>
              <a:gd name="T6" fmla="*/ 0 w 532"/>
              <a:gd name="T7" fmla="*/ 25 h 133"/>
              <a:gd name="T8" fmla="*/ 532 w 532"/>
              <a:gd name="T9" fmla="*/ 0 h 133"/>
              <a:gd name="T10" fmla="*/ 479 w 532"/>
              <a:gd name="T11" fmla="*/ 67 h 133"/>
              <a:gd name="T12" fmla="*/ 424 w 532"/>
              <a:gd name="T13" fmla="*/ 113 h 133"/>
              <a:gd name="T14" fmla="*/ 248 w 532"/>
              <a:gd name="T15" fmla="*/ 133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2" h="133">
                <a:moveTo>
                  <a:pt x="248" y="133"/>
                </a:moveTo>
                <a:cubicBezTo>
                  <a:pt x="201" y="133"/>
                  <a:pt x="101" y="128"/>
                  <a:pt x="98" y="113"/>
                </a:cubicBezTo>
                <a:cubicBezTo>
                  <a:pt x="95" y="98"/>
                  <a:pt x="80" y="89"/>
                  <a:pt x="42" y="67"/>
                </a:cubicBezTo>
                <a:cubicBezTo>
                  <a:pt x="20" y="54"/>
                  <a:pt x="7" y="38"/>
                  <a:pt x="0" y="25"/>
                </a:cubicBezTo>
                <a:cubicBezTo>
                  <a:pt x="532" y="0"/>
                  <a:pt x="532" y="0"/>
                  <a:pt x="532" y="0"/>
                </a:cubicBezTo>
                <a:cubicBezTo>
                  <a:pt x="525" y="22"/>
                  <a:pt x="504" y="46"/>
                  <a:pt x="479" y="67"/>
                </a:cubicBezTo>
                <a:cubicBezTo>
                  <a:pt x="451" y="91"/>
                  <a:pt x="427" y="98"/>
                  <a:pt x="424" y="113"/>
                </a:cubicBezTo>
                <a:cubicBezTo>
                  <a:pt x="421" y="128"/>
                  <a:pt x="296" y="133"/>
                  <a:pt x="248" y="133"/>
                </a:cubicBezTo>
                <a:close/>
              </a:path>
            </a:pathLst>
          </a:custGeom>
          <a:solidFill>
            <a:srgbClr val="002DB0"/>
          </a:solidFill>
          <a:ln w="12700" cap="flat">
            <a:solidFill>
              <a:srgbClr val="002DB0"/>
            </a:solidFill>
            <a:prstDash val="solid"/>
            <a:miter/>
          </a:ln>
        </p:spPr>
        <p:txBody>
          <a:bodyPr rtlCol="0" anchor="ctr"/>
          <a:lstStyle/>
          <a:p>
            <a:endParaRPr lang="en-US">
              <a:sym typeface="+mn-lt"/>
            </a:endParaRPr>
          </a:p>
        </p:txBody>
      </p:sp>
      <p:sp>
        <p:nvSpPr>
          <p:cNvPr id="58" name="Freeform 54"/>
          <p:cNvSpPr/>
          <p:nvPr/>
        </p:nvSpPr>
        <p:spPr bwMode="auto">
          <a:xfrm>
            <a:off x="2141194" y="5682760"/>
            <a:ext cx="304457" cy="237180"/>
          </a:xfrm>
          <a:custGeom>
            <a:avLst/>
            <a:gdLst>
              <a:gd name="T0" fmla="*/ 55 w 154"/>
              <a:gd name="T1" fmla="*/ 115 h 120"/>
              <a:gd name="T2" fmla="*/ 24 w 154"/>
              <a:gd name="T3" fmla="*/ 55 h 120"/>
              <a:gd name="T4" fmla="*/ 0 w 154"/>
              <a:gd name="T5" fmla="*/ 8 h 120"/>
              <a:gd name="T6" fmla="*/ 152 w 154"/>
              <a:gd name="T7" fmla="*/ 0 h 120"/>
              <a:gd name="T8" fmla="*/ 154 w 154"/>
              <a:gd name="T9" fmla="*/ 55 h 120"/>
              <a:gd name="T10" fmla="*/ 153 w 154"/>
              <a:gd name="T11" fmla="*/ 117 h 120"/>
              <a:gd name="T12" fmla="*/ 153 w 154"/>
              <a:gd name="T13" fmla="*/ 120 h 120"/>
              <a:gd name="T14" fmla="*/ 55 w 154"/>
              <a:gd name="T15" fmla="*/ 115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4" h="120">
                <a:moveTo>
                  <a:pt x="55" y="115"/>
                </a:moveTo>
                <a:cubicBezTo>
                  <a:pt x="49" y="96"/>
                  <a:pt x="41" y="84"/>
                  <a:pt x="24" y="55"/>
                </a:cubicBezTo>
                <a:cubicBezTo>
                  <a:pt x="14" y="40"/>
                  <a:pt x="6" y="23"/>
                  <a:pt x="0" y="8"/>
                </a:cubicBezTo>
                <a:cubicBezTo>
                  <a:pt x="152" y="0"/>
                  <a:pt x="152" y="0"/>
                  <a:pt x="152" y="0"/>
                </a:cubicBezTo>
                <a:cubicBezTo>
                  <a:pt x="154" y="19"/>
                  <a:pt x="154" y="38"/>
                  <a:pt x="154" y="55"/>
                </a:cubicBezTo>
                <a:cubicBezTo>
                  <a:pt x="153" y="87"/>
                  <a:pt x="149" y="97"/>
                  <a:pt x="153" y="117"/>
                </a:cubicBezTo>
                <a:cubicBezTo>
                  <a:pt x="153" y="118"/>
                  <a:pt x="153" y="119"/>
                  <a:pt x="153" y="120"/>
                </a:cubicBezTo>
                <a:cubicBezTo>
                  <a:pt x="127" y="120"/>
                  <a:pt x="87" y="118"/>
                  <a:pt x="55" y="115"/>
                </a:cubicBezTo>
                <a:close/>
              </a:path>
            </a:pathLst>
          </a:custGeom>
          <a:solidFill>
            <a:srgbClr val="002DB0"/>
          </a:solidFill>
          <a:ln w="12700" cap="flat">
            <a:solidFill>
              <a:srgbClr val="002DB0"/>
            </a:solidFill>
            <a:prstDash val="solid"/>
            <a:miter/>
          </a:ln>
        </p:spPr>
        <p:txBody>
          <a:bodyPr rtlCol="0" anchor="ctr"/>
          <a:lstStyle/>
          <a:p>
            <a:endParaRPr lang="en-US">
              <a:sym typeface="+mn-lt"/>
            </a:endParaRPr>
          </a:p>
        </p:txBody>
      </p:sp>
      <p:sp>
        <p:nvSpPr>
          <p:cNvPr id="140" name="任意多边形: 形状 139" descr="D:\51PPT模板网\51pptmoban.com\图片.jpg"/>
          <p:cNvSpPr/>
          <p:nvPr/>
        </p:nvSpPr>
        <p:spPr>
          <a:xfrm>
            <a:off x="1268443" y="1520302"/>
            <a:ext cx="2442556" cy="3300816"/>
          </a:xfrm>
          <a:custGeom>
            <a:avLst/>
            <a:gdLst>
              <a:gd name="connsiteX0" fmla="*/ 1168876 w 2442556"/>
              <a:gd name="connsiteY0" fmla="*/ 0 h 3300816"/>
              <a:gd name="connsiteX1" fmla="*/ 1221278 w 2442556"/>
              <a:gd name="connsiteY1" fmla="*/ 35 h 3300816"/>
              <a:gd name="connsiteX2" fmla="*/ 1273680 w 2442556"/>
              <a:gd name="connsiteY2" fmla="*/ 0 h 3300816"/>
              <a:gd name="connsiteX3" fmla="*/ 2442308 w 2442556"/>
              <a:gd name="connsiteY3" fmla="*/ 1198662 h 3300816"/>
              <a:gd name="connsiteX4" fmla="*/ 1760392 w 2442556"/>
              <a:gd name="connsiteY4" fmla="*/ 2557715 h 3300816"/>
              <a:gd name="connsiteX5" fmla="*/ 1710466 w 2442556"/>
              <a:gd name="connsiteY5" fmla="*/ 3300816 h 3300816"/>
              <a:gd name="connsiteX6" fmla="*/ 1223740 w 2442556"/>
              <a:gd name="connsiteY6" fmla="*/ 3300816 h 3300816"/>
              <a:gd name="connsiteX7" fmla="*/ 1218816 w 2442556"/>
              <a:gd name="connsiteY7" fmla="*/ 3300816 h 3300816"/>
              <a:gd name="connsiteX8" fmla="*/ 732090 w 2442556"/>
              <a:gd name="connsiteY8" fmla="*/ 3300816 h 3300816"/>
              <a:gd name="connsiteX9" fmla="*/ 682164 w 2442556"/>
              <a:gd name="connsiteY9" fmla="*/ 2557715 h 3300816"/>
              <a:gd name="connsiteX10" fmla="*/ 248 w 2442556"/>
              <a:gd name="connsiteY10" fmla="*/ 1198662 h 3300816"/>
              <a:gd name="connsiteX11" fmla="*/ 1168876 w 2442556"/>
              <a:gd name="connsiteY11" fmla="*/ 0 h 330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2556" h="3300816">
                <a:moveTo>
                  <a:pt x="1168876" y="0"/>
                </a:moveTo>
                <a:lnTo>
                  <a:pt x="1221278" y="35"/>
                </a:lnTo>
                <a:lnTo>
                  <a:pt x="1273680" y="0"/>
                </a:lnTo>
                <a:cubicBezTo>
                  <a:pt x="1651129" y="2835"/>
                  <a:pt x="2458793" y="72231"/>
                  <a:pt x="2442308" y="1198662"/>
                </a:cubicBezTo>
                <a:cubicBezTo>
                  <a:pt x="2392988" y="1922133"/>
                  <a:pt x="1882365" y="2207356"/>
                  <a:pt x="1760392" y="2557715"/>
                </a:cubicBezTo>
                <a:cubicBezTo>
                  <a:pt x="1638419" y="2908074"/>
                  <a:pt x="1664283" y="3048565"/>
                  <a:pt x="1710466" y="3300816"/>
                </a:cubicBezTo>
                <a:lnTo>
                  <a:pt x="1223740" y="3300816"/>
                </a:lnTo>
                <a:lnTo>
                  <a:pt x="1218816" y="3300816"/>
                </a:lnTo>
                <a:lnTo>
                  <a:pt x="732090" y="3300816"/>
                </a:lnTo>
                <a:cubicBezTo>
                  <a:pt x="778273" y="3048565"/>
                  <a:pt x="804137" y="2908074"/>
                  <a:pt x="682164" y="2557715"/>
                </a:cubicBezTo>
                <a:cubicBezTo>
                  <a:pt x="560191" y="2207356"/>
                  <a:pt x="49568" y="1922133"/>
                  <a:pt x="248" y="1198662"/>
                </a:cubicBezTo>
                <a:cubicBezTo>
                  <a:pt x="-16237" y="72231"/>
                  <a:pt x="791427" y="2835"/>
                  <a:pt x="1168876" y="0"/>
                </a:cubicBez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41" name="任意多边形: 形状 140" descr="D:\51PPT模板网\51pptmoban.com\图片.jpg"/>
          <p:cNvSpPr/>
          <p:nvPr/>
        </p:nvSpPr>
        <p:spPr>
          <a:xfrm>
            <a:off x="2019871" y="2162114"/>
            <a:ext cx="1028700" cy="1485900"/>
          </a:xfrm>
          <a:custGeom>
            <a:avLst/>
            <a:gdLst>
              <a:gd name="connsiteX0" fmla="*/ 727363 w 1028700"/>
              <a:gd name="connsiteY0" fmla="*/ 0 h 1485900"/>
              <a:gd name="connsiteX1" fmla="*/ 0 w 1028700"/>
              <a:gd name="connsiteY1" fmla="*/ 665018 h 1485900"/>
              <a:gd name="connsiteX2" fmla="*/ 654627 w 1028700"/>
              <a:gd name="connsiteY2" fmla="*/ 613063 h 1485900"/>
              <a:gd name="connsiteX3" fmla="*/ 72736 w 1028700"/>
              <a:gd name="connsiteY3" fmla="*/ 1485900 h 1485900"/>
              <a:gd name="connsiteX4" fmla="*/ 1028700 w 1028700"/>
              <a:gd name="connsiteY4" fmla="*/ 509154 h 1485900"/>
              <a:gd name="connsiteX5" fmla="*/ 311727 w 1028700"/>
              <a:gd name="connsiteY5" fmla="*/ 529936 h 1485900"/>
              <a:gd name="connsiteX6" fmla="*/ 727363 w 1028700"/>
              <a:gd name="connsiteY6" fmla="*/ 0 h 1485900"/>
              <a:gd name="connsiteX0-1" fmla="*/ 727363 w 1028700"/>
              <a:gd name="connsiteY0-2" fmla="*/ 0 h 1485900"/>
              <a:gd name="connsiteX1-3" fmla="*/ 0 w 1028700"/>
              <a:gd name="connsiteY1-4" fmla="*/ 665018 h 1485900"/>
              <a:gd name="connsiteX2-5" fmla="*/ 621290 w 1028700"/>
              <a:gd name="connsiteY2-6" fmla="*/ 677356 h 1485900"/>
              <a:gd name="connsiteX3-7" fmla="*/ 72736 w 1028700"/>
              <a:gd name="connsiteY3-8" fmla="*/ 1485900 h 1485900"/>
              <a:gd name="connsiteX4-9" fmla="*/ 1028700 w 1028700"/>
              <a:gd name="connsiteY4-10" fmla="*/ 509154 h 1485900"/>
              <a:gd name="connsiteX5-11" fmla="*/ 311727 w 1028700"/>
              <a:gd name="connsiteY5-12" fmla="*/ 529936 h 1485900"/>
              <a:gd name="connsiteX6-13" fmla="*/ 727363 w 1028700"/>
              <a:gd name="connsiteY6-14" fmla="*/ 0 h 1485900"/>
              <a:gd name="connsiteX0-15" fmla="*/ 727363 w 1028700"/>
              <a:gd name="connsiteY0-16" fmla="*/ 0 h 1485900"/>
              <a:gd name="connsiteX1-17" fmla="*/ 0 w 1028700"/>
              <a:gd name="connsiteY1-18" fmla="*/ 665018 h 1485900"/>
              <a:gd name="connsiteX2-19" fmla="*/ 621290 w 1028700"/>
              <a:gd name="connsiteY2-20" fmla="*/ 677356 h 1485900"/>
              <a:gd name="connsiteX3-21" fmla="*/ 72736 w 1028700"/>
              <a:gd name="connsiteY3-22" fmla="*/ 1485900 h 1485900"/>
              <a:gd name="connsiteX4-23" fmla="*/ 1028700 w 1028700"/>
              <a:gd name="connsiteY4-24" fmla="*/ 509154 h 1485900"/>
              <a:gd name="connsiteX5-25" fmla="*/ 397452 w 1028700"/>
              <a:gd name="connsiteY5-26" fmla="*/ 472786 h 1485900"/>
              <a:gd name="connsiteX6-27" fmla="*/ 727363 w 1028700"/>
              <a:gd name="connsiteY6-28" fmla="*/ 0 h 1485900"/>
              <a:gd name="connsiteX0-29" fmla="*/ 727363 w 1028700"/>
              <a:gd name="connsiteY0-30" fmla="*/ 0 h 1485900"/>
              <a:gd name="connsiteX1-31" fmla="*/ 0 w 1028700"/>
              <a:gd name="connsiteY1-32" fmla="*/ 665018 h 1485900"/>
              <a:gd name="connsiteX2-33" fmla="*/ 621290 w 1028700"/>
              <a:gd name="connsiteY2-34" fmla="*/ 677356 h 1485900"/>
              <a:gd name="connsiteX3-35" fmla="*/ 72736 w 1028700"/>
              <a:gd name="connsiteY3-36" fmla="*/ 1485900 h 1485900"/>
              <a:gd name="connsiteX4-37" fmla="*/ 1028700 w 1028700"/>
              <a:gd name="connsiteY4-38" fmla="*/ 509154 h 1485900"/>
              <a:gd name="connsiteX5-39" fmla="*/ 473652 w 1028700"/>
              <a:gd name="connsiteY5-40" fmla="*/ 475168 h 1485900"/>
              <a:gd name="connsiteX6-41" fmla="*/ 727363 w 1028700"/>
              <a:gd name="connsiteY6-42" fmla="*/ 0 h 1485900"/>
              <a:gd name="connsiteX0-43" fmla="*/ 727363 w 1028700"/>
              <a:gd name="connsiteY0-44" fmla="*/ 0 h 1485900"/>
              <a:gd name="connsiteX1-45" fmla="*/ 0 w 1028700"/>
              <a:gd name="connsiteY1-46" fmla="*/ 665018 h 1485900"/>
              <a:gd name="connsiteX2-47" fmla="*/ 533183 w 1028700"/>
              <a:gd name="connsiteY2-48" fmla="*/ 679737 h 1485900"/>
              <a:gd name="connsiteX3-49" fmla="*/ 72736 w 1028700"/>
              <a:gd name="connsiteY3-50" fmla="*/ 1485900 h 1485900"/>
              <a:gd name="connsiteX4-51" fmla="*/ 1028700 w 1028700"/>
              <a:gd name="connsiteY4-52" fmla="*/ 509154 h 1485900"/>
              <a:gd name="connsiteX5-53" fmla="*/ 473652 w 1028700"/>
              <a:gd name="connsiteY5-54" fmla="*/ 475168 h 1485900"/>
              <a:gd name="connsiteX6-55" fmla="*/ 727363 w 1028700"/>
              <a:gd name="connsiteY6-56" fmla="*/ 0 h 14859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28700" h="1485900">
                <a:moveTo>
                  <a:pt x="727363" y="0"/>
                </a:moveTo>
                <a:lnTo>
                  <a:pt x="0" y="665018"/>
                </a:lnTo>
                <a:lnTo>
                  <a:pt x="533183" y="679737"/>
                </a:lnTo>
                <a:lnTo>
                  <a:pt x="72736" y="1485900"/>
                </a:lnTo>
                <a:lnTo>
                  <a:pt x="1028700" y="509154"/>
                </a:lnTo>
                <a:lnTo>
                  <a:pt x="473652" y="475168"/>
                </a:lnTo>
                <a:lnTo>
                  <a:pt x="727363" y="0"/>
                </a:lnTo>
                <a:close/>
              </a:path>
            </a:pathLst>
          </a:custGeom>
          <a:solidFill>
            <a:srgbClr val="002DB0"/>
          </a:solidFill>
          <a:ln w="4286" cap="flat">
            <a:solidFill>
              <a:srgbClr val="002DB0"/>
            </a:solidFill>
            <a:prstDash val="solid"/>
            <a:miter/>
          </a:ln>
        </p:spPr>
        <p:txBody>
          <a:bodyPr rtlCol="0" anchor="ctr"/>
          <a:lstStyle/>
          <a:p>
            <a:endParaRPr lang="zh-CN" altLang="en-US">
              <a:solidFill>
                <a:schemeClr val="tx1"/>
              </a:solidFill>
            </a:endParaRPr>
          </a:p>
        </p:txBody>
      </p:sp>
      <p:grpSp>
        <p:nvGrpSpPr>
          <p:cNvPr id="143" name="组合 142"/>
          <p:cNvGrpSpPr/>
          <p:nvPr>
            <p:custDataLst>
              <p:tags r:id="rId1"/>
            </p:custDataLst>
          </p:nvPr>
        </p:nvGrpSpPr>
        <p:grpSpPr>
          <a:xfrm>
            <a:off x="4063999" y="1965727"/>
            <a:ext cx="5624883" cy="1135438"/>
            <a:chOff x="1454142" y="1906534"/>
            <a:chExt cx="3012505" cy="1135438"/>
          </a:xfrm>
        </p:grpSpPr>
        <p:sp>
          <p:nvSpPr>
            <p:cNvPr id="147" name="文本框 146"/>
            <p:cNvSpPr txBox="1"/>
            <p:nvPr>
              <p:custDataLst>
                <p:tags r:id="rId2"/>
              </p:custDataLst>
            </p:nvPr>
          </p:nvSpPr>
          <p:spPr>
            <a:xfrm>
              <a:off x="1454142" y="2219631"/>
              <a:ext cx="3012505" cy="822341"/>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利用自然语言处理和机器学习技术对内容进行分析，识别并过滤虚假信息。对于疑似虚假内容，需进行人工复核；对于</a:t>
              </a:r>
              <a:r>
                <a:rPr lang="en-US" altLang="zh-CN" dirty="0">
                  <a:solidFill>
                    <a:schemeClr val="tx1">
                      <a:lumMod val="95000"/>
                      <a:lumOff val="5000"/>
                    </a:schemeClr>
                  </a:solidFill>
                  <a:sym typeface="HarmonyOS Sans SC Light" panose="00000400000000000000" pitchFamily="2" charset="-122"/>
                </a:rPr>
                <a:t>AI</a:t>
              </a:r>
              <a:r>
                <a:rPr lang="zh-CN" altLang="en-US" dirty="0">
                  <a:solidFill>
                    <a:schemeClr val="tx1">
                      <a:lumMod val="95000"/>
                      <a:lumOff val="5000"/>
                    </a:schemeClr>
                  </a:solidFill>
                  <a:sym typeface="HarmonyOS Sans SC Light" panose="00000400000000000000" pitchFamily="2" charset="-122"/>
                </a:rPr>
                <a:t>生成的图像或视频，使用深度伪造检测技术确保信息真实性</a:t>
              </a:r>
              <a:endParaRPr lang="en-US" altLang="zh-CN" dirty="0">
                <a:solidFill>
                  <a:schemeClr val="tx1">
                    <a:lumMod val="95000"/>
                    <a:lumOff val="5000"/>
                  </a:schemeClr>
                </a:solidFill>
                <a:sym typeface="HarmonyOS Sans SC Light" panose="00000400000000000000" pitchFamily="2" charset="-122"/>
              </a:endParaRPr>
            </a:p>
          </p:txBody>
        </p:sp>
        <p:sp>
          <p:nvSpPr>
            <p:cNvPr id="148" name="文本框 147"/>
            <p:cNvSpPr txBox="1"/>
            <p:nvPr>
              <p:custDataLst>
                <p:tags r:id="rId3"/>
              </p:custDataLst>
            </p:nvPr>
          </p:nvSpPr>
          <p:spPr>
            <a:xfrm>
              <a:off x="1454142" y="190653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智能内容分析技术</a:t>
              </a:r>
              <a:endParaRPr lang="zh-CN" altLang="en-US" dirty="0">
                <a:solidFill>
                  <a:schemeClr val="tx1">
                    <a:lumMod val="95000"/>
                    <a:lumOff val="5000"/>
                  </a:schemeClr>
                </a:solidFill>
                <a:sym typeface="HarmonyOS Sans SC Light" panose="00000400000000000000" pitchFamily="2" charset="-122"/>
              </a:endParaRPr>
            </a:p>
          </p:txBody>
        </p:sp>
      </p:grpSp>
      <p:grpSp>
        <p:nvGrpSpPr>
          <p:cNvPr id="2" name="组合 1"/>
          <p:cNvGrpSpPr/>
          <p:nvPr>
            <p:custDataLst>
              <p:tags r:id="rId4"/>
            </p:custDataLst>
          </p:nvPr>
        </p:nvGrpSpPr>
        <p:grpSpPr>
          <a:xfrm>
            <a:off x="4046321" y="3467099"/>
            <a:ext cx="5938436" cy="881522"/>
            <a:chOff x="1387368" y="2194754"/>
            <a:chExt cx="3180434" cy="881522"/>
          </a:xfrm>
        </p:grpSpPr>
        <p:sp>
          <p:nvSpPr>
            <p:cNvPr id="3" name="文本框 2"/>
            <p:cNvSpPr txBox="1"/>
            <p:nvPr>
              <p:custDataLst>
                <p:tags r:id="rId5"/>
              </p:custDataLst>
            </p:nvPr>
          </p:nvSpPr>
          <p:spPr>
            <a:xfrm>
              <a:off x="1387368" y="2507851"/>
              <a:ext cx="3180434" cy="568425"/>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平台之间建立联动机制，共享虚假信息数据库和检测技术，形成协同治理。当一个平台检测到虚假信息，可迅速通知其他平台同步处理</a:t>
              </a:r>
              <a:endParaRPr lang="en-US" altLang="zh-CN" dirty="0">
                <a:solidFill>
                  <a:schemeClr val="tx1">
                    <a:lumMod val="95000"/>
                    <a:lumOff val="5000"/>
                  </a:schemeClr>
                </a:solidFill>
                <a:sym typeface="HarmonyOS Sans SC Light" panose="00000400000000000000" pitchFamily="2" charset="-122"/>
              </a:endParaRPr>
            </a:p>
          </p:txBody>
        </p:sp>
        <p:sp>
          <p:nvSpPr>
            <p:cNvPr id="4" name="文本框 3"/>
            <p:cNvSpPr txBox="1"/>
            <p:nvPr>
              <p:custDataLst>
                <p:tags r:id="rId6"/>
              </p:custDataLst>
            </p:nvPr>
          </p:nvSpPr>
          <p:spPr>
            <a:xfrm>
              <a:off x="1387368" y="2194754"/>
              <a:ext cx="2235567" cy="369332"/>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跨平台联动机制</a:t>
              </a:r>
              <a:endParaRPr lang="zh-CN" altLang="en-US" dirty="0">
                <a:solidFill>
                  <a:schemeClr val="tx1">
                    <a:lumMod val="95000"/>
                    <a:lumOff val="5000"/>
                  </a:schemeClr>
                </a:solidFill>
                <a:sym typeface="HarmonyOS Sans SC Light" panose="00000400000000000000" pitchFamily="2" charset="-122"/>
              </a:endParaRPr>
            </a:p>
          </p:txBody>
        </p:sp>
      </p:grpSp>
      <p:grpSp>
        <p:nvGrpSpPr>
          <p:cNvPr id="5" name="组合 4"/>
          <p:cNvGrpSpPr/>
          <p:nvPr>
            <p:custDataLst>
              <p:tags r:id="rId7"/>
            </p:custDataLst>
          </p:nvPr>
        </p:nvGrpSpPr>
        <p:grpSpPr>
          <a:xfrm>
            <a:off x="4082722" y="4786995"/>
            <a:ext cx="5938436" cy="883381"/>
            <a:chOff x="1346279" y="1906534"/>
            <a:chExt cx="3180434" cy="883381"/>
          </a:xfrm>
        </p:grpSpPr>
        <p:sp>
          <p:nvSpPr>
            <p:cNvPr id="6" name="文本框 5"/>
            <p:cNvSpPr txBox="1"/>
            <p:nvPr>
              <p:custDataLst>
                <p:tags r:id="rId8"/>
              </p:custDataLst>
            </p:nvPr>
          </p:nvSpPr>
          <p:spPr>
            <a:xfrm>
              <a:off x="1346279" y="2219631"/>
              <a:ext cx="3180434" cy="570284"/>
            </a:xfrm>
            <a:prstGeom prst="rect">
              <a:avLst/>
            </a:prstGeom>
            <a:noFill/>
          </p:spPr>
          <p:txBody>
            <a:bodyPr wrap="square">
              <a:spAutoFit/>
            </a:bodyPr>
            <a:lstStyle>
              <a:defPPr>
                <a:defRPr lang="zh-CN"/>
              </a:defPPr>
              <a:lvl1pPr>
                <a:lnSpc>
                  <a:spcPct val="150000"/>
                </a:lnSpc>
                <a:defRPr sz="1100" b="0" i="0">
                  <a:solidFill>
                    <a:schemeClr val="bg1">
                      <a:lumMod val="50000"/>
                    </a:schemeClr>
                  </a:solidFill>
                  <a:effectLst/>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利用区块链的去中心化和不可篡改性，对视频内容进行溯源和验证，确保内容真实性，有效提升识别和处理虚假信息的效率</a:t>
              </a:r>
              <a:endParaRPr lang="en-US" altLang="zh-CN" dirty="0">
                <a:solidFill>
                  <a:schemeClr val="tx1">
                    <a:lumMod val="95000"/>
                    <a:lumOff val="5000"/>
                  </a:schemeClr>
                </a:solidFill>
                <a:sym typeface="HarmonyOS Sans SC Light" panose="00000400000000000000" pitchFamily="2" charset="-122"/>
              </a:endParaRPr>
            </a:p>
          </p:txBody>
        </p:sp>
        <p:sp>
          <p:nvSpPr>
            <p:cNvPr id="7" name="文本框 6"/>
            <p:cNvSpPr txBox="1"/>
            <p:nvPr>
              <p:custDataLst>
                <p:tags r:id="rId9"/>
              </p:custDataLst>
            </p:nvPr>
          </p:nvSpPr>
          <p:spPr>
            <a:xfrm>
              <a:off x="1346279" y="1906534"/>
              <a:ext cx="2235567" cy="368300"/>
            </a:xfrm>
            <a:prstGeom prst="rect">
              <a:avLst/>
            </a:prstGeom>
            <a:noFill/>
          </p:spPr>
          <p:txBody>
            <a:bodyPr wrap="square" rtlCol="0">
              <a:spAutoFit/>
            </a:bodyPr>
            <a:lstStyle>
              <a:defPPr>
                <a:defRPr lang="zh-CN"/>
              </a:defPPr>
              <a:lvl1pPr>
                <a:defRPr b="1">
                  <a:solidFill>
                    <a:schemeClr val="tx1">
                      <a:lumMod val="65000"/>
                      <a:lumOff val="35000"/>
                    </a:schemeClr>
                  </a:solidFill>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defRPr>
              </a:lvl1pPr>
            </a:lstStyle>
            <a:p>
              <a:r>
                <a:rPr lang="zh-CN" altLang="en-US" dirty="0">
                  <a:solidFill>
                    <a:schemeClr val="tx1">
                      <a:lumMod val="95000"/>
                      <a:lumOff val="5000"/>
                    </a:schemeClr>
                  </a:solidFill>
                  <a:sym typeface="HarmonyOS Sans SC Light" panose="00000400000000000000" pitchFamily="2" charset="-122"/>
                </a:rPr>
                <a:t>区块链技术的引入</a:t>
              </a:r>
              <a:r>
                <a:rPr lang="zh-CN" altLang="en-US" dirty="0">
                  <a:solidFill>
                    <a:srgbClr val="FF0000"/>
                  </a:solidFill>
                  <a:sym typeface="HarmonyOS Sans SC Light" panose="00000400000000000000" pitchFamily="2" charset="-122"/>
                </a:rPr>
                <a:t>（创新点）</a:t>
              </a:r>
              <a:r>
                <a:rPr lang="zh-CN" altLang="en-US" dirty="0">
                  <a:solidFill>
                    <a:schemeClr val="tx1">
                      <a:lumMod val="95000"/>
                      <a:lumOff val="5000"/>
                    </a:schemeClr>
                  </a:solidFill>
                  <a:sym typeface="HarmonyOS Sans SC Light" panose="00000400000000000000" pitchFamily="2" charset="-122"/>
                </a:rPr>
                <a:t>：</a:t>
              </a:r>
              <a:endParaRPr lang="zh-CN" altLang="en-US" dirty="0">
                <a:solidFill>
                  <a:schemeClr val="tx1">
                    <a:lumMod val="95000"/>
                    <a:lumOff val="5000"/>
                  </a:schemeClr>
                </a:solidFill>
                <a:sym typeface="HarmonyOS Sans SC Light" panose="000004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图形 13"/>
          <p:cNvGrpSpPr/>
          <p:nvPr/>
        </p:nvGrpSpPr>
        <p:grpSpPr>
          <a:xfrm flipV="1">
            <a:off x="-24272" y="4739259"/>
            <a:ext cx="1827657" cy="3245548"/>
            <a:chOff x="1619011" y="5026485"/>
            <a:chExt cx="1827657" cy="3245548"/>
          </a:xfrm>
        </p:grpSpPr>
        <p:sp>
          <p:nvSpPr>
            <p:cNvPr id="72" name="任意多边形: 形状 71"/>
            <p:cNvSpPr/>
            <p:nvPr/>
          </p:nvSpPr>
          <p:spPr>
            <a:xfrm>
              <a:off x="2228516" y="7216758"/>
              <a:ext cx="609076" cy="703802"/>
            </a:xfrm>
            <a:custGeom>
              <a:avLst/>
              <a:gdLst>
                <a:gd name="connsiteX0" fmla="*/ 609076 w 609076"/>
                <a:gd name="connsiteY0" fmla="*/ 351902 h 703802"/>
                <a:gd name="connsiteX1" fmla="*/ 0 w 609076"/>
                <a:gd name="connsiteY1" fmla="*/ 0 h 703802"/>
                <a:gd name="connsiteX2" fmla="*/ 0 w 609076"/>
                <a:gd name="connsiteY2" fmla="*/ 703803 h 703802"/>
              </a:gdLst>
              <a:ahLst/>
              <a:cxnLst>
                <a:cxn ang="0">
                  <a:pos x="connsiteX0" y="connsiteY0"/>
                </a:cxn>
                <a:cxn ang="0">
                  <a:pos x="connsiteX1" y="connsiteY1"/>
                </a:cxn>
                <a:cxn ang="0">
                  <a:pos x="connsiteX2" y="connsiteY2"/>
                </a:cxn>
              </a:cxnLst>
              <a:rect l="l" t="t" r="r" b="b"/>
              <a:pathLst>
                <a:path w="609076" h="703802">
                  <a:moveTo>
                    <a:pt x="609076" y="351902"/>
                  </a:moveTo>
                  <a:lnTo>
                    <a:pt x="0" y="0"/>
                  </a:lnTo>
                  <a:lnTo>
                    <a:pt x="0" y="703803"/>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3" name="任意多边形: 形状 72"/>
            <p:cNvSpPr/>
            <p:nvPr/>
          </p:nvSpPr>
          <p:spPr>
            <a:xfrm>
              <a:off x="1619011" y="6865286"/>
              <a:ext cx="609504" cy="703374"/>
            </a:xfrm>
            <a:custGeom>
              <a:avLst/>
              <a:gdLst>
                <a:gd name="connsiteX0" fmla="*/ 609505 w 609504"/>
                <a:gd name="connsiteY0" fmla="*/ 351473 h 703374"/>
                <a:gd name="connsiteX1" fmla="*/ 0 w 609504"/>
                <a:gd name="connsiteY1" fmla="*/ 0 h 703374"/>
                <a:gd name="connsiteX2" fmla="*/ 0 w 609504"/>
                <a:gd name="connsiteY2" fmla="*/ 703374 h 703374"/>
              </a:gdLst>
              <a:ahLst/>
              <a:cxnLst>
                <a:cxn ang="0">
                  <a:pos x="connsiteX0" y="connsiteY0"/>
                </a:cxn>
                <a:cxn ang="0">
                  <a:pos x="connsiteX1" y="connsiteY1"/>
                </a:cxn>
                <a:cxn ang="0">
                  <a:pos x="connsiteX2" y="connsiteY2"/>
                </a:cxn>
              </a:cxnLst>
              <a:rect l="l" t="t" r="r" b="b"/>
              <a:pathLst>
                <a:path w="609504" h="703374">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4" name="任意多边形: 形状 73"/>
            <p:cNvSpPr/>
            <p:nvPr/>
          </p:nvSpPr>
          <p:spPr>
            <a:xfrm>
              <a:off x="2228516" y="6513385"/>
              <a:ext cx="609076" cy="703373"/>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5" name="任意多边形: 形状 74"/>
            <p:cNvSpPr/>
            <p:nvPr/>
          </p:nvSpPr>
          <p:spPr>
            <a:xfrm>
              <a:off x="2837592" y="6161484"/>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76" name="任意多边形: 形状 75"/>
            <p:cNvSpPr/>
            <p:nvPr/>
          </p:nvSpPr>
          <p:spPr>
            <a:xfrm>
              <a:off x="2228516" y="5810011"/>
              <a:ext cx="609076" cy="703373"/>
            </a:xfrm>
            <a:custGeom>
              <a:avLst/>
              <a:gdLst>
                <a:gd name="connsiteX0" fmla="*/ 609076 w 609076"/>
                <a:gd name="connsiteY0" fmla="*/ 351473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7" name="任意多边形: 形状 76"/>
            <p:cNvSpPr/>
            <p:nvPr/>
          </p:nvSpPr>
          <p:spPr>
            <a:xfrm>
              <a:off x="1619011" y="545811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8" name="任意多边形: 形状 77"/>
            <p:cNvSpPr/>
            <p:nvPr/>
          </p:nvSpPr>
          <p:spPr>
            <a:xfrm>
              <a:off x="2228516" y="5106209"/>
              <a:ext cx="609076" cy="703802"/>
            </a:xfrm>
            <a:custGeom>
              <a:avLst/>
              <a:gdLst>
                <a:gd name="connsiteX0" fmla="*/ 609076 w 609076"/>
                <a:gd name="connsiteY0" fmla="*/ 351901 h 703802"/>
                <a:gd name="connsiteX1" fmla="*/ 0 w 609076"/>
                <a:gd name="connsiteY1" fmla="*/ 0 h 703802"/>
                <a:gd name="connsiteX2" fmla="*/ 0 w 609076"/>
                <a:gd name="connsiteY2" fmla="*/ 703802 h 703802"/>
              </a:gdLst>
              <a:ahLst/>
              <a:cxnLst>
                <a:cxn ang="0">
                  <a:pos x="connsiteX0" y="connsiteY0"/>
                </a:cxn>
                <a:cxn ang="0">
                  <a:pos x="connsiteX1" y="connsiteY1"/>
                </a:cxn>
                <a:cxn ang="0">
                  <a:pos x="connsiteX2" y="connsiteY2"/>
                </a:cxn>
              </a:cxnLst>
              <a:rect l="l" t="t" r="r" b="b"/>
              <a:pathLst>
                <a:path w="609076" h="703802">
                  <a:moveTo>
                    <a:pt x="609076"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79" name="任意多边形: 形状 78"/>
            <p:cNvSpPr/>
            <p:nvPr/>
          </p:nvSpPr>
          <p:spPr>
            <a:xfrm>
              <a:off x="1619011" y="7568660"/>
              <a:ext cx="609504" cy="703373"/>
            </a:xfrm>
            <a:custGeom>
              <a:avLst/>
              <a:gdLst>
                <a:gd name="connsiteX0" fmla="*/ 609505 w 609504"/>
                <a:gd name="connsiteY0" fmla="*/ 351901 h 703373"/>
                <a:gd name="connsiteX1" fmla="*/ 0 w 609504"/>
                <a:gd name="connsiteY1" fmla="*/ 0 h 703373"/>
                <a:gd name="connsiteX2" fmla="*/ 0 w 609504"/>
                <a:gd name="connsiteY2" fmla="*/ 703374 h 703373"/>
              </a:gdLst>
              <a:ahLst/>
              <a:cxnLst>
                <a:cxn ang="0">
                  <a:pos x="connsiteX0" y="connsiteY0"/>
                </a:cxn>
                <a:cxn ang="0">
                  <a:pos x="connsiteX1" y="connsiteY1"/>
                </a:cxn>
                <a:cxn ang="0">
                  <a:pos x="connsiteX2" y="connsiteY2"/>
                </a:cxn>
              </a:cxnLst>
              <a:rect l="l" t="t" r="r" b="b"/>
              <a:pathLst>
                <a:path w="609504" h="703373">
                  <a:moveTo>
                    <a:pt x="609505" y="351901"/>
                  </a:moveTo>
                  <a:lnTo>
                    <a:pt x="0" y="0"/>
                  </a:lnTo>
                  <a:lnTo>
                    <a:pt x="0" y="703374"/>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0" name="任意多边形: 形状 79"/>
            <p:cNvSpPr/>
            <p:nvPr/>
          </p:nvSpPr>
          <p:spPr>
            <a:xfrm>
              <a:off x="1619011" y="6161484"/>
              <a:ext cx="609504" cy="703802"/>
            </a:xfrm>
            <a:custGeom>
              <a:avLst/>
              <a:gdLst>
                <a:gd name="connsiteX0" fmla="*/ 609505 w 609504"/>
                <a:gd name="connsiteY0" fmla="*/ 351901 h 703802"/>
                <a:gd name="connsiteX1" fmla="*/ 0 w 609504"/>
                <a:gd name="connsiteY1" fmla="*/ 0 h 703802"/>
                <a:gd name="connsiteX2" fmla="*/ 0 w 609504"/>
                <a:gd name="connsiteY2" fmla="*/ 703802 h 703802"/>
              </a:gdLst>
              <a:ahLst/>
              <a:cxnLst>
                <a:cxn ang="0">
                  <a:pos x="connsiteX0" y="connsiteY0"/>
                </a:cxn>
                <a:cxn ang="0">
                  <a:pos x="connsiteX1" y="connsiteY1"/>
                </a:cxn>
                <a:cxn ang="0">
                  <a:pos x="connsiteX2" y="connsiteY2"/>
                </a:cxn>
              </a:cxnLst>
              <a:rect l="l" t="t" r="r" b="b"/>
              <a:pathLst>
                <a:path w="609504" h="703802">
                  <a:moveTo>
                    <a:pt x="609505" y="351901"/>
                  </a:moveTo>
                  <a:lnTo>
                    <a:pt x="0" y="0"/>
                  </a:lnTo>
                  <a:lnTo>
                    <a:pt x="0" y="703802"/>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1" name="任意多边形: 形状 80"/>
            <p:cNvSpPr/>
            <p:nvPr/>
          </p:nvSpPr>
          <p:spPr>
            <a:xfrm>
              <a:off x="1619011" y="7216758"/>
              <a:ext cx="609504" cy="703802"/>
            </a:xfrm>
            <a:custGeom>
              <a:avLst/>
              <a:gdLst>
                <a:gd name="connsiteX0" fmla="*/ 0 w 609504"/>
                <a:gd name="connsiteY0" fmla="*/ 351902 h 703802"/>
                <a:gd name="connsiteX1" fmla="*/ 609505 w 609504"/>
                <a:gd name="connsiteY1" fmla="*/ 703803 h 703802"/>
                <a:gd name="connsiteX2" fmla="*/ 609505 w 609504"/>
                <a:gd name="connsiteY2" fmla="*/ 0 h 703802"/>
              </a:gdLst>
              <a:ahLst/>
              <a:cxnLst>
                <a:cxn ang="0">
                  <a:pos x="connsiteX0" y="connsiteY0"/>
                </a:cxn>
                <a:cxn ang="0">
                  <a:pos x="connsiteX1" y="connsiteY1"/>
                </a:cxn>
                <a:cxn ang="0">
                  <a:pos x="connsiteX2" y="connsiteY2"/>
                </a:cxn>
              </a:cxnLst>
              <a:rect l="l" t="t" r="r" b="b"/>
              <a:pathLst>
                <a:path w="609504" h="703802">
                  <a:moveTo>
                    <a:pt x="0" y="351902"/>
                  </a:moveTo>
                  <a:lnTo>
                    <a:pt x="609505" y="703803"/>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5" name="任意多边形: 形状 84"/>
            <p:cNvSpPr/>
            <p:nvPr/>
          </p:nvSpPr>
          <p:spPr>
            <a:xfrm>
              <a:off x="1619011" y="6513385"/>
              <a:ext cx="609504" cy="703373"/>
            </a:xfrm>
            <a:custGeom>
              <a:avLst/>
              <a:gdLst>
                <a:gd name="connsiteX0" fmla="*/ 0 w 609504"/>
                <a:gd name="connsiteY0" fmla="*/ 351901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86" name="任意多边形: 形状 85"/>
            <p:cNvSpPr/>
            <p:nvPr/>
          </p:nvSpPr>
          <p:spPr>
            <a:xfrm>
              <a:off x="2228516" y="6161484"/>
              <a:ext cx="609076" cy="703802"/>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7" name="任意多边形: 形状 86"/>
            <p:cNvSpPr/>
            <p:nvPr/>
          </p:nvSpPr>
          <p:spPr>
            <a:xfrm>
              <a:off x="1619011" y="5810011"/>
              <a:ext cx="609504" cy="703373"/>
            </a:xfrm>
            <a:custGeom>
              <a:avLst/>
              <a:gdLst>
                <a:gd name="connsiteX0" fmla="*/ 0 w 609504"/>
                <a:gd name="connsiteY0" fmla="*/ 351473 h 703373"/>
                <a:gd name="connsiteX1" fmla="*/ 609505 w 609504"/>
                <a:gd name="connsiteY1" fmla="*/ 703374 h 703373"/>
                <a:gd name="connsiteX2" fmla="*/ 609505 w 609504"/>
                <a:gd name="connsiteY2" fmla="*/ 0 h 703373"/>
              </a:gdLst>
              <a:ahLst/>
              <a:cxnLst>
                <a:cxn ang="0">
                  <a:pos x="connsiteX0" y="connsiteY0"/>
                </a:cxn>
                <a:cxn ang="0">
                  <a:pos x="connsiteX1" y="connsiteY1"/>
                </a:cxn>
                <a:cxn ang="0">
                  <a:pos x="connsiteX2" y="connsiteY2"/>
                </a:cxn>
              </a:cxnLst>
              <a:rect l="l" t="t" r="r" b="b"/>
              <a:pathLst>
                <a:path w="609504" h="703373">
                  <a:moveTo>
                    <a:pt x="0" y="351473"/>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8" name="任意多边形: 形状 87"/>
            <p:cNvSpPr/>
            <p:nvPr/>
          </p:nvSpPr>
          <p:spPr>
            <a:xfrm>
              <a:off x="1622868" y="5026485"/>
              <a:ext cx="478774" cy="552926"/>
            </a:xfrm>
            <a:custGeom>
              <a:avLst/>
              <a:gdLst>
                <a:gd name="connsiteX0" fmla="*/ 0 w 478774"/>
                <a:gd name="connsiteY0" fmla="*/ 276463 h 552926"/>
                <a:gd name="connsiteX1" fmla="*/ 478774 w 478774"/>
                <a:gd name="connsiteY1" fmla="*/ 552926 h 552926"/>
                <a:gd name="connsiteX2" fmla="*/ 478774 w 478774"/>
                <a:gd name="connsiteY2" fmla="*/ 0 h 552926"/>
              </a:gdLst>
              <a:ahLst/>
              <a:cxnLst>
                <a:cxn ang="0">
                  <a:pos x="connsiteX0" y="connsiteY0"/>
                </a:cxn>
                <a:cxn ang="0">
                  <a:pos x="connsiteX1" y="connsiteY1"/>
                </a:cxn>
                <a:cxn ang="0">
                  <a:pos x="connsiteX2" y="connsiteY2"/>
                </a:cxn>
              </a:cxnLst>
              <a:rect l="l" t="t" r="r" b="b"/>
              <a:pathLst>
                <a:path w="478774" h="552926">
                  <a:moveTo>
                    <a:pt x="0" y="276463"/>
                  </a:moveTo>
                  <a:lnTo>
                    <a:pt x="478774" y="552926"/>
                  </a:lnTo>
                  <a:lnTo>
                    <a:pt x="478774"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89" name="任意多边形: 形状 88"/>
            <p:cNvSpPr/>
            <p:nvPr/>
          </p:nvSpPr>
          <p:spPr>
            <a:xfrm>
              <a:off x="2460830" y="5592270"/>
              <a:ext cx="376761" cy="435054"/>
            </a:xfrm>
            <a:custGeom>
              <a:avLst/>
              <a:gdLst>
                <a:gd name="connsiteX0" fmla="*/ 0 w 376761"/>
                <a:gd name="connsiteY0" fmla="*/ 217742 h 435054"/>
                <a:gd name="connsiteX1" fmla="*/ 376761 w 376761"/>
                <a:gd name="connsiteY1" fmla="*/ 435054 h 435054"/>
                <a:gd name="connsiteX2" fmla="*/ 376761 w 376761"/>
                <a:gd name="connsiteY2" fmla="*/ 0 h 435054"/>
              </a:gdLst>
              <a:ahLst/>
              <a:cxnLst>
                <a:cxn ang="0">
                  <a:pos x="connsiteX0" y="connsiteY0"/>
                </a:cxn>
                <a:cxn ang="0">
                  <a:pos x="connsiteX1" y="connsiteY1"/>
                </a:cxn>
                <a:cxn ang="0">
                  <a:pos x="connsiteX2" y="connsiteY2"/>
                </a:cxn>
              </a:cxnLst>
              <a:rect l="l" t="t" r="r" b="b"/>
              <a:pathLst>
                <a:path w="376761" h="435054">
                  <a:moveTo>
                    <a:pt x="0" y="217742"/>
                  </a:moveTo>
                  <a:lnTo>
                    <a:pt x="376761" y="435054"/>
                  </a:lnTo>
                  <a:lnTo>
                    <a:pt x="376761" y="0"/>
                  </a:lnTo>
                  <a:close/>
                </a:path>
              </a:pathLst>
            </a:custGeom>
            <a:solidFill>
              <a:schemeClr val="bg1"/>
            </a:solidFill>
            <a:ln w="4286" cap="flat">
              <a:solidFill>
                <a:srgbClr val="002DB0"/>
              </a:solidFill>
              <a:prstDash val="solid"/>
              <a:miter/>
            </a:ln>
          </p:spPr>
          <p:txBody>
            <a:bodyPr rtlCol="0" anchor="ctr"/>
            <a:lstStyle/>
            <a:p>
              <a:endParaRPr lang="zh-CN" altLang="en-US"/>
            </a:p>
          </p:txBody>
        </p:sp>
      </p:grpSp>
      <p:sp>
        <p:nvSpPr>
          <p:cNvPr id="97" name="任意多边形: 形状 96"/>
          <p:cNvSpPr/>
          <p:nvPr/>
        </p:nvSpPr>
        <p:spPr>
          <a:xfrm rot="10800000" flipH="1">
            <a:off x="11354073" y="1459037"/>
            <a:ext cx="850728" cy="981746"/>
          </a:xfrm>
          <a:custGeom>
            <a:avLst/>
            <a:gdLst>
              <a:gd name="connsiteX0" fmla="*/ 0 w 609505"/>
              <a:gd name="connsiteY0" fmla="*/ 351472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472"/>
                </a:moveTo>
                <a:lnTo>
                  <a:pt x="609505" y="703374"/>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8" name="任意多边形: 形状 97"/>
          <p:cNvSpPr/>
          <p:nvPr/>
        </p:nvSpPr>
        <p:spPr>
          <a:xfrm rot="10800000" flipH="1">
            <a:off x="10503943" y="967865"/>
            <a:ext cx="850129" cy="982345"/>
          </a:xfrm>
          <a:custGeom>
            <a:avLst/>
            <a:gdLst>
              <a:gd name="connsiteX0" fmla="*/ 0 w 609076"/>
              <a:gd name="connsiteY0" fmla="*/ 351901 h 703802"/>
              <a:gd name="connsiteX1" fmla="*/ 609076 w 609076"/>
              <a:gd name="connsiteY1" fmla="*/ 703802 h 703802"/>
              <a:gd name="connsiteX2" fmla="*/ 609076 w 609076"/>
              <a:gd name="connsiteY2" fmla="*/ 0 h 703802"/>
            </a:gdLst>
            <a:ahLst/>
            <a:cxnLst>
              <a:cxn ang="0">
                <a:pos x="connsiteX0" y="connsiteY0"/>
              </a:cxn>
              <a:cxn ang="0">
                <a:pos x="connsiteX1" y="connsiteY1"/>
              </a:cxn>
              <a:cxn ang="0">
                <a:pos x="connsiteX2" y="connsiteY2"/>
              </a:cxn>
            </a:cxnLst>
            <a:rect l="l" t="t" r="r" b="b"/>
            <a:pathLst>
              <a:path w="609076" h="703802">
                <a:moveTo>
                  <a:pt x="0" y="351901"/>
                </a:moveTo>
                <a:lnTo>
                  <a:pt x="609076" y="703802"/>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99" name="任意多边形: 形状 98"/>
          <p:cNvSpPr/>
          <p:nvPr/>
        </p:nvSpPr>
        <p:spPr>
          <a:xfrm rot="10800000" flipH="1">
            <a:off x="9653814" y="47729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0" name="任意多边形: 形状 99"/>
          <p:cNvSpPr/>
          <p:nvPr/>
        </p:nvSpPr>
        <p:spPr>
          <a:xfrm rot="10800000" flipH="1">
            <a:off x="10503943" y="-13883"/>
            <a:ext cx="850129" cy="981746"/>
          </a:xfrm>
          <a:custGeom>
            <a:avLst/>
            <a:gdLst>
              <a:gd name="connsiteX0" fmla="*/ 0 w 609076"/>
              <a:gd name="connsiteY0" fmla="*/ 351473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473"/>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2" name="任意多边形: 形状 101"/>
          <p:cNvSpPr/>
          <p:nvPr/>
        </p:nvSpPr>
        <p:spPr>
          <a:xfrm rot="10800000" flipH="1">
            <a:off x="10503943" y="-995629"/>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3" name="任意多边形: 形状 102"/>
          <p:cNvSpPr/>
          <p:nvPr/>
        </p:nvSpPr>
        <p:spPr>
          <a:xfrm rot="10800000" flipH="1">
            <a:off x="11354073" y="2440783"/>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4" name="任意多边形: 形状 103"/>
          <p:cNvSpPr/>
          <p:nvPr/>
        </p:nvSpPr>
        <p:spPr>
          <a:xfrm rot="10800000" flipH="1">
            <a:off x="11354073" y="47729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5" name="任意多边形: 形状 104" descr="D:\51PPT模板网\51pptmoban.com\图片.jpg"/>
          <p:cNvSpPr/>
          <p:nvPr/>
        </p:nvSpPr>
        <p:spPr>
          <a:xfrm rot="10800000" flipH="1">
            <a:off x="11354073" y="1950210"/>
            <a:ext cx="850728" cy="981746"/>
          </a:xfrm>
          <a:custGeom>
            <a:avLst/>
            <a:gdLst>
              <a:gd name="connsiteX0" fmla="*/ 609505 w 609505"/>
              <a:gd name="connsiteY0" fmla="*/ 351901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901"/>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08" name="任意多边形: 形状 107"/>
          <p:cNvSpPr/>
          <p:nvPr/>
        </p:nvSpPr>
        <p:spPr>
          <a:xfrm rot="10800000" flipH="1">
            <a:off x="11354073" y="2931957"/>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1" name="任意多边形: 形状 110"/>
          <p:cNvSpPr/>
          <p:nvPr/>
        </p:nvSpPr>
        <p:spPr>
          <a:xfrm rot="10800000" flipH="1">
            <a:off x="11354073" y="-13883"/>
            <a:ext cx="850728" cy="981746"/>
          </a:xfrm>
          <a:custGeom>
            <a:avLst/>
            <a:gdLst>
              <a:gd name="connsiteX0" fmla="*/ 609505 w 609505"/>
              <a:gd name="connsiteY0" fmla="*/ 351473 h 703373"/>
              <a:gd name="connsiteX1" fmla="*/ 0 w 609505"/>
              <a:gd name="connsiteY1" fmla="*/ 0 h 703373"/>
              <a:gd name="connsiteX2" fmla="*/ 0 w 609505"/>
              <a:gd name="connsiteY2" fmla="*/ 703374 h 703373"/>
            </a:gdLst>
            <a:ahLst/>
            <a:cxnLst>
              <a:cxn ang="0">
                <a:pos x="connsiteX0" y="connsiteY0"/>
              </a:cxn>
              <a:cxn ang="0">
                <a:pos x="connsiteX1" y="connsiteY1"/>
              </a:cxn>
              <a:cxn ang="0">
                <a:pos x="connsiteX2" y="connsiteY2"/>
              </a:cxn>
            </a:cxnLst>
            <a:rect l="l" t="t" r="r" b="b"/>
            <a:pathLst>
              <a:path w="609505" h="703373">
                <a:moveTo>
                  <a:pt x="609505" y="351473"/>
                </a:moveTo>
                <a:lnTo>
                  <a:pt x="0" y="0"/>
                </a:lnTo>
                <a:lnTo>
                  <a:pt x="0" y="703374"/>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2" name="任意多边形: 形状 111"/>
          <p:cNvSpPr/>
          <p:nvPr/>
        </p:nvSpPr>
        <p:spPr>
          <a:xfrm rot="10800000" flipH="1">
            <a:off x="11531158" y="-1107504"/>
            <a:ext cx="668258" cy="771756"/>
          </a:xfrm>
          <a:custGeom>
            <a:avLst/>
            <a:gdLst>
              <a:gd name="connsiteX0" fmla="*/ 478774 w 478774"/>
              <a:gd name="connsiteY0" fmla="*/ 276463 h 552925"/>
              <a:gd name="connsiteX1" fmla="*/ 0 w 478774"/>
              <a:gd name="connsiteY1" fmla="*/ 0 h 552925"/>
              <a:gd name="connsiteX2" fmla="*/ 0 w 478774"/>
              <a:gd name="connsiteY2" fmla="*/ 552926 h 552925"/>
            </a:gdLst>
            <a:ahLst/>
            <a:cxnLst>
              <a:cxn ang="0">
                <a:pos x="connsiteX0" y="connsiteY0"/>
              </a:cxn>
              <a:cxn ang="0">
                <a:pos x="connsiteX1" y="connsiteY1"/>
              </a:cxn>
              <a:cxn ang="0">
                <a:pos x="connsiteX2" y="connsiteY2"/>
              </a:cxn>
            </a:cxnLst>
            <a:rect l="l" t="t" r="r" b="b"/>
            <a:pathLst>
              <a:path w="478774" h="552925">
                <a:moveTo>
                  <a:pt x="478774" y="276463"/>
                </a:moveTo>
                <a:lnTo>
                  <a:pt x="0" y="0"/>
                </a:lnTo>
                <a:lnTo>
                  <a:pt x="0" y="552926"/>
                </a:lnTo>
                <a:close/>
              </a:path>
            </a:pathLst>
          </a:custGeom>
          <a:solidFill>
            <a:schemeClr val="bg1"/>
          </a:solidFill>
          <a:ln w="4286" cap="flat">
            <a:solidFill>
              <a:srgbClr val="002DB0"/>
            </a:solidFill>
            <a:prstDash val="solid"/>
            <a:miter/>
          </a:ln>
        </p:spPr>
        <p:txBody>
          <a:bodyPr rtlCol="0" anchor="ctr"/>
          <a:lstStyle/>
          <a:p>
            <a:endParaRPr lang="zh-CN" altLang="en-US"/>
          </a:p>
        </p:txBody>
      </p:sp>
      <p:sp>
        <p:nvSpPr>
          <p:cNvPr id="113" name="任意多边形: 形状 112"/>
          <p:cNvSpPr/>
          <p:nvPr/>
        </p:nvSpPr>
        <p:spPr>
          <a:xfrm rot="10800000" flipH="1">
            <a:off x="10503943" y="-317800"/>
            <a:ext cx="525871" cy="607834"/>
          </a:xfrm>
          <a:custGeom>
            <a:avLst/>
            <a:gdLst>
              <a:gd name="connsiteX0" fmla="*/ 376761 w 376761"/>
              <a:gd name="connsiteY0" fmla="*/ 217742 h 435483"/>
              <a:gd name="connsiteX1" fmla="*/ 0 w 376761"/>
              <a:gd name="connsiteY1" fmla="*/ 0 h 435483"/>
              <a:gd name="connsiteX2" fmla="*/ 0 w 376761"/>
              <a:gd name="connsiteY2" fmla="*/ 435483 h 435483"/>
            </a:gdLst>
            <a:ahLst/>
            <a:cxnLst>
              <a:cxn ang="0">
                <a:pos x="connsiteX0" y="connsiteY0"/>
              </a:cxn>
              <a:cxn ang="0">
                <a:pos x="connsiteX1" y="connsiteY1"/>
              </a:cxn>
              <a:cxn ang="0">
                <a:pos x="connsiteX2" y="connsiteY2"/>
              </a:cxn>
            </a:cxnLst>
            <a:rect l="l" t="t" r="r" b="b"/>
            <a:pathLst>
              <a:path w="376761" h="435483">
                <a:moveTo>
                  <a:pt x="376761" y="217742"/>
                </a:moveTo>
                <a:lnTo>
                  <a:pt x="0" y="0"/>
                </a:lnTo>
                <a:lnTo>
                  <a:pt x="0" y="435483"/>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96" name="任意多边形: 形状 95" descr="D:\51PPT模板网\51pptmoban.com\图片.jpg"/>
          <p:cNvSpPr/>
          <p:nvPr/>
        </p:nvSpPr>
        <p:spPr>
          <a:xfrm rot="10800000" flipH="1">
            <a:off x="10503943" y="1950210"/>
            <a:ext cx="850129" cy="981746"/>
          </a:xfrm>
          <a:custGeom>
            <a:avLst/>
            <a:gdLst>
              <a:gd name="connsiteX0" fmla="*/ 0 w 609076"/>
              <a:gd name="connsiteY0" fmla="*/ 351901 h 703373"/>
              <a:gd name="connsiteX1" fmla="*/ 609076 w 609076"/>
              <a:gd name="connsiteY1" fmla="*/ 703374 h 703373"/>
              <a:gd name="connsiteX2" fmla="*/ 609076 w 609076"/>
              <a:gd name="connsiteY2" fmla="*/ 0 h 703373"/>
            </a:gdLst>
            <a:ahLst/>
            <a:cxnLst>
              <a:cxn ang="0">
                <a:pos x="connsiteX0" y="connsiteY0"/>
              </a:cxn>
              <a:cxn ang="0">
                <a:pos x="connsiteX1" y="connsiteY1"/>
              </a:cxn>
              <a:cxn ang="0">
                <a:pos x="connsiteX2" y="connsiteY2"/>
              </a:cxn>
            </a:cxnLst>
            <a:rect l="l" t="t" r="r" b="b"/>
            <a:pathLst>
              <a:path w="609076" h="703373">
                <a:moveTo>
                  <a:pt x="0" y="351901"/>
                </a:moveTo>
                <a:lnTo>
                  <a:pt x="609076" y="703374"/>
                </a:lnTo>
                <a:lnTo>
                  <a:pt x="609076"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1" name="任意多边形: 形状 100"/>
          <p:cNvSpPr/>
          <p:nvPr/>
        </p:nvSpPr>
        <p:spPr>
          <a:xfrm rot="10800000" flipH="1">
            <a:off x="11354073" y="-505055"/>
            <a:ext cx="850728" cy="982345"/>
          </a:xfrm>
          <a:custGeom>
            <a:avLst/>
            <a:gdLst>
              <a:gd name="connsiteX0" fmla="*/ 0 w 609505"/>
              <a:gd name="connsiteY0" fmla="*/ 351901 h 703802"/>
              <a:gd name="connsiteX1" fmla="*/ 609505 w 609505"/>
              <a:gd name="connsiteY1" fmla="*/ 703802 h 703802"/>
              <a:gd name="connsiteX2" fmla="*/ 609505 w 609505"/>
              <a:gd name="connsiteY2" fmla="*/ 0 h 703802"/>
            </a:gdLst>
            <a:ahLst/>
            <a:cxnLst>
              <a:cxn ang="0">
                <a:pos x="connsiteX0" y="connsiteY0"/>
              </a:cxn>
              <a:cxn ang="0">
                <a:pos x="connsiteX1" y="connsiteY1"/>
              </a:cxn>
              <a:cxn ang="0">
                <a:pos x="connsiteX2" y="connsiteY2"/>
              </a:cxn>
            </a:cxnLst>
            <a:rect l="l" t="t" r="r" b="b"/>
            <a:pathLst>
              <a:path w="609505" h="703802">
                <a:moveTo>
                  <a:pt x="0" y="351901"/>
                </a:moveTo>
                <a:lnTo>
                  <a:pt x="609505" y="703802"/>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7" name="任意多边形: 形状 106"/>
          <p:cNvSpPr/>
          <p:nvPr/>
        </p:nvSpPr>
        <p:spPr>
          <a:xfrm rot="10800000" flipH="1">
            <a:off x="11354073" y="3423130"/>
            <a:ext cx="850728" cy="981746"/>
          </a:xfrm>
          <a:custGeom>
            <a:avLst/>
            <a:gdLst>
              <a:gd name="connsiteX0" fmla="*/ 0 w 609505"/>
              <a:gd name="connsiteY0" fmla="*/ 351901 h 703373"/>
              <a:gd name="connsiteX1" fmla="*/ 609505 w 609505"/>
              <a:gd name="connsiteY1" fmla="*/ 703374 h 703373"/>
              <a:gd name="connsiteX2" fmla="*/ 609505 w 609505"/>
              <a:gd name="connsiteY2" fmla="*/ 0 h 703373"/>
            </a:gdLst>
            <a:ahLst/>
            <a:cxnLst>
              <a:cxn ang="0">
                <a:pos x="connsiteX0" y="connsiteY0"/>
              </a:cxn>
              <a:cxn ang="0">
                <a:pos x="connsiteX1" y="connsiteY1"/>
              </a:cxn>
              <a:cxn ang="0">
                <a:pos x="connsiteX2" y="connsiteY2"/>
              </a:cxn>
            </a:cxnLst>
            <a:rect l="l" t="t" r="r" b="b"/>
            <a:pathLst>
              <a:path w="609505" h="703373">
                <a:moveTo>
                  <a:pt x="0" y="351901"/>
                </a:moveTo>
                <a:lnTo>
                  <a:pt x="609505" y="703374"/>
                </a:lnTo>
                <a:lnTo>
                  <a:pt x="609505" y="0"/>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09" name="任意多边形: 形状 108"/>
          <p:cNvSpPr/>
          <p:nvPr/>
        </p:nvSpPr>
        <p:spPr>
          <a:xfrm rot="10800000" flipH="1">
            <a:off x="11354073" y="967865"/>
            <a:ext cx="850728" cy="982345"/>
          </a:xfrm>
          <a:custGeom>
            <a:avLst/>
            <a:gdLst>
              <a:gd name="connsiteX0" fmla="*/ 609505 w 609505"/>
              <a:gd name="connsiteY0" fmla="*/ 351901 h 703802"/>
              <a:gd name="connsiteX1" fmla="*/ 0 w 609505"/>
              <a:gd name="connsiteY1" fmla="*/ 0 h 703802"/>
              <a:gd name="connsiteX2" fmla="*/ 0 w 609505"/>
              <a:gd name="connsiteY2" fmla="*/ 703802 h 703802"/>
            </a:gdLst>
            <a:ahLst/>
            <a:cxnLst>
              <a:cxn ang="0">
                <a:pos x="connsiteX0" y="connsiteY0"/>
              </a:cxn>
              <a:cxn ang="0">
                <a:pos x="connsiteX1" y="connsiteY1"/>
              </a:cxn>
              <a:cxn ang="0">
                <a:pos x="connsiteX2" y="connsiteY2"/>
              </a:cxn>
            </a:cxnLst>
            <a:rect l="l" t="t" r="r" b="b"/>
            <a:pathLst>
              <a:path w="609505" h="703802">
                <a:moveTo>
                  <a:pt x="609505" y="351901"/>
                </a:moveTo>
                <a:lnTo>
                  <a:pt x="0" y="0"/>
                </a:lnTo>
                <a:lnTo>
                  <a:pt x="0" y="703802"/>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10" name="任意多边形: 形状 109"/>
          <p:cNvSpPr/>
          <p:nvPr/>
        </p:nvSpPr>
        <p:spPr>
          <a:xfrm rot="10800000" flipH="1">
            <a:off x="10503943" y="477290"/>
            <a:ext cx="850129" cy="981746"/>
          </a:xfrm>
          <a:custGeom>
            <a:avLst/>
            <a:gdLst>
              <a:gd name="connsiteX0" fmla="*/ 609076 w 609076"/>
              <a:gd name="connsiteY0" fmla="*/ 351901 h 703373"/>
              <a:gd name="connsiteX1" fmla="*/ 0 w 609076"/>
              <a:gd name="connsiteY1" fmla="*/ 0 h 703373"/>
              <a:gd name="connsiteX2" fmla="*/ 0 w 609076"/>
              <a:gd name="connsiteY2" fmla="*/ 703374 h 703373"/>
            </a:gdLst>
            <a:ahLst/>
            <a:cxnLst>
              <a:cxn ang="0">
                <a:pos x="connsiteX0" y="connsiteY0"/>
              </a:cxn>
              <a:cxn ang="0">
                <a:pos x="connsiteX1" y="connsiteY1"/>
              </a:cxn>
              <a:cxn ang="0">
                <a:pos x="connsiteX2" y="connsiteY2"/>
              </a:cxn>
            </a:cxnLst>
            <a:rect l="l" t="t" r="r" b="b"/>
            <a:pathLst>
              <a:path w="609076" h="703373">
                <a:moveTo>
                  <a:pt x="609076" y="351901"/>
                </a:moveTo>
                <a:lnTo>
                  <a:pt x="0" y="0"/>
                </a:lnTo>
                <a:lnTo>
                  <a:pt x="0" y="703374"/>
                </a:lnTo>
                <a:close/>
              </a:path>
            </a:pathLst>
          </a:custGeom>
          <a:solidFill>
            <a:schemeClr val="bg1"/>
          </a:solidFill>
          <a:ln w="12700" cap="flat">
            <a:solidFill>
              <a:srgbClr val="002DB0"/>
            </a:solidFill>
            <a:prstDash val="solid"/>
            <a:miter/>
          </a:ln>
        </p:spPr>
        <p:txBody>
          <a:bodyPr rtlCol="0" anchor="ctr"/>
          <a:lstStyle/>
          <a:p>
            <a:endParaRPr lang="zh-CN" altLang="en-US"/>
          </a:p>
        </p:txBody>
      </p:sp>
      <p:sp>
        <p:nvSpPr>
          <p:cNvPr id="16" name="文本框 15"/>
          <p:cNvSpPr txBox="1"/>
          <p:nvPr/>
        </p:nvSpPr>
        <p:spPr>
          <a:xfrm>
            <a:off x="4785384" y="1911810"/>
            <a:ext cx="2621230" cy="830997"/>
          </a:xfrm>
          <a:prstGeom prst="rect">
            <a:avLst/>
          </a:prstGeom>
          <a:noFill/>
        </p:spPr>
        <p:txBody>
          <a:bodyPr wrap="none" rtlCol="0">
            <a:spAutoFit/>
          </a:bodyPr>
          <a:lstStyle/>
          <a:p>
            <a:r>
              <a:rPr lang="zh-CN" altLang="en-US" sz="4800" dirty="0">
                <a:solidFill>
                  <a:schemeClr val="tx1">
                    <a:lumMod val="95000"/>
                    <a:lumOff val="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rPr>
              <a:t>谢谢观看</a:t>
            </a:r>
            <a:endParaRPr lang="zh-CN" altLang="en-US" sz="4800" dirty="0">
              <a:solidFill>
                <a:schemeClr val="tx1">
                  <a:lumMod val="95000"/>
                  <a:lumOff val="5000"/>
                </a:schemeClr>
              </a:solidFill>
              <a:latin typeface="阿里巴巴普惠体 2.0 115 Black" panose="00020600040101010101" pitchFamily="18" charset="-122"/>
              <a:ea typeface="阿里巴巴普惠体 2.0 115 Black" panose="00020600040101010101" pitchFamily="18" charset="-122"/>
              <a:cs typeface="阿里巴巴普惠体 2.0 115 Black" panose="00020600040101010101" pitchFamily="18" charset="-122"/>
            </a:endParaRPr>
          </a:p>
        </p:txBody>
      </p:sp>
      <p:sp>
        <p:nvSpPr>
          <p:cNvPr id="606" name="文本框 605"/>
          <p:cNvSpPr txBox="1"/>
          <p:nvPr/>
        </p:nvSpPr>
        <p:spPr>
          <a:xfrm>
            <a:off x="4980149" y="840097"/>
            <a:ext cx="1986441" cy="1015663"/>
          </a:xfrm>
          <a:prstGeom prst="rect">
            <a:avLst/>
          </a:prstGeom>
          <a:noFill/>
        </p:spPr>
        <p:txBody>
          <a:bodyPr wrap="none" rtlCol="0">
            <a:spAutoFit/>
          </a:bodyPr>
          <a:lstStyle/>
          <a:p>
            <a:r>
              <a:rPr lang="en-US" altLang="zh-CN" sz="6000" dirty="0">
                <a:gradFill flip="none" rotWithShape="1">
                  <a:gsLst>
                    <a:gs pos="0">
                      <a:srgbClr val="002DB0"/>
                    </a:gs>
                    <a:gs pos="55000">
                      <a:srgbClr val="002DB0">
                        <a:alpha val="19000"/>
                      </a:srgbClr>
                    </a:gs>
                    <a:gs pos="83000">
                      <a:srgbClr val="002DB0">
                        <a:alpha val="0"/>
                      </a:srgbClr>
                    </a:gs>
                  </a:gsLst>
                  <a:lin ang="5400000" scaled="1"/>
                  <a:tileRect/>
                </a:gradFill>
                <a:latin typeface="MiSans Heavy" panose="00000A00000000000000" pitchFamily="2" charset="-122"/>
                <a:ea typeface="MiSans Heavy" panose="00000A00000000000000" pitchFamily="2" charset="-122"/>
              </a:rPr>
              <a:t>2024</a:t>
            </a:r>
            <a:endParaRPr lang="zh-CN" altLang="en-US" sz="6000" dirty="0">
              <a:gradFill flip="none" rotWithShape="1">
                <a:gsLst>
                  <a:gs pos="0">
                    <a:srgbClr val="002DB0"/>
                  </a:gs>
                  <a:gs pos="55000">
                    <a:srgbClr val="002DB0">
                      <a:alpha val="19000"/>
                    </a:srgbClr>
                  </a:gs>
                  <a:gs pos="83000">
                    <a:srgbClr val="002DB0">
                      <a:alpha val="0"/>
                    </a:srgbClr>
                  </a:gs>
                </a:gsLst>
                <a:lin ang="5400000" scaled="1"/>
                <a:tileRect/>
              </a:gradFill>
              <a:latin typeface="MiSans Heavy" panose="00000A00000000000000" pitchFamily="2" charset="-122"/>
              <a:ea typeface="MiSans Heavy" panose="00000A00000000000000" pitchFamily="2" charset="-122"/>
            </a:endParaRPr>
          </a:p>
        </p:txBody>
      </p:sp>
      <p:sp>
        <p:nvSpPr>
          <p:cNvPr id="2" name="矩形: 剪去对角 1" descr="D:\51PPT模板网\51pptmoban.com\图片.jpg"/>
          <p:cNvSpPr/>
          <p:nvPr/>
        </p:nvSpPr>
        <p:spPr>
          <a:xfrm>
            <a:off x="2652486" y="3493284"/>
            <a:ext cx="7115628" cy="499321"/>
          </a:xfrm>
          <a:prstGeom prst="snip2DiagRect">
            <a:avLst>
              <a:gd name="adj1" fmla="val 50000"/>
              <a:gd name="adj2" fmla="val 50000"/>
            </a:avLst>
          </a:prstGeom>
          <a:solidFill>
            <a:schemeClr val="bg1"/>
          </a:solidFill>
          <a:ln w="4286" cap="flat">
            <a:solidFill>
              <a:srgbClr val="002DB0"/>
            </a:solidFill>
            <a:prstDash val="solid"/>
            <a:miter/>
          </a:ln>
        </p:spPr>
        <p:txBody>
          <a:bodyPr rtlCol="0" anchor="ctr"/>
          <a:lstStyle/>
          <a:p>
            <a:endParaRPr lang="zh-CN" altLang="en-US"/>
          </a:p>
        </p:txBody>
      </p:sp>
      <p:sp>
        <p:nvSpPr>
          <p:cNvPr id="3" name="文本框 2"/>
          <p:cNvSpPr txBox="1"/>
          <p:nvPr/>
        </p:nvSpPr>
        <p:spPr>
          <a:xfrm>
            <a:off x="2919606" y="3573667"/>
            <a:ext cx="7200458" cy="338554"/>
          </a:xfrm>
          <a:prstGeom prst="rect">
            <a:avLst/>
          </a:prstGeom>
          <a:noFill/>
        </p:spPr>
        <p:txBody>
          <a:bodyPr wrap="square" rtlCol="0">
            <a:spAutoFit/>
          </a:bodyPr>
          <a:lstStyle/>
          <a:p>
            <a:r>
              <a:rPr lang="zh-CN" altLang="en-US" sz="1600" b="1" dirty="0">
                <a:solidFill>
                  <a:schemeClr val="tx1">
                    <a:lumMod val="95000"/>
                    <a:lumOff val="5000"/>
                  </a:schemeClr>
                </a:solidFill>
              </a:rPr>
              <a:t>组长：刘逸</a:t>
            </a:r>
            <a:r>
              <a:rPr lang="en-US" altLang="zh-CN" sz="1600" b="1" dirty="0">
                <a:solidFill>
                  <a:schemeClr val="tx1">
                    <a:lumMod val="95000"/>
                    <a:lumOff val="5000"/>
                  </a:schemeClr>
                </a:solidFill>
              </a:rPr>
              <a:t>	</a:t>
            </a:r>
            <a:r>
              <a:rPr lang="zh-CN" altLang="en-US" sz="1600" b="1" dirty="0">
                <a:solidFill>
                  <a:schemeClr val="tx1">
                    <a:lumMod val="95000"/>
                    <a:lumOff val="5000"/>
                  </a:schemeClr>
                </a:solidFill>
              </a:rPr>
              <a:t>组员：何禹辰 罗苏涵 史博文 毛棵粲 李俊兴 梁俊杰</a:t>
            </a:r>
            <a:endParaRPr lang="zh-CN" altLang="en-US" sz="1600" b="1" dirty="0">
              <a:solidFill>
                <a:schemeClr val="tx1">
                  <a:lumMod val="95000"/>
                  <a:lumOff val="5000"/>
                </a:schemeClr>
              </a:solidFill>
            </a:endParaRPr>
          </a:p>
        </p:txBody>
      </p:sp>
      <p:grpSp>
        <p:nvGrpSpPr>
          <p:cNvPr id="4" name="组合 3"/>
          <p:cNvGrpSpPr/>
          <p:nvPr/>
        </p:nvGrpSpPr>
        <p:grpSpPr>
          <a:xfrm>
            <a:off x="3857810" y="5479478"/>
            <a:ext cx="4313944" cy="315056"/>
            <a:chOff x="1253246" y="4118390"/>
            <a:chExt cx="4313944" cy="315056"/>
          </a:xfrm>
        </p:grpSpPr>
        <p:sp>
          <p:nvSpPr>
            <p:cNvPr id="5" name="文本框 4"/>
            <p:cNvSpPr txBox="1"/>
            <p:nvPr/>
          </p:nvSpPr>
          <p:spPr>
            <a:xfrm>
              <a:off x="1561022" y="4125669"/>
              <a:ext cx="2027128" cy="307777"/>
            </a:xfrm>
            <a:prstGeom prst="rect">
              <a:avLst/>
            </a:prstGeom>
            <a:noFill/>
          </p:spPr>
          <p:txBody>
            <a:bodyPr wrap="square" rtlCol="0">
              <a:spAutoFit/>
            </a:bodyPr>
            <a:lstStyle>
              <a:defPPr>
                <a:defRPr lang="zh-CN"/>
              </a:defPPr>
              <a:lvl1pPr>
                <a:defRPr sz="1000" b="1">
                  <a:solidFill>
                    <a:schemeClr val="tx1">
                      <a:lumMod val="65000"/>
                      <a:lumOff val="3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lang="zh-CN" altLang="en-US" sz="1400" dirty="0">
                  <a:solidFill>
                    <a:schemeClr val="tx1">
                      <a:lumMod val="75000"/>
                      <a:lumOff val="25000"/>
                    </a:schemeClr>
                  </a:solidFill>
                  <a:latin typeface="+mn-lt"/>
                  <a:ea typeface="+mn-ea"/>
                  <a:cs typeface="+mn-ea"/>
                  <a:sym typeface="+mn-lt"/>
                </a:rPr>
                <a:t>汇报人：刘逸 史博文</a:t>
              </a:r>
              <a:endParaRPr lang="zh-CN" altLang="en-US" sz="1400" dirty="0">
                <a:solidFill>
                  <a:schemeClr val="tx1">
                    <a:lumMod val="75000"/>
                    <a:lumOff val="25000"/>
                  </a:schemeClr>
                </a:solidFill>
                <a:latin typeface="+mn-lt"/>
                <a:ea typeface="+mn-ea"/>
                <a:cs typeface="+mn-ea"/>
                <a:sym typeface="+mn-lt"/>
              </a:endParaRPr>
            </a:p>
          </p:txBody>
        </p:sp>
        <p:sp>
          <p:nvSpPr>
            <p:cNvPr id="6" name="iconfont-10019-4889788"/>
            <p:cNvSpPr/>
            <p:nvPr/>
          </p:nvSpPr>
          <p:spPr>
            <a:xfrm>
              <a:off x="1253246" y="4118392"/>
              <a:ext cx="307776" cy="307776"/>
            </a:xfrm>
            <a:custGeom>
              <a:avLst/>
              <a:gdLst>
                <a:gd name="T0" fmla="*/ 6383 w 12767"/>
                <a:gd name="T1" fmla="*/ 0 h 12767"/>
                <a:gd name="T2" fmla="*/ 0 w 12767"/>
                <a:gd name="T3" fmla="*/ 6383 h 12767"/>
                <a:gd name="T4" fmla="*/ 6383 w 12767"/>
                <a:gd name="T5" fmla="*/ 12767 h 12767"/>
                <a:gd name="T6" fmla="*/ 12767 w 12767"/>
                <a:gd name="T7" fmla="*/ 6383 h 12767"/>
                <a:gd name="T8" fmla="*/ 6383 w 12767"/>
                <a:gd name="T9" fmla="*/ 0 h 12767"/>
                <a:gd name="T10" fmla="*/ 6383 w 12767"/>
                <a:gd name="T11" fmla="*/ 870 h 12767"/>
                <a:gd name="T12" fmla="*/ 11897 w 12767"/>
                <a:gd name="T13" fmla="*/ 6383 h 12767"/>
                <a:gd name="T14" fmla="*/ 11032 w 12767"/>
                <a:gd name="T15" fmla="*/ 9349 h 12767"/>
                <a:gd name="T16" fmla="*/ 7524 w 12767"/>
                <a:gd name="T17" fmla="*/ 7451 h 12767"/>
                <a:gd name="T18" fmla="*/ 9004 w 12767"/>
                <a:gd name="T19" fmla="*/ 5101 h 12767"/>
                <a:gd name="T20" fmla="*/ 6393 w 12767"/>
                <a:gd name="T21" fmla="*/ 2489 h 12767"/>
                <a:gd name="T22" fmla="*/ 3781 w 12767"/>
                <a:gd name="T23" fmla="*/ 5101 h 12767"/>
                <a:gd name="T24" fmla="*/ 5261 w 12767"/>
                <a:gd name="T25" fmla="*/ 7451 h 12767"/>
                <a:gd name="T26" fmla="*/ 1743 w 12767"/>
                <a:gd name="T27" fmla="*/ 9361 h 12767"/>
                <a:gd name="T28" fmla="*/ 870 w 12767"/>
                <a:gd name="T29" fmla="*/ 6383 h 12767"/>
                <a:gd name="T30" fmla="*/ 6383 w 12767"/>
                <a:gd name="T31" fmla="*/ 870 h 12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767" h="12767">
                  <a:moveTo>
                    <a:pt x="6383" y="0"/>
                  </a:moveTo>
                  <a:cubicBezTo>
                    <a:pt x="2858" y="0"/>
                    <a:pt x="0" y="2858"/>
                    <a:pt x="0" y="6383"/>
                  </a:cubicBezTo>
                  <a:cubicBezTo>
                    <a:pt x="0" y="9909"/>
                    <a:pt x="2858" y="12767"/>
                    <a:pt x="6383" y="12767"/>
                  </a:cubicBezTo>
                  <a:cubicBezTo>
                    <a:pt x="9909" y="12767"/>
                    <a:pt x="12767" y="9909"/>
                    <a:pt x="12767" y="6383"/>
                  </a:cubicBezTo>
                  <a:cubicBezTo>
                    <a:pt x="12767" y="2858"/>
                    <a:pt x="9909" y="0"/>
                    <a:pt x="6383" y="0"/>
                  </a:cubicBezTo>
                  <a:close/>
                  <a:moveTo>
                    <a:pt x="6383" y="870"/>
                  </a:moveTo>
                  <a:cubicBezTo>
                    <a:pt x="9428" y="870"/>
                    <a:pt x="11897" y="3339"/>
                    <a:pt x="11897" y="6383"/>
                  </a:cubicBezTo>
                  <a:cubicBezTo>
                    <a:pt x="11897" y="7475"/>
                    <a:pt x="11579" y="8493"/>
                    <a:pt x="11032" y="9349"/>
                  </a:cubicBezTo>
                  <a:cubicBezTo>
                    <a:pt x="10114" y="8379"/>
                    <a:pt x="8895" y="7697"/>
                    <a:pt x="7524" y="7451"/>
                  </a:cubicBezTo>
                  <a:cubicBezTo>
                    <a:pt x="8399" y="7030"/>
                    <a:pt x="9004" y="6137"/>
                    <a:pt x="9004" y="5101"/>
                  </a:cubicBezTo>
                  <a:cubicBezTo>
                    <a:pt x="9004" y="3658"/>
                    <a:pt x="7835" y="2489"/>
                    <a:pt x="6393" y="2489"/>
                  </a:cubicBezTo>
                  <a:cubicBezTo>
                    <a:pt x="4950" y="2489"/>
                    <a:pt x="3781" y="3658"/>
                    <a:pt x="3781" y="5101"/>
                  </a:cubicBezTo>
                  <a:cubicBezTo>
                    <a:pt x="3781" y="6137"/>
                    <a:pt x="4386" y="7030"/>
                    <a:pt x="5261" y="7451"/>
                  </a:cubicBezTo>
                  <a:cubicBezTo>
                    <a:pt x="3885" y="7698"/>
                    <a:pt x="2662" y="8385"/>
                    <a:pt x="1743" y="9361"/>
                  </a:cubicBezTo>
                  <a:cubicBezTo>
                    <a:pt x="1190" y="8502"/>
                    <a:pt x="870" y="7480"/>
                    <a:pt x="870" y="6383"/>
                  </a:cubicBezTo>
                  <a:cubicBezTo>
                    <a:pt x="870" y="3339"/>
                    <a:pt x="3339" y="870"/>
                    <a:pt x="6383" y="870"/>
                  </a:cubicBezTo>
                  <a:close/>
                </a:path>
              </a:pathLst>
            </a:custGeom>
            <a:solidFill>
              <a:srgbClr val="002DB0"/>
            </a:solidFill>
            <a:ln w="12700" cap="flat">
              <a:noFill/>
              <a:prstDash val="solid"/>
              <a:miter/>
            </a:ln>
          </p:spPr>
          <p:txBody>
            <a:bodyPr rtlCol="0" anchor="ctr"/>
            <a:lstStyle/>
            <a:p>
              <a:endParaRPr lang="en-US">
                <a:solidFill>
                  <a:schemeClr val="tx1"/>
                </a:solidFill>
                <a:sym typeface="+mn-lt"/>
              </a:endParaRPr>
            </a:p>
          </p:txBody>
        </p:sp>
        <p:sp>
          <p:nvSpPr>
            <p:cNvPr id="7" name="文本框 6"/>
            <p:cNvSpPr txBox="1"/>
            <p:nvPr/>
          </p:nvSpPr>
          <p:spPr>
            <a:xfrm>
              <a:off x="3898985" y="4118390"/>
              <a:ext cx="1668205" cy="307777"/>
            </a:xfrm>
            <a:prstGeom prst="rect">
              <a:avLst/>
            </a:prstGeom>
            <a:noFill/>
          </p:spPr>
          <p:txBody>
            <a:bodyPr wrap="square" rtlCol="0">
              <a:spAutoFit/>
            </a:bodyPr>
            <a:lstStyle>
              <a:defPPr>
                <a:defRPr lang="zh-CN"/>
              </a:defPPr>
              <a:lvl1pPr>
                <a:defRPr sz="1000" b="1">
                  <a:solidFill>
                    <a:schemeClr val="bg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lang="zh-CN" altLang="en-US" sz="1400" dirty="0">
                  <a:solidFill>
                    <a:schemeClr val="tx1">
                      <a:lumMod val="75000"/>
                      <a:lumOff val="25000"/>
                    </a:schemeClr>
                  </a:solidFill>
                  <a:latin typeface="+mn-lt"/>
                  <a:ea typeface="+mn-ea"/>
                  <a:cs typeface="+mn-ea"/>
                  <a:sym typeface="+mn-lt"/>
                </a:rPr>
                <a:t>时间：</a:t>
              </a:r>
              <a:r>
                <a:rPr lang="en-US" altLang="zh-CN" sz="1400" dirty="0">
                  <a:solidFill>
                    <a:schemeClr val="tx1">
                      <a:lumMod val="75000"/>
                      <a:lumOff val="25000"/>
                    </a:schemeClr>
                  </a:solidFill>
                  <a:latin typeface="+mn-lt"/>
                  <a:ea typeface="+mn-ea"/>
                  <a:cs typeface="+mn-ea"/>
                  <a:sym typeface="+mn-lt"/>
                </a:rPr>
                <a:t>2024.11.07</a:t>
              </a:r>
              <a:endParaRPr lang="zh-CN" altLang="en-US" sz="1400" dirty="0">
                <a:solidFill>
                  <a:schemeClr val="tx1">
                    <a:lumMod val="75000"/>
                    <a:lumOff val="25000"/>
                  </a:schemeClr>
                </a:solidFill>
                <a:latin typeface="+mn-lt"/>
                <a:ea typeface="+mn-ea"/>
                <a:cs typeface="+mn-ea"/>
                <a:sym typeface="+mn-lt"/>
              </a:endParaRPr>
            </a:p>
          </p:txBody>
        </p:sp>
        <p:sp>
          <p:nvSpPr>
            <p:cNvPr id="8" name="iconfont-11899-5651509"/>
            <p:cNvSpPr/>
            <p:nvPr/>
          </p:nvSpPr>
          <p:spPr>
            <a:xfrm>
              <a:off x="3588150" y="4118394"/>
              <a:ext cx="307836" cy="307774"/>
            </a:xfrm>
            <a:custGeom>
              <a:avLst/>
              <a:gdLst>
                <a:gd name="T0" fmla="*/ 5872 w 10378"/>
                <a:gd name="T1" fmla="*/ 5277 h 10377"/>
                <a:gd name="T2" fmla="*/ 5872 w 10378"/>
                <a:gd name="T3" fmla="*/ 2783 h 10377"/>
                <a:gd name="T4" fmla="*/ 5223 w 10378"/>
                <a:gd name="T5" fmla="*/ 2135 h 10377"/>
                <a:gd name="T6" fmla="*/ 4574 w 10378"/>
                <a:gd name="T7" fmla="*/ 2783 h 10377"/>
                <a:gd name="T8" fmla="*/ 4574 w 10378"/>
                <a:gd name="T9" fmla="*/ 6026 h 10377"/>
                <a:gd name="T10" fmla="*/ 7383 w 10378"/>
                <a:gd name="T11" fmla="*/ 7647 h 10377"/>
                <a:gd name="T12" fmla="*/ 8267 w 10378"/>
                <a:gd name="T13" fmla="*/ 7403 h 10377"/>
                <a:gd name="T14" fmla="*/ 8031 w 10378"/>
                <a:gd name="T15" fmla="*/ 6523 h 10377"/>
                <a:gd name="T16" fmla="*/ 5872 w 10378"/>
                <a:gd name="T17" fmla="*/ 5277 h 10377"/>
                <a:gd name="T18" fmla="*/ 5189 w 10378"/>
                <a:gd name="T19" fmla="*/ 10377 h 10377"/>
                <a:gd name="T20" fmla="*/ 0 w 10378"/>
                <a:gd name="T21" fmla="*/ 5188 h 10377"/>
                <a:gd name="T22" fmla="*/ 5189 w 10378"/>
                <a:gd name="T23" fmla="*/ 0 h 10377"/>
                <a:gd name="T24" fmla="*/ 10378 w 10378"/>
                <a:gd name="T25" fmla="*/ 5188 h 10377"/>
                <a:gd name="T26" fmla="*/ 5189 w 10378"/>
                <a:gd name="T27" fmla="*/ 10377 h 10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78" h="10377">
                  <a:moveTo>
                    <a:pt x="5872" y="5277"/>
                  </a:moveTo>
                  <a:lnTo>
                    <a:pt x="5872" y="2783"/>
                  </a:lnTo>
                  <a:cubicBezTo>
                    <a:pt x="5872" y="2425"/>
                    <a:pt x="5582" y="2135"/>
                    <a:pt x="5223" y="2135"/>
                  </a:cubicBezTo>
                  <a:cubicBezTo>
                    <a:pt x="4864" y="2135"/>
                    <a:pt x="4574" y="2425"/>
                    <a:pt x="4574" y="2783"/>
                  </a:cubicBezTo>
                  <a:lnTo>
                    <a:pt x="4574" y="6026"/>
                  </a:lnTo>
                  <a:lnTo>
                    <a:pt x="7383" y="7647"/>
                  </a:lnTo>
                  <a:cubicBezTo>
                    <a:pt x="7694" y="7825"/>
                    <a:pt x="8091" y="7716"/>
                    <a:pt x="8267" y="7403"/>
                  </a:cubicBezTo>
                  <a:cubicBezTo>
                    <a:pt x="8442" y="7095"/>
                    <a:pt x="8337" y="6703"/>
                    <a:pt x="8031" y="6523"/>
                  </a:cubicBezTo>
                  <a:lnTo>
                    <a:pt x="5872" y="5277"/>
                  </a:lnTo>
                  <a:close/>
                  <a:moveTo>
                    <a:pt x="5189" y="10377"/>
                  </a:moveTo>
                  <a:cubicBezTo>
                    <a:pt x="2324" y="10377"/>
                    <a:pt x="0" y="8054"/>
                    <a:pt x="0" y="5188"/>
                  </a:cubicBezTo>
                  <a:cubicBezTo>
                    <a:pt x="0" y="2322"/>
                    <a:pt x="2324" y="0"/>
                    <a:pt x="5189" y="0"/>
                  </a:cubicBezTo>
                  <a:cubicBezTo>
                    <a:pt x="8054" y="0"/>
                    <a:pt x="10378" y="2322"/>
                    <a:pt x="10378" y="5188"/>
                  </a:cubicBezTo>
                  <a:cubicBezTo>
                    <a:pt x="10378" y="8054"/>
                    <a:pt x="8056" y="10377"/>
                    <a:pt x="5189" y="10377"/>
                  </a:cubicBezTo>
                  <a:close/>
                </a:path>
              </a:pathLst>
            </a:custGeom>
            <a:solidFill>
              <a:srgbClr val="002DB0"/>
            </a:solidFill>
            <a:ln w="12700" cap="flat">
              <a:noFill/>
              <a:prstDash val="solid"/>
              <a:miter/>
            </a:ln>
          </p:spPr>
          <p:txBody>
            <a:bodyPr rtlCol="0" anchor="ctr"/>
            <a:lstStyle/>
            <a:p>
              <a:endParaRPr lang="en-US" dirty="0">
                <a:solidFill>
                  <a:schemeClr val="tx1"/>
                </a:solidFill>
                <a:sym typeface="+mn-lt"/>
              </a:endParaRPr>
            </a:p>
          </p:txBody>
        </p:sp>
      </p:grpSp>
      <p:sp>
        <p:nvSpPr>
          <p:cNvPr id="9" name="任意多边形: 形状 8"/>
          <p:cNvSpPr/>
          <p:nvPr/>
        </p:nvSpPr>
        <p:spPr>
          <a:xfrm>
            <a:off x="2300536" y="3493284"/>
            <a:ext cx="472060" cy="499321"/>
          </a:xfrm>
          <a:custGeom>
            <a:avLst/>
            <a:gdLst>
              <a:gd name="connsiteX0" fmla="*/ 249661 w 472060"/>
              <a:gd name="connsiteY0" fmla="*/ 0 h 499321"/>
              <a:gd name="connsiteX1" fmla="*/ 472060 w 472060"/>
              <a:gd name="connsiteY1" fmla="*/ 0 h 499321"/>
              <a:gd name="connsiteX2" fmla="*/ 222399 w 472060"/>
              <a:gd name="connsiteY2" fmla="*/ 249661 h 499321"/>
              <a:gd name="connsiteX3" fmla="*/ 472060 w 472060"/>
              <a:gd name="connsiteY3" fmla="*/ 499321 h 499321"/>
              <a:gd name="connsiteX4" fmla="*/ 249661 w 472060"/>
              <a:gd name="connsiteY4" fmla="*/ 499321 h 499321"/>
              <a:gd name="connsiteX5" fmla="*/ 0 w 472060"/>
              <a:gd name="connsiteY5" fmla="*/ 249661 h 499321"/>
              <a:gd name="connsiteX6" fmla="*/ 249661 w 472060"/>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60" h="499321">
                <a:moveTo>
                  <a:pt x="249661" y="0"/>
                </a:moveTo>
                <a:lnTo>
                  <a:pt x="472060" y="0"/>
                </a:lnTo>
                <a:lnTo>
                  <a:pt x="222399" y="249661"/>
                </a:lnTo>
                <a:lnTo>
                  <a:pt x="472060" y="499321"/>
                </a:lnTo>
                <a:lnTo>
                  <a:pt x="249661" y="499321"/>
                </a:lnTo>
                <a:lnTo>
                  <a:pt x="0" y="249661"/>
                </a:lnTo>
                <a:lnTo>
                  <a:pt x="249661" y="0"/>
                </a:lnTo>
                <a:close/>
              </a:path>
            </a:pathLst>
          </a:custGeom>
          <a:solidFill>
            <a:srgbClr val="002DB0"/>
          </a:solidFill>
          <a:ln w="12700" cap="flat">
            <a:solidFill>
              <a:srgbClr val="002DB0"/>
            </a:solidFill>
            <a:prstDash val="solid"/>
            <a:miter/>
          </a:ln>
        </p:spPr>
        <p:txBody>
          <a:bodyPr rtlCol="0" anchor="ctr"/>
          <a:lstStyle/>
          <a:p>
            <a:endParaRPr lang="zh-CN" altLang="en-US"/>
          </a:p>
        </p:txBody>
      </p:sp>
      <p:sp>
        <p:nvSpPr>
          <p:cNvPr id="10" name="任意多边形: 形状 9"/>
          <p:cNvSpPr/>
          <p:nvPr/>
        </p:nvSpPr>
        <p:spPr>
          <a:xfrm>
            <a:off x="9653832" y="3493284"/>
            <a:ext cx="472059" cy="499321"/>
          </a:xfrm>
          <a:custGeom>
            <a:avLst/>
            <a:gdLst>
              <a:gd name="connsiteX0" fmla="*/ 0 w 472059"/>
              <a:gd name="connsiteY0" fmla="*/ 0 h 499321"/>
              <a:gd name="connsiteX1" fmla="*/ 222399 w 472059"/>
              <a:gd name="connsiteY1" fmla="*/ 0 h 499321"/>
              <a:gd name="connsiteX2" fmla="*/ 472059 w 472059"/>
              <a:gd name="connsiteY2" fmla="*/ 249661 h 499321"/>
              <a:gd name="connsiteX3" fmla="*/ 222399 w 472059"/>
              <a:gd name="connsiteY3" fmla="*/ 499321 h 499321"/>
              <a:gd name="connsiteX4" fmla="*/ 0 w 472059"/>
              <a:gd name="connsiteY4" fmla="*/ 499321 h 499321"/>
              <a:gd name="connsiteX5" fmla="*/ 249660 w 472059"/>
              <a:gd name="connsiteY5" fmla="*/ 249661 h 499321"/>
              <a:gd name="connsiteX6" fmla="*/ 0 w 472059"/>
              <a:gd name="connsiteY6" fmla="*/ 0 h 49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059" h="499321">
                <a:moveTo>
                  <a:pt x="0" y="0"/>
                </a:moveTo>
                <a:lnTo>
                  <a:pt x="222399" y="0"/>
                </a:lnTo>
                <a:lnTo>
                  <a:pt x="472059" y="249661"/>
                </a:lnTo>
                <a:lnTo>
                  <a:pt x="222399" y="499321"/>
                </a:lnTo>
                <a:lnTo>
                  <a:pt x="0" y="499321"/>
                </a:lnTo>
                <a:lnTo>
                  <a:pt x="249660" y="249661"/>
                </a:lnTo>
                <a:lnTo>
                  <a:pt x="0" y="0"/>
                </a:lnTo>
                <a:close/>
              </a:path>
            </a:pathLst>
          </a:custGeom>
          <a:solidFill>
            <a:srgbClr val="002DB0"/>
          </a:solidFill>
          <a:ln w="12700" cap="flat">
            <a:solidFill>
              <a:srgbClr val="002DB0"/>
            </a:solidFill>
            <a:prstDash val="solid"/>
            <a:miter/>
          </a:ln>
        </p:spPr>
        <p:txBody>
          <a:bodyPr rtlCol="0" anchor="ct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tags/tag1.xml><?xml version="1.0" encoding="utf-8"?>
<p:tagLst xmlns:p="http://schemas.openxmlformats.org/presentationml/2006/main">
  <p:tag name="PA" val="v5.2.2"/>
</p:tagLst>
</file>

<file path=ppt/tags/tag2.xml><?xml version="1.0" encoding="utf-8"?>
<p:tagLst xmlns:p="http://schemas.openxmlformats.org/presentationml/2006/main">
  <p:tag name="PA" val="v5.2.2"/>
</p:tagLst>
</file>

<file path=ppt/tags/tag3.xml><?xml version="1.0" encoding="utf-8"?>
<p:tagLst xmlns:p="http://schemas.openxmlformats.org/presentationml/2006/main">
  <p:tag name="PA" val="v5.2.2"/>
</p:tagLst>
</file>

<file path=ppt/tags/tag4.xml><?xml version="1.0" encoding="utf-8"?>
<p:tagLst xmlns:p="http://schemas.openxmlformats.org/presentationml/2006/main">
  <p:tag name="PA" val="v5.2.2"/>
</p:tagLst>
</file>

<file path=ppt/tags/tag5.xml><?xml version="1.0" encoding="utf-8"?>
<p:tagLst xmlns:p="http://schemas.openxmlformats.org/presentationml/2006/main">
  <p:tag name="PA" val="v5.2.2"/>
</p:tagLst>
</file>

<file path=ppt/tags/tag6.xml><?xml version="1.0" encoding="utf-8"?>
<p:tagLst xmlns:p="http://schemas.openxmlformats.org/presentationml/2006/main">
  <p:tag name="PA" val="v5.2.2"/>
</p:tagLst>
</file>

<file path=ppt/tags/tag7.xml><?xml version="1.0" encoding="utf-8"?>
<p:tagLst xmlns:p="http://schemas.openxmlformats.org/presentationml/2006/main">
  <p:tag name="PA" val="v5.2.2"/>
</p:tagLst>
</file>

<file path=ppt/tags/tag8.xml><?xml version="1.0" encoding="utf-8"?>
<p:tagLst xmlns:p="http://schemas.openxmlformats.org/presentationml/2006/main">
  <p:tag name="PA" val="v5.2.2"/>
</p:tagLst>
</file>

<file path=ppt/tags/tag9.xml><?xml version="1.0" encoding="utf-8"?>
<p:tagLst xmlns:p="http://schemas.openxmlformats.org/presentationml/2006/main">
  <p:tag name="PA" val="v5.2.2"/>
</p:tagLst>
</file>

<file path=ppt/tags/tag10.xml><?xml version="1.0" encoding="utf-8"?>
<p:tagLst xmlns:p="http://schemas.openxmlformats.org/presentationml/2006/main">
  <p:tag name="PA" val="v5.2.2"/>
</p:tagLst>
</file>

<file path=ppt/tags/tag11.xml><?xml version="1.0" encoding="utf-8"?>
<p:tagLst xmlns:p="http://schemas.openxmlformats.org/presentationml/2006/main">
  <p:tag name="KSO_WM_DIAGRAM_VIRTUALLY_FRAME" val="{&quot;height&quot;:291.7046456692914,&quot;left&quot;:318.6079527559055,&quot;top&quot;:154.78165354330707,&quot;width&quot;:470.4596062992126}"/>
</p:tagLst>
</file>

<file path=ppt/tags/tag12.xml><?xml version="1.0" encoding="utf-8"?>
<p:tagLst xmlns:p="http://schemas.openxmlformats.org/presentationml/2006/main">
  <p:tag name="KSO_WM_DIAGRAM_VIRTUALLY_FRAME" val="{&quot;height&quot;:291.7046456692914,&quot;left&quot;:318.6079527559055,&quot;top&quot;:154.78165354330707,&quot;width&quot;:470.4596062992126}"/>
</p:tagLst>
</file>

<file path=ppt/tags/tag13.xml><?xml version="1.0" encoding="utf-8"?>
<p:tagLst xmlns:p="http://schemas.openxmlformats.org/presentationml/2006/main">
  <p:tag name="KSO_WM_DIAGRAM_VIRTUALLY_FRAME" val="{&quot;height&quot;:291.7046456692914,&quot;left&quot;:318.6079527559055,&quot;top&quot;:154.78165354330707,&quot;width&quot;:470.4596062992126}"/>
</p:tagLst>
</file>

<file path=ppt/tags/tag14.xml><?xml version="1.0" encoding="utf-8"?>
<p:tagLst xmlns:p="http://schemas.openxmlformats.org/presentationml/2006/main">
  <p:tag name="KSO_WM_DIAGRAM_VIRTUALLY_FRAME" val="{&quot;height&quot;:291.7046456692914,&quot;left&quot;:318.6079527559055,&quot;top&quot;:154.78165354330707,&quot;width&quot;:470.4596062992126}"/>
</p:tagLst>
</file>

<file path=ppt/tags/tag15.xml><?xml version="1.0" encoding="utf-8"?>
<p:tagLst xmlns:p="http://schemas.openxmlformats.org/presentationml/2006/main">
  <p:tag name="KSO_WM_DIAGRAM_VIRTUALLY_FRAME" val="{&quot;height&quot;:291.7046456692914,&quot;left&quot;:318.6079527559055,&quot;top&quot;:154.78165354330707,&quot;width&quot;:470.4596062992126}"/>
</p:tagLst>
</file>

<file path=ppt/tags/tag16.xml><?xml version="1.0" encoding="utf-8"?>
<p:tagLst xmlns:p="http://schemas.openxmlformats.org/presentationml/2006/main">
  <p:tag name="KSO_WM_DIAGRAM_VIRTUALLY_FRAME" val="{&quot;height&quot;:291.7046456692914,&quot;left&quot;:318.6079527559055,&quot;top&quot;:154.78165354330707,&quot;width&quot;:470.4596062992126}"/>
</p:tagLst>
</file>

<file path=ppt/tags/tag17.xml><?xml version="1.0" encoding="utf-8"?>
<p:tagLst xmlns:p="http://schemas.openxmlformats.org/presentationml/2006/main">
  <p:tag name="KSO_WM_DIAGRAM_VIRTUALLY_FRAME" val="{&quot;height&quot;:291.7046456692914,&quot;left&quot;:318.6079527559055,&quot;top&quot;:154.78165354330707,&quot;width&quot;:470.4596062992126}"/>
</p:tagLst>
</file>

<file path=ppt/tags/tag18.xml><?xml version="1.0" encoding="utf-8"?>
<p:tagLst xmlns:p="http://schemas.openxmlformats.org/presentationml/2006/main">
  <p:tag name="KSO_WM_DIAGRAM_VIRTUALLY_FRAME" val="{&quot;height&quot;:291.7046456692914,&quot;left&quot;:318.6079527559055,&quot;top&quot;:154.78165354330707,&quot;width&quot;:470.4596062992126}"/>
</p:tagLst>
</file>

<file path=ppt/tags/tag19.xml><?xml version="1.0" encoding="utf-8"?>
<p:tagLst xmlns:p="http://schemas.openxmlformats.org/presentationml/2006/main">
  <p:tag name="KSO_WM_DIAGRAM_VIRTUALLY_FRAME" val="{&quot;height&quot;:291.7046456692914,&quot;left&quot;:318.6079527559055,&quot;top&quot;:154.78165354330707,&quot;width&quot;:470.4596062992126}"/>
</p:tagLst>
</file>

<file path=ppt/tags/tag20.xml><?xml version="1.0" encoding="utf-8"?>
<p:tagLst xmlns:p="http://schemas.openxmlformats.org/presentationml/2006/main">
  <p:tag name="commondata" val="eyJoZGlkIjoiNmVmZTI0NDhmYzgwODBhZTM2N2RmMzQ4ODI0ODcwZjgifQ=="/>
</p:tagLst>
</file>

<file path=ppt/theme/theme1.xml><?xml version="1.0" encoding="utf-8"?>
<a:theme xmlns:a="http://schemas.openxmlformats.org/drawingml/2006/main" name="51PPT模板网">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0gjmofkk">
      <a:majorFont>
        <a:latin typeface="HarmonyOS Sans SC"/>
        <a:ea typeface="阿里巴巴普惠体 2.0 55 Regular"/>
        <a:cs typeface=""/>
      </a:majorFont>
      <a:minorFont>
        <a:latin typeface="HarmonyOS Sans SC"/>
        <a:ea typeface="阿里巴巴普惠体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3207</Words>
  <Application>WPS 演示</Application>
  <PresentationFormat>宽屏</PresentationFormat>
  <Paragraphs>334</Paragraphs>
  <Slides>19</Slides>
  <Notes>19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19</vt:i4>
      </vt:variant>
    </vt:vector>
  </HeadingPairs>
  <TitlesOfParts>
    <vt:vector size="37" baseType="lpstr">
      <vt:lpstr>Arial</vt:lpstr>
      <vt:lpstr>宋体</vt:lpstr>
      <vt:lpstr>Wingdings</vt:lpstr>
      <vt:lpstr>阿里巴巴普惠体 2.0 115 Black</vt:lpstr>
      <vt:lpstr>阿里巴巴普惠体 2.0 55 Regular</vt:lpstr>
      <vt:lpstr>MiSans Heavy</vt:lpstr>
      <vt:lpstr>仿宋_GB2312</vt:lpstr>
      <vt:lpstr>楷体_GB2312</vt:lpstr>
      <vt:lpstr>HarmonyOS Sans SC Light</vt:lpstr>
      <vt:lpstr>Calibri</vt:lpstr>
      <vt:lpstr>HarmonyOS Sans SC</vt:lpstr>
      <vt:lpstr>Segoe Print</vt:lpstr>
      <vt:lpstr>微软雅黑</vt:lpstr>
      <vt:lpstr>Arial Unicode MS</vt:lpstr>
      <vt:lpstr>等线</vt:lpstr>
      <vt:lpstr>仿宋</vt:lpstr>
      <vt:lpstr>新宋体</vt:lpstr>
      <vt:lpstr>51PPT模板网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www.51pptmoban.com</Company>
  <LinksUpToDate>false</LinksUpToDate>
  <SharedDoc>false</SharedDoc>
  <HyperlinksChanged>false</HyperlinksChanged>
  <AppVersion>14.0000</AppVersion>
  <Manager>51PPT模板网</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极简几何风商务通用PPT模板</dc:title>
  <dc:creator>©51PPT模板网（www.51pptmoban.com）</dc:creator>
  <cp:keywords>版权归属：51PPT模板网</cp:keywords>
  <dc:description>51PPT模板网，幻灯片演示模板及素材免费下载！
51PPT模板网 唯一访问网址：www.51pptmoban.com</dc:description>
  <cp:lastModifiedBy>知足常乐</cp:lastModifiedBy>
  <cp:revision>62</cp:revision>
  <dcterms:created xsi:type="dcterms:W3CDTF">2024-10-29T03:30:00Z</dcterms:created>
  <dcterms:modified xsi:type="dcterms:W3CDTF">2024-11-06T10:48:26Z</dcterms:modified>
  <cp:version>51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7FAE549B8D34428E8494E8F0D22AA906_12</vt:lpwstr>
  </property>
  <property fmtid="{D5CDD505-2E9C-101B-9397-08002B2CF9AE}" pid="3" name="KSOProductBuildVer">
    <vt:lpwstr>2052-12.1.0.18608</vt:lpwstr>
  </property>
</Properties>
</file>